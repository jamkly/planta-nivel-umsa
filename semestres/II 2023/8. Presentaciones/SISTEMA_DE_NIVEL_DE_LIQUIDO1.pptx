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2.xml" ContentType="application/vnd.openxmlformats-officedocument.drawingml.chart+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rts/chart4.xml" ContentType="application/vnd.openxmlformats-officedocument.drawingml.chart+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rts/chart5.xml" ContentType="application/vnd.openxmlformats-officedocument.drawingml.chart+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harts/chart6.xml" ContentType="application/vnd.openxmlformats-officedocument.drawingml.chart+xml"/>
  <Override PartName="/ppt/charts/style2.xml" ContentType="application/vnd.ms-office.chartstyle+xml"/>
  <Override PartName="/ppt/charts/colors2.xml" ContentType="application/vnd.ms-office.chartcolorstyle+xml"/>
  <Override PartName="/ppt/charts/chart7.xml" ContentType="application/vnd.openxmlformats-officedocument.drawingml.chart+xml"/>
  <Override PartName="/ppt/charts/style3.xml" ContentType="application/vnd.ms-office.chartstyle+xml"/>
  <Override PartName="/ppt/charts/colors3.xml" ContentType="application/vnd.ms-office.chartcolorstyl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2.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charts/chart8.xml" ContentType="application/vnd.openxmlformats-officedocument.drawingml.chart+xml"/>
  <Override PartName="/ppt/charts/style4.xml" ContentType="application/vnd.ms-office.chartstyle+xml"/>
  <Override PartName="/ppt/charts/colors4.xml" ContentType="application/vnd.ms-office.chartcolorstyl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notesMasterIdLst>
    <p:notesMasterId r:id="rId121"/>
  </p:notesMasterIdLst>
  <p:sldIdLst>
    <p:sldId id="256" r:id="rId2"/>
    <p:sldId id="973" r:id="rId3"/>
    <p:sldId id="287" r:id="rId4"/>
    <p:sldId id="289" r:id="rId5"/>
    <p:sldId id="258" r:id="rId6"/>
    <p:sldId id="927" r:id="rId7"/>
    <p:sldId id="928" r:id="rId8"/>
    <p:sldId id="929" r:id="rId9"/>
    <p:sldId id="290" r:id="rId10"/>
    <p:sldId id="299" r:id="rId11"/>
    <p:sldId id="259" r:id="rId12"/>
    <p:sldId id="881" r:id="rId13"/>
    <p:sldId id="883" r:id="rId14"/>
    <p:sldId id="882" r:id="rId15"/>
    <p:sldId id="884" r:id="rId16"/>
    <p:sldId id="880" r:id="rId17"/>
    <p:sldId id="878" r:id="rId18"/>
    <p:sldId id="872" r:id="rId19"/>
    <p:sldId id="867" r:id="rId20"/>
    <p:sldId id="868" r:id="rId21"/>
    <p:sldId id="869" r:id="rId22"/>
    <p:sldId id="870" r:id="rId23"/>
    <p:sldId id="879" r:id="rId24"/>
    <p:sldId id="976" r:id="rId25"/>
    <p:sldId id="937" r:id="rId26"/>
    <p:sldId id="938" r:id="rId27"/>
    <p:sldId id="930" r:id="rId28"/>
    <p:sldId id="931" r:id="rId29"/>
    <p:sldId id="932" r:id="rId30"/>
    <p:sldId id="933" r:id="rId31"/>
    <p:sldId id="977" r:id="rId32"/>
    <p:sldId id="939" r:id="rId33"/>
    <p:sldId id="940" r:id="rId34"/>
    <p:sldId id="889" r:id="rId35"/>
    <p:sldId id="970" r:id="rId36"/>
    <p:sldId id="946" r:id="rId37"/>
    <p:sldId id="947" r:id="rId38"/>
    <p:sldId id="948" r:id="rId39"/>
    <p:sldId id="949" r:id="rId40"/>
    <p:sldId id="950" r:id="rId41"/>
    <p:sldId id="951" r:id="rId42"/>
    <p:sldId id="952" r:id="rId43"/>
    <p:sldId id="942" r:id="rId44"/>
    <p:sldId id="943" r:id="rId45"/>
    <p:sldId id="944" r:id="rId46"/>
    <p:sldId id="945" r:id="rId47"/>
    <p:sldId id="912" r:id="rId48"/>
    <p:sldId id="913" r:id="rId49"/>
    <p:sldId id="914" r:id="rId50"/>
    <p:sldId id="292" r:id="rId51"/>
    <p:sldId id="971" r:id="rId52"/>
    <p:sldId id="904" r:id="rId53"/>
    <p:sldId id="905" r:id="rId54"/>
    <p:sldId id="907" r:id="rId55"/>
    <p:sldId id="908" r:id="rId56"/>
    <p:sldId id="902" r:id="rId57"/>
    <p:sldId id="903" r:id="rId58"/>
    <p:sldId id="267" r:id="rId59"/>
    <p:sldId id="919" r:id="rId60"/>
    <p:sldId id="915" r:id="rId61"/>
    <p:sldId id="921" r:id="rId62"/>
    <p:sldId id="272" r:id="rId63"/>
    <p:sldId id="918" r:id="rId64"/>
    <p:sldId id="922" r:id="rId65"/>
    <p:sldId id="276" r:id="rId66"/>
    <p:sldId id="917" r:id="rId67"/>
    <p:sldId id="920" r:id="rId68"/>
    <p:sldId id="966" r:id="rId69"/>
    <p:sldId id="910" r:id="rId70"/>
    <p:sldId id="285" r:id="rId71"/>
    <p:sldId id="890" r:id="rId72"/>
    <p:sldId id="972" r:id="rId73"/>
    <p:sldId id="961" r:id="rId74"/>
    <p:sldId id="962" r:id="rId75"/>
    <p:sldId id="963" r:id="rId76"/>
    <p:sldId id="964" r:id="rId77"/>
    <p:sldId id="965" r:id="rId78"/>
    <p:sldId id="935" r:id="rId79"/>
    <p:sldId id="936" r:id="rId80"/>
    <p:sldId id="969" r:id="rId81"/>
    <p:sldId id="941" r:id="rId82"/>
    <p:sldId id="953" r:id="rId83"/>
    <p:sldId id="954" r:id="rId84"/>
    <p:sldId id="955" r:id="rId85"/>
    <p:sldId id="956" r:id="rId86"/>
    <p:sldId id="957" r:id="rId87"/>
    <p:sldId id="958" r:id="rId88"/>
    <p:sldId id="959" r:id="rId89"/>
    <p:sldId id="960" r:id="rId90"/>
    <p:sldId id="888" r:id="rId91"/>
    <p:sldId id="298" r:id="rId92"/>
    <p:sldId id="978" r:id="rId93"/>
    <p:sldId id="293" r:id="rId94"/>
    <p:sldId id="297" r:id="rId95"/>
    <p:sldId id="294" r:id="rId96"/>
    <p:sldId id="887" r:id="rId97"/>
    <p:sldId id="300" r:id="rId98"/>
    <p:sldId id="301" r:id="rId99"/>
    <p:sldId id="891" r:id="rId100"/>
    <p:sldId id="295" r:id="rId101"/>
    <p:sldId id="925" r:id="rId102"/>
    <p:sldId id="924" r:id="rId103"/>
    <p:sldId id="304" r:id="rId104"/>
    <p:sldId id="926" r:id="rId105"/>
    <p:sldId id="302" r:id="rId106"/>
    <p:sldId id="893" r:id="rId107"/>
    <p:sldId id="894" r:id="rId108"/>
    <p:sldId id="895" r:id="rId109"/>
    <p:sldId id="896" r:id="rId110"/>
    <p:sldId id="897" r:id="rId111"/>
    <p:sldId id="262" r:id="rId112"/>
    <p:sldId id="898" r:id="rId113"/>
    <p:sldId id="899" r:id="rId114"/>
    <p:sldId id="900" r:id="rId115"/>
    <p:sldId id="901" r:id="rId116"/>
    <p:sldId id="257" r:id="rId117"/>
    <p:sldId id="974" r:id="rId118"/>
    <p:sldId id="975" r:id="rId119"/>
    <p:sldId id="303" r:id="rId1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Estilo temático 2 - Énfasis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Estilo temático 2 - Énfasis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Estilo temático 2 - Énfasis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A488322-F2BA-4B5B-9748-0D474271808F}" styleName="Estilo medio 3 - Énfasis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E8B1032C-EA38-4F05-BA0D-38AFFFC7BED3}" styleName="Estilo claro 3 - Acento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46F890A9-2807-4EBB-B81D-B2AA78EC7F39}" styleName="Estilo oscuro 2 - Énfasis 5/Énfasis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889" autoAdjust="0"/>
    <p:restoredTop sz="94608" autoAdjust="0"/>
  </p:normalViewPr>
  <p:slideViewPr>
    <p:cSldViewPr snapToGrid="0">
      <p:cViewPr>
        <p:scale>
          <a:sx n="66" d="100"/>
          <a:sy n="66" d="100"/>
        </p:scale>
        <p:origin x="414" y="-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charts/_rels/chart1.xml.rels><?xml version="1.0" encoding="UTF-8" standalone="yes"?>
<Relationships xmlns="http://schemas.openxmlformats.org/package/2006/relationships"><Relationship Id="rId1" Type="http://schemas.openxmlformats.org/officeDocument/2006/relationships/oleObject" Target="file:///A:\DESCARGAS%20Chromme\altura%20sensor%20ultrasonico%20(3).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A:\DESCARGAS%20Chromme\altura%20sensor%20ultrasonico%20(3).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A:\DESCARGAS%20Chromme\altura%20sensor%20ultrasonico%20(3).xlsx" TargetMode="External"/><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1" Type="http://schemas.openxmlformats.org/officeDocument/2006/relationships/oleObject" Target="file:///A:\DESCARGAS%20Chromme\altura%20sensor%20ultrasonico%20(3).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A:\DESCARGAS%20Chromme\altura%20sensor%20ultrasonico%20(3).xlsx" TargetMode="External"/></Relationships>
</file>

<file path=ppt/charts/_rels/chart6.xml.rels><?xml version="1.0" encoding="UTF-8" standalone="yes"?>
<Relationships xmlns="http://schemas.openxmlformats.org/package/2006/relationships"><Relationship Id="rId3" Type="http://schemas.openxmlformats.org/officeDocument/2006/relationships/oleObject" Target="file:///A:\DESCARGAS%20Chromme\altura%20sensor%20ultrasonico%20(1).xlsx" TargetMode="External"/><Relationship Id="rId2" Type="http://schemas.microsoft.com/office/2011/relationships/chartColorStyle" Target="colors2.xml"/><Relationship Id="rId1" Type="http://schemas.microsoft.com/office/2011/relationships/chartStyle" Target="style2.xml"/></Relationships>
</file>

<file path=ppt/charts/_rels/chart7.xml.rels><?xml version="1.0" encoding="UTF-8" standalone="yes"?>
<Relationships xmlns="http://schemas.openxmlformats.org/package/2006/relationships"><Relationship Id="rId3" Type="http://schemas.openxmlformats.org/officeDocument/2006/relationships/oleObject" Target="file:///A:\DESCARGAS%20Chromme\altura%20sensor%20ultrasonico%20(1).xlsx" TargetMode="External"/><Relationship Id="rId2" Type="http://schemas.microsoft.com/office/2011/relationships/chartColorStyle" Target="colors3.xml"/><Relationship Id="rId1" Type="http://schemas.microsoft.com/office/2011/relationships/chartStyle" Target="style3.xml"/></Relationships>
</file>

<file path=ppt/charts/_rels/chart8.xml.rels><?xml version="1.0" encoding="UTF-8" standalone="yes"?>
<Relationships xmlns="http://schemas.openxmlformats.org/package/2006/relationships"><Relationship Id="rId3" Type="http://schemas.openxmlformats.org/officeDocument/2006/relationships/oleObject" Target="file:///A:\DESCARGAS%20Chromme\altura%20sensor%20ultrasonico%20(3).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0">
              <a:defRPr b="0">
                <a:solidFill>
                  <a:srgbClr val="757575"/>
                </a:solidFill>
                <a:latin typeface="+mn-lt"/>
              </a:defRPr>
            </a:pPr>
            <a:r>
              <a:rPr lang="en-US" b="0">
                <a:solidFill>
                  <a:srgbClr val="757575"/>
                </a:solidFill>
                <a:latin typeface="+mn-lt"/>
              </a:rPr>
              <a:t>VOLTAJE frente a FRECUENCIA</a:t>
            </a:r>
          </a:p>
        </c:rich>
      </c:tx>
      <c:overlay val="0"/>
    </c:title>
    <c:autoTitleDeleted val="0"/>
    <c:plotArea>
      <c:layout/>
      <c:scatterChart>
        <c:scatterStyle val="lineMarker"/>
        <c:varyColors val="0"/>
        <c:ser>
          <c:idx val="0"/>
          <c:order val="0"/>
          <c:spPr>
            <a:ln>
              <a:noFill/>
            </a:ln>
          </c:spPr>
          <c:marker>
            <c:symbol val="circle"/>
            <c:size val="7"/>
            <c:spPr>
              <a:solidFill>
                <a:schemeClr val="accent1"/>
              </a:solidFill>
              <a:ln cmpd="sng">
                <a:solidFill>
                  <a:schemeClr val="accent1"/>
                </a:solidFill>
              </a:ln>
            </c:spPr>
          </c:marker>
          <c:xVal>
            <c:numRef>
              <c:f>'[altura sensor ultrasonico (3).xlsx]Hoja1'!$A$130:$A$140</c:f>
              <c:numCache>
                <c:formatCode>General</c:formatCode>
                <c:ptCount val="11"/>
                <c:pt idx="0">
                  <c:v>0</c:v>
                </c:pt>
                <c:pt idx="1">
                  <c:v>5</c:v>
                </c:pt>
                <c:pt idx="2">
                  <c:v>10</c:v>
                </c:pt>
                <c:pt idx="3">
                  <c:v>15</c:v>
                </c:pt>
                <c:pt idx="4">
                  <c:v>20</c:v>
                </c:pt>
                <c:pt idx="5">
                  <c:v>25</c:v>
                </c:pt>
                <c:pt idx="6">
                  <c:v>30</c:v>
                </c:pt>
                <c:pt idx="7">
                  <c:v>35</c:v>
                </c:pt>
                <c:pt idx="8">
                  <c:v>40</c:v>
                </c:pt>
                <c:pt idx="9">
                  <c:v>45</c:v>
                </c:pt>
                <c:pt idx="10">
                  <c:v>50</c:v>
                </c:pt>
              </c:numCache>
            </c:numRef>
          </c:xVal>
          <c:yVal>
            <c:numRef>
              <c:f>'[altura sensor ultrasonico (3).xlsx]Hoja1'!$B$130:$B$140</c:f>
              <c:numCache>
                <c:formatCode>General</c:formatCode>
                <c:ptCount val="11"/>
                <c:pt idx="0">
                  <c:v>0</c:v>
                </c:pt>
                <c:pt idx="1">
                  <c:v>38.799999999999997</c:v>
                </c:pt>
                <c:pt idx="2">
                  <c:v>57.5</c:v>
                </c:pt>
                <c:pt idx="3">
                  <c:v>77.3</c:v>
                </c:pt>
                <c:pt idx="4">
                  <c:v>98.1</c:v>
                </c:pt>
                <c:pt idx="5">
                  <c:v>119.3</c:v>
                </c:pt>
                <c:pt idx="6">
                  <c:v>144.4</c:v>
                </c:pt>
                <c:pt idx="7">
                  <c:v>170</c:v>
                </c:pt>
                <c:pt idx="8">
                  <c:v>195.1</c:v>
                </c:pt>
                <c:pt idx="9">
                  <c:v>219.9</c:v>
                </c:pt>
                <c:pt idx="10">
                  <c:v>229.9</c:v>
                </c:pt>
              </c:numCache>
            </c:numRef>
          </c:yVal>
          <c:smooth val="1"/>
          <c:extLst>
            <c:ext xmlns:c16="http://schemas.microsoft.com/office/drawing/2014/chart" uri="{C3380CC4-5D6E-409C-BE32-E72D297353CC}">
              <c16:uniqueId val="{00000000-D5B7-47F3-87FD-E38F98716D19}"/>
            </c:ext>
          </c:extLst>
        </c:ser>
        <c:dLbls>
          <c:showLegendKey val="0"/>
          <c:showVal val="0"/>
          <c:showCatName val="0"/>
          <c:showSerName val="0"/>
          <c:showPercent val="0"/>
          <c:showBubbleSize val="0"/>
        </c:dLbls>
        <c:axId val="1547704586"/>
        <c:axId val="674124355"/>
      </c:scatterChart>
      <c:valAx>
        <c:axId val="1547704586"/>
        <c:scaling>
          <c:orientation val="minMax"/>
        </c:scaling>
        <c:delete val="0"/>
        <c:axPos val="b"/>
        <c:majorGridlines>
          <c:spPr>
            <a:ln>
              <a:solidFill>
                <a:srgbClr val="B7B7B7"/>
              </a:solidFill>
            </a:ln>
          </c:spPr>
        </c:majorGridlines>
        <c:minorGridlines>
          <c:spPr>
            <a:ln>
              <a:solidFill>
                <a:srgbClr val="CCCCCC">
                  <a:alpha val="0"/>
                </a:srgbClr>
              </a:solidFill>
            </a:ln>
          </c:spPr>
        </c:minorGridlines>
        <c:title>
          <c:tx>
            <c:rich>
              <a:bodyPr/>
              <a:lstStyle/>
              <a:p>
                <a:pPr lvl="0">
                  <a:defRPr b="0">
                    <a:solidFill>
                      <a:srgbClr val="000000"/>
                    </a:solidFill>
                    <a:latin typeface="+mn-lt"/>
                  </a:defRPr>
                </a:pPr>
                <a:r>
                  <a:rPr lang="en-US" b="0">
                    <a:solidFill>
                      <a:srgbClr val="000000"/>
                    </a:solidFill>
                    <a:latin typeface="+mn-lt"/>
                  </a:rPr>
                  <a:t>FRECUENCIA</a:t>
                </a:r>
              </a:p>
            </c:rich>
          </c:tx>
          <c:overlay val="0"/>
        </c:title>
        <c:numFmt formatCode="General" sourceLinked="1"/>
        <c:majorTickMark val="none"/>
        <c:minorTickMark val="none"/>
        <c:tickLblPos val="nextTo"/>
        <c:spPr>
          <a:ln/>
        </c:spPr>
        <c:txPr>
          <a:bodyPr/>
          <a:lstStyle/>
          <a:p>
            <a:pPr lvl="0">
              <a:defRPr b="0">
                <a:solidFill>
                  <a:srgbClr val="000000"/>
                </a:solidFill>
                <a:latin typeface="+mn-lt"/>
              </a:defRPr>
            </a:pPr>
            <a:endParaRPr lang="es-BO"/>
          </a:p>
        </c:txPr>
        <c:crossAx val="674124355"/>
        <c:crosses val="autoZero"/>
        <c:crossBetween val="midCat"/>
      </c:valAx>
      <c:valAx>
        <c:axId val="674124355"/>
        <c:scaling>
          <c:orientation val="minMax"/>
        </c:scaling>
        <c:delete val="0"/>
        <c:axPos val="l"/>
        <c:majorGridlines>
          <c:spPr>
            <a:ln>
              <a:solidFill>
                <a:srgbClr val="B7B7B7"/>
              </a:solidFill>
            </a:ln>
          </c:spPr>
        </c:majorGridlines>
        <c:minorGridlines>
          <c:spPr>
            <a:ln>
              <a:solidFill>
                <a:srgbClr val="CCCCCC">
                  <a:alpha val="0"/>
                </a:srgbClr>
              </a:solidFill>
            </a:ln>
          </c:spPr>
        </c:minorGridlines>
        <c:title>
          <c:tx>
            <c:rich>
              <a:bodyPr/>
              <a:lstStyle/>
              <a:p>
                <a:pPr lvl="0">
                  <a:defRPr b="0">
                    <a:solidFill>
                      <a:srgbClr val="000000"/>
                    </a:solidFill>
                    <a:latin typeface="+mn-lt"/>
                  </a:defRPr>
                </a:pPr>
                <a:r>
                  <a:rPr lang="en-US" b="0">
                    <a:solidFill>
                      <a:srgbClr val="000000"/>
                    </a:solidFill>
                    <a:latin typeface="+mn-lt"/>
                  </a:rPr>
                  <a:t>VOLTAJE</a:t>
                </a:r>
              </a:p>
            </c:rich>
          </c:tx>
          <c:overlay val="0"/>
        </c:title>
        <c:numFmt formatCode="General" sourceLinked="1"/>
        <c:majorTickMark val="none"/>
        <c:minorTickMark val="none"/>
        <c:tickLblPos val="nextTo"/>
        <c:spPr>
          <a:ln/>
        </c:spPr>
        <c:txPr>
          <a:bodyPr/>
          <a:lstStyle/>
          <a:p>
            <a:pPr lvl="0">
              <a:defRPr b="0">
                <a:solidFill>
                  <a:srgbClr val="000000"/>
                </a:solidFill>
                <a:latin typeface="+mn-lt"/>
              </a:defRPr>
            </a:pPr>
            <a:endParaRPr lang="es-BO"/>
          </a:p>
        </c:txPr>
        <c:crossAx val="1547704586"/>
        <c:crosses val="autoZero"/>
        <c:crossBetween val="midCat"/>
      </c:valAx>
    </c:plotArea>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0">
              <a:defRPr b="0">
                <a:solidFill>
                  <a:srgbClr val="757575"/>
                </a:solidFill>
                <a:latin typeface="+mn-lt"/>
              </a:defRPr>
            </a:pPr>
            <a:r>
              <a:rPr lang="en-US" b="0">
                <a:solidFill>
                  <a:srgbClr val="757575"/>
                </a:solidFill>
                <a:latin typeface="+mn-lt"/>
              </a:rPr>
              <a:t>CORRIENTE(SIN AGUA) frente a FRECUENCIA</a:t>
            </a:r>
          </a:p>
        </c:rich>
      </c:tx>
      <c:overlay val="0"/>
    </c:title>
    <c:autoTitleDeleted val="0"/>
    <c:plotArea>
      <c:layout/>
      <c:scatterChart>
        <c:scatterStyle val="lineMarker"/>
        <c:varyColors val="0"/>
        <c:ser>
          <c:idx val="0"/>
          <c:order val="0"/>
          <c:spPr>
            <a:ln>
              <a:noFill/>
            </a:ln>
          </c:spPr>
          <c:marker>
            <c:symbol val="circle"/>
            <c:size val="7"/>
            <c:spPr>
              <a:solidFill>
                <a:schemeClr val="accent1"/>
              </a:solidFill>
              <a:ln cmpd="sng">
                <a:solidFill>
                  <a:schemeClr val="accent1"/>
                </a:solidFill>
              </a:ln>
            </c:spPr>
          </c:marker>
          <c:xVal>
            <c:numRef>
              <c:f>'[altura sensor ultrasonico (3).xlsx]Hoja1'!$A$105:$A$115</c:f>
              <c:numCache>
                <c:formatCode>General</c:formatCode>
                <c:ptCount val="11"/>
                <c:pt idx="0">
                  <c:v>0</c:v>
                </c:pt>
                <c:pt idx="1">
                  <c:v>5</c:v>
                </c:pt>
                <c:pt idx="2">
                  <c:v>10</c:v>
                </c:pt>
                <c:pt idx="3">
                  <c:v>15</c:v>
                </c:pt>
                <c:pt idx="4">
                  <c:v>20</c:v>
                </c:pt>
                <c:pt idx="5">
                  <c:v>25</c:v>
                </c:pt>
                <c:pt idx="6">
                  <c:v>30</c:v>
                </c:pt>
                <c:pt idx="7">
                  <c:v>35</c:v>
                </c:pt>
                <c:pt idx="8">
                  <c:v>40</c:v>
                </c:pt>
                <c:pt idx="9">
                  <c:v>45</c:v>
                </c:pt>
                <c:pt idx="10">
                  <c:v>50</c:v>
                </c:pt>
              </c:numCache>
            </c:numRef>
          </c:xVal>
          <c:yVal>
            <c:numRef>
              <c:f>'[altura sensor ultrasonico (3).xlsx]Hoja1'!$B$105:$B$115</c:f>
              <c:numCache>
                <c:formatCode>General</c:formatCode>
                <c:ptCount val="11"/>
                <c:pt idx="0">
                  <c:v>0.9</c:v>
                </c:pt>
                <c:pt idx="1">
                  <c:v>1.68</c:v>
                </c:pt>
                <c:pt idx="2">
                  <c:v>1.79</c:v>
                </c:pt>
                <c:pt idx="3">
                  <c:v>1.82</c:v>
                </c:pt>
                <c:pt idx="4">
                  <c:v>1.85</c:v>
                </c:pt>
                <c:pt idx="5">
                  <c:v>1.93</c:v>
                </c:pt>
                <c:pt idx="6">
                  <c:v>2.08</c:v>
                </c:pt>
                <c:pt idx="7">
                  <c:v>2.2599999999999998</c:v>
                </c:pt>
                <c:pt idx="8">
                  <c:v>2.4700000000000002</c:v>
                </c:pt>
                <c:pt idx="9">
                  <c:v>2.75</c:v>
                </c:pt>
                <c:pt idx="10">
                  <c:v>2.95</c:v>
                </c:pt>
              </c:numCache>
            </c:numRef>
          </c:yVal>
          <c:smooth val="1"/>
          <c:extLst>
            <c:ext xmlns:c16="http://schemas.microsoft.com/office/drawing/2014/chart" uri="{C3380CC4-5D6E-409C-BE32-E72D297353CC}">
              <c16:uniqueId val="{00000000-C3C1-47F3-85A8-631F0B73E2E6}"/>
            </c:ext>
          </c:extLst>
        </c:ser>
        <c:dLbls>
          <c:showLegendKey val="0"/>
          <c:showVal val="0"/>
          <c:showCatName val="0"/>
          <c:showSerName val="0"/>
          <c:showPercent val="0"/>
          <c:showBubbleSize val="0"/>
        </c:dLbls>
        <c:axId val="583169680"/>
        <c:axId val="583171360"/>
      </c:scatterChart>
      <c:valAx>
        <c:axId val="583169680"/>
        <c:scaling>
          <c:orientation val="minMax"/>
        </c:scaling>
        <c:delete val="0"/>
        <c:axPos val="b"/>
        <c:majorGridlines>
          <c:spPr>
            <a:ln>
              <a:solidFill>
                <a:srgbClr val="B7B7B7"/>
              </a:solidFill>
            </a:ln>
          </c:spPr>
        </c:majorGridlines>
        <c:minorGridlines>
          <c:spPr>
            <a:ln>
              <a:solidFill>
                <a:srgbClr val="CCCCCC">
                  <a:alpha val="0"/>
                </a:srgbClr>
              </a:solidFill>
            </a:ln>
          </c:spPr>
        </c:minorGridlines>
        <c:title>
          <c:tx>
            <c:rich>
              <a:bodyPr/>
              <a:lstStyle/>
              <a:p>
                <a:pPr lvl="0">
                  <a:defRPr b="0">
                    <a:solidFill>
                      <a:srgbClr val="000000"/>
                    </a:solidFill>
                    <a:latin typeface="+mn-lt"/>
                  </a:defRPr>
                </a:pPr>
                <a:r>
                  <a:rPr lang="en-US" b="0">
                    <a:solidFill>
                      <a:srgbClr val="000000"/>
                    </a:solidFill>
                    <a:latin typeface="+mn-lt"/>
                  </a:rPr>
                  <a:t>FRECUENCIA</a:t>
                </a:r>
              </a:p>
            </c:rich>
          </c:tx>
          <c:overlay val="0"/>
        </c:title>
        <c:numFmt formatCode="General" sourceLinked="1"/>
        <c:majorTickMark val="none"/>
        <c:minorTickMark val="none"/>
        <c:tickLblPos val="nextTo"/>
        <c:spPr>
          <a:ln/>
        </c:spPr>
        <c:txPr>
          <a:bodyPr/>
          <a:lstStyle/>
          <a:p>
            <a:pPr lvl="0">
              <a:defRPr b="0">
                <a:solidFill>
                  <a:srgbClr val="000000"/>
                </a:solidFill>
                <a:latin typeface="+mn-lt"/>
              </a:defRPr>
            </a:pPr>
            <a:endParaRPr lang="es-BO"/>
          </a:p>
        </c:txPr>
        <c:crossAx val="583171360"/>
        <c:crosses val="autoZero"/>
        <c:crossBetween val="midCat"/>
      </c:valAx>
      <c:valAx>
        <c:axId val="583171360"/>
        <c:scaling>
          <c:orientation val="minMax"/>
        </c:scaling>
        <c:delete val="0"/>
        <c:axPos val="l"/>
        <c:majorGridlines>
          <c:spPr>
            <a:ln>
              <a:solidFill>
                <a:srgbClr val="B7B7B7"/>
              </a:solidFill>
            </a:ln>
          </c:spPr>
        </c:majorGridlines>
        <c:minorGridlines>
          <c:spPr>
            <a:ln>
              <a:solidFill>
                <a:srgbClr val="CCCCCC">
                  <a:alpha val="0"/>
                </a:srgbClr>
              </a:solidFill>
            </a:ln>
          </c:spPr>
        </c:minorGridlines>
        <c:title>
          <c:tx>
            <c:rich>
              <a:bodyPr/>
              <a:lstStyle/>
              <a:p>
                <a:pPr lvl="0">
                  <a:defRPr b="0">
                    <a:solidFill>
                      <a:srgbClr val="000000"/>
                    </a:solidFill>
                    <a:latin typeface="+mn-lt"/>
                  </a:defRPr>
                </a:pPr>
                <a:r>
                  <a:rPr lang="en-US" b="0">
                    <a:solidFill>
                      <a:srgbClr val="000000"/>
                    </a:solidFill>
                    <a:latin typeface="+mn-lt"/>
                  </a:rPr>
                  <a:t>CORRIENTE(SIN AGUA)</a:t>
                </a:r>
              </a:p>
            </c:rich>
          </c:tx>
          <c:overlay val="0"/>
        </c:title>
        <c:numFmt formatCode="General" sourceLinked="1"/>
        <c:majorTickMark val="none"/>
        <c:minorTickMark val="none"/>
        <c:tickLblPos val="nextTo"/>
        <c:spPr>
          <a:ln/>
        </c:spPr>
        <c:txPr>
          <a:bodyPr/>
          <a:lstStyle/>
          <a:p>
            <a:pPr lvl="0">
              <a:defRPr b="0">
                <a:solidFill>
                  <a:srgbClr val="000000"/>
                </a:solidFill>
                <a:latin typeface="+mn-lt"/>
              </a:defRPr>
            </a:pPr>
            <a:endParaRPr lang="es-BO"/>
          </a:p>
        </c:txPr>
        <c:crossAx val="583169680"/>
        <c:crosses val="autoZero"/>
        <c:crossBetween val="midCat"/>
      </c:valAx>
    </c:plotArea>
    <c:legend>
      <c:legendPos val="r"/>
      <c:overlay val="0"/>
      <c:txPr>
        <a:bodyPr/>
        <a:lstStyle/>
        <a:p>
          <a:pPr lvl="0">
            <a:defRPr b="0">
              <a:solidFill>
                <a:srgbClr val="1A1A1A"/>
              </a:solidFill>
              <a:latin typeface="+mn-lt"/>
            </a:defRPr>
          </a:pPr>
          <a:endParaRPr lang="es-BO"/>
        </a:p>
      </c:txPr>
    </c:legend>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BO"/>
        </a:p>
      </c:txPr>
    </c:title>
    <c:autoTitleDeleted val="0"/>
    <c:plotArea>
      <c:layout/>
      <c:scatterChart>
        <c:scatterStyle val="smoothMarker"/>
        <c:varyColors val="0"/>
        <c:ser>
          <c:idx val="0"/>
          <c:order val="0"/>
          <c:tx>
            <c:strRef>
              <c:f>'[altura sensor ultrasonico (3).xlsx]Hoja1'!$B$40</c:f>
              <c:strCache>
                <c:ptCount val="1"/>
                <c:pt idx="0">
                  <c:v>CORRIENTE[Ma]</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trendlineLbl>
          </c:trendline>
          <c:xVal>
            <c:numRef>
              <c:f>'[altura sensor ultrasonico (3).xlsx]Hoja1'!$A$41:$A$49</c:f>
              <c:numCache>
                <c:formatCode>General</c:formatCode>
                <c:ptCount val="9"/>
                <c:pt idx="0">
                  <c:v>0</c:v>
                </c:pt>
                <c:pt idx="1">
                  <c:v>5</c:v>
                </c:pt>
                <c:pt idx="2">
                  <c:v>10</c:v>
                </c:pt>
                <c:pt idx="3">
                  <c:v>15</c:v>
                </c:pt>
                <c:pt idx="4">
                  <c:v>20</c:v>
                </c:pt>
                <c:pt idx="5">
                  <c:v>25</c:v>
                </c:pt>
                <c:pt idx="6">
                  <c:v>30</c:v>
                </c:pt>
                <c:pt idx="7">
                  <c:v>35</c:v>
                </c:pt>
                <c:pt idx="8">
                  <c:v>40</c:v>
                </c:pt>
              </c:numCache>
            </c:numRef>
          </c:xVal>
          <c:yVal>
            <c:numRef>
              <c:f>'[altura sensor ultrasonico (3).xlsx]Hoja1'!$B$41:$B$49</c:f>
              <c:numCache>
                <c:formatCode>General</c:formatCode>
                <c:ptCount val="9"/>
                <c:pt idx="0">
                  <c:v>3.8</c:v>
                </c:pt>
                <c:pt idx="1">
                  <c:v>4.2</c:v>
                </c:pt>
                <c:pt idx="2">
                  <c:v>4.2</c:v>
                </c:pt>
                <c:pt idx="3">
                  <c:v>4.7</c:v>
                </c:pt>
                <c:pt idx="4">
                  <c:v>5.19</c:v>
                </c:pt>
                <c:pt idx="5">
                  <c:v>5.4</c:v>
                </c:pt>
                <c:pt idx="6">
                  <c:v>5.8</c:v>
                </c:pt>
                <c:pt idx="7">
                  <c:v>6.3</c:v>
                </c:pt>
                <c:pt idx="8">
                  <c:v>6.72</c:v>
                </c:pt>
              </c:numCache>
            </c:numRef>
          </c:yVal>
          <c:smooth val="1"/>
          <c:extLst>
            <c:ext xmlns:c16="http://schemas.microsoft.com/office/drawing/2014/chart" uri="{C3380CC4-5D6E-409C-BE32-E72D297353CC}">
              <c16:uniqueId val="{00000000-229E-4ABB-99FE-56B7C0E16DD9}"/>
            </c:ext>
          </c:extLst>
        </c:ser>
        <c:dLbls>
          <c:showLegendKey val="0"/>
          <c:showVal val="0"/>
          <c:showCatName val="0"/>
          <c:showSerName val="0"/>
          <c:showPercent val="0"/>
          <c:showBubbleSize val="0"/>
        </c:dLbls>
        <c:axId val="470858528"/>
        <c:axId val="470857216"/>
      </c:scatterChart>
      <c:valAx>
        <c:axId val="470858528"/>
        <c:scaling>
          <c:orientation val="minMax"/>
        </c:scaling>
        <c:delete val="0"/>
        <c:axPos val="b"/>
        <c:title>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470857216"/>
        <c:crosses val="autoZero"/>
        <c:crossBetween val="midCat"/>
      </c:valAx>
      <c:valAx>
        <c:axId val="47085721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47085852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BO"/>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s-BO" dirty="0"/>
              <a:t>TC</a:t>
            </a:r>
          </a:p>
        </c:rich>
      </c:tx>
      <c:overlay val="0"/>
    </c:title>
    <c:autoTitleDeleted val="0"/>
    <c:plotArea>
      <c:layout/>
      <c:scatterChart>
        <c:scatterStyle val="lineMarker"/>
        <c:varyColors val="0"/>
        <c:ser>
          <c:idx val="0"/>
          <c:order val="0"/>
          <c:spPr>
            <a:ln>
              <a:noFill/>
            </a:ln>
          </c:spPr>
          <c:marker>
            <c:symbol val="circle"/>
            <c:size val="7"/>
            <c:spPr>
              <a:solidFill>
                <a:schemeClr val="accent1"/>
              </a:solidFill>
              <a:ln cmpd="sng">
                <a:solidFill>
                  <a:schemeClr val="accent1"/>
                </a:solidFill>
              </a:ln>
            </c:spPr>
          </c:marker>
          <c:trendline>
            <c:trendlineType val="linear"/>
            <c:dispRSqr val="1"/>
            <c:dispEq val="1"/>
            <c:trendlineLbl>
              <c:numFmt formatCode="General" sourceLinked="0"/>
            </c:trendlineLbl>
          </c:trendline>
          <c:xVal>
            <c:numRef>
              <c:f>'[altura sensor ultrasonico (3).xlsx]Hoja1'!$B$68:$B$81</c:f>
              <c:numCache>
                <c:formatCode>General</c:formatCode>
                <c:ptCount val="14"/>
                <c:pt idx="0">
                  <c:v>26</c:v>
                </c:pt>
                <c:pt idx="1">
                  <c:v>30</c:v>
                </c:pt>
                <c:pt idx="2">
                  <c:v>46</c:v>
                </c:pt>
                <c:pt idx="3">
                  <c:v>64</c:v>
                </c:pt>
                <c:pt idx="4">
                  <c:v>78</c:v>
                </c:pt>
                <c:pt idx="5">
                  <c:v>97</c:v>
                </c:pt>
                <c:pt idx="6">
                  <c:v>109</c:v>
                </c:pt>
                <c:pt idx="7">
                  <c:v>124</c:v>
                </c:pt>
                <c:pt idx="8">
                  <c:v>137</c:v>
                </c:pt>
                <c:pt idx="9">
                  <c:v>150</c:v>
                </c:pt>
                <c:pt idx="10">
                  <c:v>172</c:v>
                </c:pt>
                <c:pt idx="11">
                  <c:v>182</c:v>
                </c:pt>
                <c:pt idx="12">
                  <c:v>190</c:v>
                </c:pt>
                <c:pt idx="13">
                  <c:v>200</c:v>
                </c:pt>
              </c:numCache>
            </c:numRef>
          </c:xVal>
          <c:yVal>
            <c:numRef>
              <c:f>'[altura sensor ultrasonico (3).xlsx]Hoja1'!$C$68:$C$81</c:f>
              <c:numCache>
                <c:formatCode>General</c:formatCode>
                <c:ptCount val="14"/>
                <c:pt idx="0">
                  <c:v>0</c:v>
                </c:pt>
                <c:pt idx="1">
                  <c:v>0.1</c:v>
                </c:pt>
                <c:pt idx="2">
                  <c:v>0.1</c:v>
                </c:pt>
                <c:pt idx="3">
                  <c:v>0.3</c:v>
                </c:pt>
                <c:pt idx="4">
                  <c:v>0.6</c:v>
                </c:pt>
                <c:pt idx="5">
                  <c:v>0.8</c:v>
                </c:pt>
                <c:pt idx="6">
                  <c:v>1</c:v>
                </c:pt>
                <c:pt idx="7">
                  <c:v>1.3</c:v>
                </c:pt>
                <c:pt idx="8">
                  <c:v>1.4</c:v>
                </c:pt>
                <c:pt idx="9">
                  <c:v>1.7</c:v>
                </c:pt>
                <c:pt idx="10">
                  <c:v>2.2000000000000002</c:v>
                </c:pt>
                <c:pt idx="11">
                  <c:v>2.2999999999999998</c:v>
                </c:pt>
                <c:pt idx="12">
                  <c:v>2.4</c:v>
                </c:pt>
                <c:pt idx="13">
                  <c:v>2.5</c:v>
                </c:pt>
              </c:numCache>
            </c:numRef>
          </c:yVal>
          <c:smooth val="1"/>
          <c:extLst>
            <c:ext xmlns:c16="http://schemas.microsoft.com/office/drawing/2014/chart" uri="{C3380CC4-5D6E-409C-BE32-E72D297353CC}">
              <c16:uniqueId val="{00000000-DB32-4ED8-BFC8-8C53D267FB84}"/>
            </c:ext>
          </c:extLst>
        </c:ser>
        <c:dLbls>
          <c:showLegendKey val="0"/>
          <c:showVal val="0"/>
          <c:showCatName val="0"/>
          <c:showSerName val="0"/>
          <c:showPercent val="0"/>
          <c:showBubbleSize val="0"/>
        </c:dLbls>
        <c:axId val="410791568"/>
        <c:axId val="471543864"/>
      </c:scatterChart>
      <c:valAx>
        <c:axId val="410791568"/>
        <c:scaling>
          <c:orientation val="minMax"/>
        </c:scaling>
        <c:delete val="0"/>
        <c:axPos val="b"/>
        <c:title>
          <c:tx>
            <c:rich>
              <a:bodyPr/>
              <a:lstStyle/>
              <a:p>
                <a:pPr lvl="0">
                  <a:defRPr b="0">
                    <a:solidFill>
                      <a:srgbClr val="000000"/>
                    </a:solidFill>
                    <a:latin typeface="+mn-lt"/>
                  </a:defRPr>
                </a:pPr>
                <a:endParaRPr lang="en-US"/>
              </a:p>
            </c:rich>
          </c:tx>
          <c:overlay val="0"/>
        </c:title>
        <c:numFmt formatCode="General" sourceLinked="1"/>
        <c:majorTickMark val="out"/>
        <c:minorTickMark val="none"/>
        <c:tickLblPos val="nextTo"/>
        <c:spPr>
          <a:ln/>
        </c:spPr>
        <c:txPr>
          <a:bodyPr/>
          <a:lstStyle/>
          <a:p>
            <a:pPr lvl="0">
              <a:defRPr b="0">
                <a:solidFill>
                  <a:srgbClr val="000000"/>
                </a:solidFill>
                <a:latin typeface="+mn-lt"/>
              </a:defRPr>
            </a:pPr>
            <a:endParaRPr lang="es-BO"/>
          </a:p>
        </c:txPr>
        <c:crossAx val="471543864"/>
        <c:crosses val="autoZero"/>
        <c:crossBetween val="midCat"/>
      </c:valAx>
      <c:valAx>
        <c:axId val="471543864"/>
        <c:scaling>
          <c:orientation val="minMax"/>
        </c:scaling>
        <c:delete val="0"/>
        <c:axPos val="l"/>
        <c:majorGridlines>
          <c:spPr>
            <a:ln>
              <a:solidFill>
                <a:srgbClr val="B7B7B7"/>
              </a:solidFill>
            </a:ln>
          </c:spPr>
        </c:majorGridlines>
        <c:minorGridlines/>
        <c:title>
          <c:tx>
            <c:rich>
              <a:bodyPr/>
              <a:lstStyle/>
              <a:p>
                <a:pPr lvl="0">
                  <a:defRPr b="0">
                    <a:solidFill>
                      <a:srgbClr val="000000"/>
                    </a:solidFill>
                    <a:latin typeface="+mn-lt"/>
                  </a:defRPr>
                </a:pPr>
                <a:endParaRPr lang="en-US"/>
              </a:p>
            </c:rich>
          </c:tx>
          <c:overlay val="0"/>
        </c:title>
        <c:numFmt formatCode="General" sourceLinked="1"/>
        <c:majorTickMark val="out"/>
        <c:minorTickMark val="none"/>
        <c:tickLblPos val="nextTo"/>
        <c:spPr>
          <a:ln/>
        </c:spPr>
        <c:txPr>
          <a:bodyPr/>
          <a:lstStyle/>
          <a:p>
            <a:pPr lvl="0">
              <a:defRPr b="0">
                <a:solidFill>
                  <a:srgbClr val="000000"/>
                </a:solidFill>
                <a:latin typeface="+mn-lt"/>
              </a:defRPr>
            </a:pPr>
            <a:endParaRPr lang="es-BO"/>
          </a:p>
        </c:txPr>
        <c:crossAx val="410791568"/>
        <c:crosses val="autoZero"/>
        <c:crossBetween val="midCat"/>
      </c:valAx>
    </c:plotArea>
    <c:plotVisOnly val="1"/>
    <c:dispBlanksAs val="zero"/>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s-BO" dirty="0"/>
              <a:t>RTD</a:t>
            </a:r>
          </a:p>
        </c:rich>
      </c:tx>
      <c:overlay val="0"/>
    </c:title>
    <c:autoTitleDeleted val="0"/>
    <c:plotArea>
      <c:layout/>
      <c:scatterChart>
        <c:scatterStyle val="lineMarker"/>
        <c:varyColors val="0"/>
        <c:ser>
          <c:idx val="0"/>
          <c:order val="0"/>
          <c:spPr>
            <a:ln>
              <a:noFill/>
            </a:ln>
          </c:spPr>
          <c:marker>
            <c:symbol val="circle"/>
            <c:size val="7"/>
            <c:spPr>
              <a:solidFill>
                <a:schemeClr val="accent1"/>
              </a:solidFill>
              <a:ln cmpd="sng">
                <a:solidFill>
                  <a:schemeClr val="accent1"/>
                </a:solidFill>
              </a:ln>
            </c:spPr>
          </c:marker>
          <c:trendline>
            <c:trendlineType val="linear"/>
            <c:dispRSqr val="1"/>
            <c:dispEq val="1"/>
            <c:trendlineLbl>
              <c:layout>
                <c:manualLayout>
                  <c:x val="-2.9369395643408694E-2"/>
                  <c:y val="-4.2124322512474582E-2"/>
                </c:manualLayout>
              </c:layout>
              <c:numFmt formatCode="General" sourceLinked="0"/>
            </c:trendlineLbl>
          </c:trendline>
          <c:xVal>
            <c:numRef>
              <c:f>'[altura sensor ultrasonico (3).xlsx]Hoja1'!$E$68:$E$82</c:f>
              <c:numCache>
                <c:formatCode>General</c:formatCode>
                <c:ptCount val="15"/>
                <c:pt idx="0">
                  <c:v>44</c:v>
                </c:pt>
                <c:pt idx="1">
                  <c:v>71.400000000000006</c:v>
                </c:pt>
                <c:pt idx="2">
                  <c:v>87.5</c:v>
                </c:pt>
                <c:pt idx="3">
                  <c:v>92.9</c:v>
                </c:pt>
                <c:pt idx="4">
                  <c:v>98.7</c:v>
                </c:pt>
                <c:pt idx="5">
                  <c:v>104.1</c:v>
                </c:pt>
                <c:pt idx="6">
                  <c:v>110.8</c:v>
                </c:pt>
                <c:pt idx="7">
                  <c:v>131.80000000000001</c:v>
                </c:pt>
                <c:pt idx="8">
                  <c:v>134.5</c:v>
                </c:pt>
                <c:pt idx="9">
                  <c:v>150.1</c:v>
                </c:pt>
                <c:pt idx="10">
                  <c:v>154.9</c:v>
                </c:pt>
                <c:pt idx="11">
                  <c:v>159.30000000000001</c:v>
                </c:pt>
                <c:pt idx="12">
                  <c:v>167.7</c:v>
                </c:pt>
                <c:pt idx="13">
                  <c:v>170.5</c:v>
                </c:pt>
                <c:pt idx="14">
                  <c:v>179.1</c:v>
                </c:pt>
              </c:numCache>
            </c:numRef>
          </c:xVal>
          <c:yVal>
            <c:numRef>
              <c:f>'[altura sensor ultrasonico (3).xlsx]Hoja1'!$F$68:$F$82</c:f>
              <c:numCache>
                <c:formatCode>General</c:formatCode>
                <c:ptCount val="15"/>
                <c:pt idx="0">
                  <c:v>118</c:v>
                </c:pt>
                <c:pt idx="1">
                  <c:v>127.8</c:v>
                </c:pt>
                <c:pt idx="2">
                  <c:v>134.6</c:v>
                </c:pt>
                <c:pt idx="3">
                  <c:v>136.4</c:v>
                </c:pt>
                <c:pt idx="4">
                  <c:v>138.6</c:v>
                </c:pt>
                <c:pt idx="5">
                  <c:v>141</c:v>
                </c:pt>
                <c:pt idx="6">
                  <c:v>142.80000000000001</c:v>
                </c:pt>
                <c:pt idx="7">
                  <c:v>150.9</c:v>
                </c:pt>
                <c:pt idx="8">
                  <c:v>151.6</c:v>
                </c:pt>
                <c:pt idx="9">
                  <c:v>157.69999999999999</c:v>
                </c:pt>
                <c:pt idx="10">
                  <c:v>158.9</c:v>
                </c:pt>
                <c:pt idx="11">
                  <c:v>160.19999999999999</c:v>
                </c:pt>
                <c:pt idx="12">
                  <c:v>163.69999999999999</c:v>
                </c:pt>
                <c:pt idx="13">
                  <c:v>164</c:v>
                </c:pt>
                <c:pt idx="14">
                  <c:v>168.7</c:v>
                </c:pt>
              </c:numCache>
            </c:numRef>
          </c:yVal>
          <c:smooth val="1"/>
          <c:extLst>
            <c:ext xmlns:c16="http://schemas.microsoft.com/office/drawing/2014/chart" uri="{C3380CC4-5D6E-409C-BE32-E72D297353CC}">
              <c16:uniqueId val="{00000000-BDCA-47EE-9266-5E842A86AAD0}"/>
            </c:ext>
          </c:extLst>
        </c:ser>
        <c:dLbls>
          <c:showLegendKey val="0"/>
          <c:showVal val="0"/>
          <c:showCatName val="0"/>
          <c:showSerName val="0"/>
          <c:showPercent val="0"/>
          <c:showBubbleSize val="0"/>
        </c:dLbls>
        <c:axId val="1302641363"/>
        <c:axId val="968169829"/>
      </c:scatterChart>
      <c:valAx>
        <c:axId val="1302641363"/>
        <c:scaling>
          <c:orientation val="minMax"/>
        </c:scaling>
        <c:delete val="0"/>
        <c:axPos val="b"/>
        <c:title>
          <c:tx>
            <c:rich>
              <a:bodyPr/>
              <a:lstStyle/>
              <a:p>
                <a:pPr>
                  <a:defRPr/>
                </a:pPr>
                <a:r>
                  <a:rPr lang="es-BO" dirty="0"/>
                  <a:t>Temperatura °C</a:t>
                </a:r>
              </a:p>
            </c:rich>
          </c:tx>
          <c:overlay val="0"/>
        </c:title>
        <c:numFmt formatCode="General" sourceLinked="1"/>
        <c:majorTickMark val="out"/>
        <c:minorTickMark val="none"/>
        <c:tickLblPos val="nextTo"/>
        <c:spPr>
          <a:ln/>
        </c:spPr>
        <c:txPr>
          <a:bodyPr/>
          <a:lstStyle/>
          <a:p>
            <a:pPr lvl="0">
              <a:defRPr b="0">
                <a:solidFill>
                  <a:srgbClr val="000000"/>
                </a:solidFill>
                <a:latin typeface="+mn-lt"/>
              </a:defRPr>
            </a:pPr>
            <a:endParaRPr lang="es-BO"/>
          </a:p>
        </c:txPr>
        <c:crossAx val="968169829"/>
        <c:crosses val="autoZero"/>
        <c:crossBetween val="midCat"/>
      </c:valAx>
      <c:valAx>
        <c:axId val="968169829"/>
        <c:scaling>
          <c:orientation val="minMax"/>
        </c:scaling>
        <c:delete val="0"/>
        <c:axPos val="l"/>
        <c:majorGridlines>
          <c:spPr>
            <a:ln>
              <a:solidFill>
                <a:srgbClr val="B7B7B7"/>
              </a:solidFill>
            </a:ln>
          </c:spPr>
        </c:majorGridlines>
        <c:minorGridlines>
          <c:spPr>
            <a:ln>
              <a:solidFill>
                <a:srgbClr val="CCCCCC">
                  <a:alpha val="0"/>
                </a:srgbClr>
              </a:solidFill>
            </a:ln>
          </c:spPr>
        </c:minorGridlines>
        <c:title>
          <c:tx>
            <c:rich>
              <a:bodyPr/>
              <a:lstStyle/>
              <a:p>
                <a:pPr>
                  <a:defRPr/>
                </a:pPr>
                <a:r>
                  <a:rPr lang="es-BO" dirty="0"/>
                  <a:t>Resistencia</a:t>
                </a:r>
                <a:r>
                  <a:rPr lang="es-BO" baseline="0" dirty="0"/>
                  <a:t> [</a:t>
                </a:r>
                <a:r>
                  <a:rPr lang="el-GR" sz="1000" b="1" i="0" u="none" strike="noStrike" kern="1200" baseline="0" dirty="0">
                    <a:solidFill>
                      <a:srgbClr val="000000"/>
                    </a:solidFill>
                    <a:effectLst/>
                  </a:rPr>
                  <a:t>Ω</a:t>
                </a:r>
                <a:r>
                  <a:rPr lang="es-BO" baseline="0" dirty="0"/>
                  <a:t>]</a:t>
                </a:r>
                <a:endParaRPr lang="es-BO" dirty="0"/>
              </a:p>
            </c:rich>
          </c:tx>
          <c:overlay val="0"/>
        </c:title>
        <c:numFmt formatCode="General" sourceLinked="1"/>
        <c:majorTickMark val="out"/>
        <c:minorTickMark val="none"/>
        <c:tickLblPos val="nextTo"/>
        <c:spPr>
          <a:ln/>
        </c:spPr>
        <c:txPr>
          <a:bodyPr/>
          <a:lstStyle/>
          <a:p>
            <a:pPr lvl="0">
              <a:defRPr b="0">
                <a:solidFill>
                  <a:srgbClr val="000000"/>
                </a:solidFill>
                <a:latin typeface="+mn-lt"/>
              </a:defRPr>
            </a:pPr>
            <a:endParaRPr lang="es-BO"/>
          </a:p>
        </c:txPr>
        <c:crossAx val="1302641363"/>
        <c:crosses val="autoZero"/>
        <c:crossBetween val="midCat"/>
      </c:valAx>
    </c:plotArea>
    <c:plotVisOnly val="1"/>
    <c:dispBlanksAs val="zero"/>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BO"/>
        </a:p>
      </c:txPr>
    </c:title>
    <c:autoTitleDeleted val="0"/>
    <c:plotArea>
      <c:layout/>
      <c:scatterChart>
        <c:scatterStyle val="smoothMarker"/>
        <c:varyColors val="0"/>
        <c:ser>
          <c:idx val="0"/>
          <c:order val="0"/>
          <c:tx>
            <c:strRef>
              <c:f>'[altura sensor ultrasonico (1).xlsx]Hoja1'!$C$3</c:f>
              <c:strCache>
                <c:ptCount val="1"/>
                <c:pt idx="0">
                  <c:v>corriente</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trendlineLbl>
          </c:trendline>
          <c:xVal>
            <c:numRef>
              <c:f>'[altura sensor ultrasonico (1).xlsx]Hoja1'!$B$4:$B$11</c:f>
              <c:numCache>
                <c:formatCode>General</c:formatCode>
                <c:ptCount val="8"/>
                <c:pt idx="0">
                  <c:v>20</c:v>
                </c:pt>
                <c:pt idx="1">
                  <c:v>25</c:v>
                </c:pt>
                <c:pt idx="2">
                  <c:v>30</c:v>
                </c:pt>
                <c:pt idx="3">
                  <c:v>35</c:v>
                </c:pt>
                <c:pt idx="4">
                  <c:v>40</c:v>
                </c:pt>
                <c:pt idx="5">
                  <c:v>45</c:v>
                </c:pt>
                <c:pt idx="6">
                  <c:v>50</c:v>
                </c:pt>
                <c:pt idx="7">
                  <c:v>55</c:v>
                </c:pt>
              </c:numCache>
            </c:numRef>
          </c:xVal>
          <c:yVal>
            <c:numRef>
              <c:f>'[altura sensor ultrasonico (1).xlsx]Hoja1'!$C$4:$C$11</c:f>
              <c:numCache>
                <c:formatCode>General</c:formatCode>
                <c:ptCount val="8"/>
                <c:pt idx="0">
                  <c:v>19.100000000000001</c:v>
                </c:pt>
                <c:pt idx="1">
                  <c:v>17.100000000000001</c:v>
                </c:pt>
                <c:pt idx="2">
                  <c:v>15.1</c:v>
                </c:pt>
                <c:pt idx="3">
                  <c:v>13</c:v>
                </c:pt>
                <c:pt idx="4">
                  <c:v>10.9</c:v>
                </c:pt>
                <c:pt idx="5">
                  <c:v>8.8000000000000007</c:v>
                </c:pt>
                <c:pt idx="6">
                  <c:v>6.8</c:v>
                </c:pt>
                <c:pt idx="7">
                  <c:v>4.8</c:v>
                </c:pt>
              </c:numCache>
            </c:numRef>
          </c:yVal>
          <c:smooth val="1"/>
          <c:extLst>
            <c:ext xmlns:c16="http://schemas.microsoft.com/office/drawing/2014/chart" uri="{C3380CC4-5D6E-409C-BE32-E72D297353CC}">
              <c16:uniqueId val="{00000000-7B53-4D58-B789-587A3CA91148}"/>
            </c:ext>
          </c:extLst>
        </c:ser>
        <c:dLbls>
          <c:showLegendKey val="0"/>
          <c:showVal val="0"/>
          <c:showCatName val="0"/>
          <c:showSerName val="0"/>
          <c:showPercent val="0"/>
          <c:showBubbleSize val="0"/>
        </c:dLbls>
        <c:axId val="515411584"/>
        <c:axId val="515410272"/>
      </c:scatterChart>
      <c:valAx>
        <c:axId val="515411584"/>
        <c:scaling>
          <c:orientation val="minMax"/>
        </c:scaling>
        <c:delete val="0"/>
        <c:axPos val="b"/>
        <c:title>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515410272"/>
        <c:crosses val="autoZero"/>
        <c:crossBetween val="midCat"/>
      </c:valAx>
      <c:valAx>
        <c:axId val="51541027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51541158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BO"/>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199504255175785"/>
          <c:y val="4.8036999148950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BO"/>
        </a:p>
      </c:txPr>
    </c:title>
    <c:autoTitleDeleted val="0"/>
    <c:plotArea>
      <c:layout/>
      <c:scatterChart>
        <c:scatterStyle val="smooth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0"/>
            <c:dispEq val="1"/>
            <c:trendlineLbl>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trendlineLbl>
          </c:trendline>
          <c:xVal>
            <c:numRef>
              <c:f>'[altura sensor ultrasonico (1).xlsx]Hoja1'!$A$23:$A$33</c:f>
              <c:numCache>
                <c:formatCode>General</c:formatCode>
                <c:ptCount val="11"/>
                <c:pt idx="0">
                  <c:v>0</c:v>
                </c:pt>
                <c:pt idx="1">
                  <c:v>5</c:v>
                </c:pt>
                <c:pt idx="2">
                  <c:v>10</c:v>
                </c:pt>
                <c:pt idx="3">
                  <c:v>15</c:v>
                </c:pt>
                <c:pt idx="4">
                  <c:v>20</c:v>
                </c:pt>
                <c:pt idx="5">
                  <c:v>25</c:v>
                </c:pt>
                <c:pt idx="6">
                  <c:v>30</c:v>
                </c:pt>
                <c:pt idx="7">
                  <c:v>35</c:v>
                </c:pt>
                <c:pt idx="8">
                  <c:v>40</c:v>
                </c:pt>
                <c:pt idx="9">
                  <c:v>45</c:v>
                </c:pt>
              </c:numCache>
            </c:numRef>
          </c:xVal>
          <c:yVal>
            <c:numRef>
              <c:f>'[altura sensor ultrasonico (1).xlsx]Hoja1'!$B$23:$B$33</c:f>
              <c:numCache>
                <c:formatCode>General</c:formatCode>
                <c:ptCount val="11"/>
                <c:pt idx="0">
                  <c:v>3.7</c:v>
                </c:pt>
                <c:pt idx="1">
                  <c:v>5.3</c:v>
                </c:pt>
                <c:pt idx="2">
                  <c:v>7.1</c:v>
                </c:pt>
                <c:pt idx="3">
                  <c:v>9</c:v>
                </c:pt>
                <c:pt idx="4">
                  <c:v>11</c:v>
                </c:pt>
                <c:pt idx="5">
                  <c:v>12.8</c:v>
                </c:pt>
                <c:pt idx="6">
                  <c:v>14.7</c:v>
                </c:pt>
                <c:pt idx="7">
                  <c:v>16.5</c:v>
                </c:pt>
                <c:pt idx="8">
                  <c:v>18.399999999999999</c:v>
                </c:pt>
                <c:pt idx="9">
                  <c:v>19.3</c:v>
                </c:pt>
              </c:numCache>
            </c:numRef>
          </c:yVal>
          <c:smooth val="1"/>
          <c:extLst>
            <c:ext xmlns:c16="http://schemas.microsoft.com/office/drawing/2014/chart" uri="{C3380CC4-5D6E-409C-BE32-E72D297353CC}">
              <c16:uniqueId val="{00000002-0202-4F43-A368-29DE78370CD1}"/>
            </c:ext>
          </c:extLst>
        </c:ser>
        <c:dLbls>
          <c:showLegendKey val="0"/>
          <c:showVal val="0"/>
          <c:showCatName val="0"/>
          <c:showSerName val="0"/>
          <c:showPercent val="0"/>
          <c:showBubbleSize val="0"/>
        </c:dLbls>
        <c:axId val="22542223"/>
        <c:axId val="23893647"/>
      </c:scatterChart>
      <c:valAx>
        <c:axId val="2254222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23893647"/>
        <c:crosses val="autoZero"/>
        <c:crossBetween val="midCat"/>
      </c:valAx>
      <c:valAx>
        <c:axId val="238936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22542223"/>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BO"/>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dirty="0"/>
              <a:t>CAUDAL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BO"/>
        </a:p>
      </c:txPr>
    </c:title>
    <c:autoTitleDeleted val="0"/>
    <c:plotArea>
      <c:layout/>
      <c:scatterChart>
        <c:scatterStyle val="smoothMarker"/>
        <c:varyColors val="0"/>
        <c:ser>
          <c:idx val="0"/>
          <c:order val="0"/>
          <c:tx>
            <c:strRef>
              <c:f>'[altura sensor ultrasonico (3).xlsx]Hoja1'!$B$54</c:f>
              <c:strCache>
                <c:ptCount val="1"/>
                <c:pt idx="0">
                  <c:v>caudal</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trendlineLbl>
          </c:trendline>
          <c:xVal>
            <c:numRef>
              <c:f>'[altura sensor ultrasonico (3).xlsx]Hoja1'!$A$55:$A$64</c:f>
              <c:numCache>
                <c:formatCode>General</c:formatCode>
                <c:ptCount val="10"/>
                <c:pt idx="0">
                  <c:v>99.7</c:v>
                </c:pt>
                <c:pt idx="1">
                  <c:v>110.5</c:v>
                </c:pt>
                <c:pt idx="2">
                  <c:v>120.1</c:v>
                </c:pt>
                <c:pt idx="3">
                  <c:v>130</c:v>
                </c:pt>
                <c:pt idx="4">
                  <c:v>141.1</c:v>
                </c:pt>
                <c:pt idx="5">
                  <c:v>151.19999999999999</c:v>
                </c:pt>
                <c:pt idx="6">
                  <c:v>160</c:v>
                </c:pt>
                <c:pt idx="7">
                  <c:v>170.8</c:v>
                </c:pt>
                <c:pt idx="8">
                  <c:v>179.4</c:v>
                </c:pt>
                <c:pt idx="9">
                  <c:v>190.9</c:v>
                </c:pt>
              </c:numCache>
            </c:numRef>
          </c:xVal>
          <c:yVal>
            <c:numRef>
              <c:f>'[altura sensor ultrasonico (3).xlsx]Hoja1'!$B$55:$B$64</c:f>
              <c:numCache>
                <c:formatCode>General</c:formatCode>
                <c:ptCount val="10"/>
                <c:pt idx="0">
                  <c:v>0.14799999999999999</c:v>
                </c:pt>
                <c:pt idx="1">
                  <c:v>0.193</c:v>
                </c:pt>
                <c:pt idx="2">
                  <c:v>0.248</c:v>
                </c:pt>
                <c:pt idx="3">
                  <c:v>0.254</c:v>
                </c:pt>
                <c:pt idx="4">
                  <c:v>0.29199999999999998</c:v>
                </c:pt>
                <c:pt idx="5">
                  <c:v>0.32</c:v>
                </c:pt>
                <c:pt idx="6">
                  <c:v>0.34200000000000003</c:v>
                </c:pt>
                <c:pt idx="7">
                  <c:v>0.38900000000000001</c:v>
                </c:pt>
                <c:pt idx="8">
                  <c:v>0.41399999999999998</c:v>
                </c:pt>
                <c:pt idx="9">
                  <c:v>0.44700000000000001</c:v>
                </c:pt>
              </c:numCache>
            </c:numRef>
          </c:yVal>
          <c:smooth val="1"/>
          <c:extLst>
            <c:ext xmlns:c16="http://schemas.microsoft.com/office/drawing/2014/chart" uri="{C3380CC4-5D6E-409C-BE32-E72D297353CC}">
              <c16:uniqueId val="{00000000-4F08-46C4-BCEF-1941C0C719F0}"/>
            </c:ext>
          </c:extLst>
        </c:ser>
        <c:dLbls>
          <c:showLegendKey val="0"/>
          <c:showVal val="0"/>
          <c:showCatName val="0"/>
          <c:showSerName val="0"/>
          <c:showPercent val="0"/>
          <c:showBubbleSize val="0"/>
        </c:dLbls>
        <c:axId val="473528688"/>
        <c:axId val="473532296"/>
      </c:scatterChart>
      <c:valAx>
        <c:axId val="473528688"/>
        <c:scaling>
          <c:orientation val="minMax"/>
        </c:scaling>
        <c:delete val="0"/>
        <c:axPos val="b"/>
        <c:title>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473532296"/>
        <c:crosses val="autoZero"/>
        <c:crossBetween val="midCat"/>
      </c:valAx>
      <c:valAx>
        <c:axId val="47353229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47352868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B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4">
            <a:lumMod val="75000"/>
          </a:schemeClr>
        </a:solidFill>
      </dgm:spPr>
      <dgm:t>
        <a:bodyPr/>
        <a:lstStyle/>
        <a:p>
          <a:pPr algn="ctr" rtl="0"/>
          <a:r>
            <a:rPr lang="es-BO" sz="2000" dirty="0">
              <a:solidFill>
                <a:schemeClr val="tx1"/>
              </a:solidFill>
            </a:rPr>
            <a:t>PRINCIPO DE FUNCIONAMIENTO</a:t>
          </a:r>
        </a:p>
        <a:p>
          <a:pPr algn="just" rtl="0"/>
          <a:r>
            <a:rPr lang="es-BO" sz="2000" b="0" i="0" dirty="0"/>
            <a:t>Una bomba centrífuga es un tipo de bomba hidráulica que utiliza la fuerza centrífuga generada por un impulsor rotativo para aumentar la presión y mover fluidos.</a:t>
          </a:r>
          <a:endParaRPr lang="en-US" sz="2000" dirty="0">
            <a:solidFill>
              <a:schemeClr val="tx1"/>
            </a:solidFill>
          </a:endParaRP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a:solidFill>
              <a:schemeClr val="tx1"/>
            </a:solidFill>
          </a:endParaRPr>
        </a:p>
      </dgm:t>
    </dgm:pt>
    <dgm:pt modelId="{72118DD8-63A0-410B-8015-DEA3D6DDCE87}">
      <dgm:prSet custT="1"/>
      <dgm:spPr/>
      <dgm:t>
        <a:bodyPr/>
        <a:lstStyle/>
        <a:p>
          <a:pPr rtl="0"/>
          <a:r>
            <a:rPr lang="es-BO" sz="1800" b="0" i="0" dirty="0"/>
            <a:t>La bomba centrífuga consta de varios componentes. El impulsor es un componente clave que consta de palas curvadas que giran dentro de la carcasa de la bomba.</a:t>
          </a:r>
          <a:endParaRPr lang="en-US" sz="1800"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custT="1"/>
      <dgm:spPr/>
      <dgm:t>
        <a:bodyPr/>
        <a:lstStyle/>
        <a:p>
          <a:pPr rtl="0"/>
          <a:r>
            <a:rPr lang="es-BO" sz="2000" b="0" i="0" dirty="0"/>
            <a:t>Cuando el impulsor gira, crea una fuerza centrífuga que empuja el fluido hacia el exterior y hacia una zona de alta presión llamada difusor.</a:t>
          </a:r>
          <a:endParaRPr lang="en-US" sz="2000"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4EF2A762-D302-4043-9613-E4A3565F8A9C}">
      <dgm:prSet custT="1"/>
      <dgm:spPr/>
      <dgm:t>
        <a:bodyPr/>
        <a:lstStyle/>
        <a:p>
          <a:pPr rtl="0"/>
          <a:r>
            <a:rPr lang="es-BO" sz="2000" b="0" i="0" dirty="0"/>
            <a:t>El difusor es una estructura en forma de cono o voluta que rodea al impulsor y tiene la función de convertir la energía cinética del fluido en energía de presión.</a:t>
          </a:r>
          <a:endParaRPr lang="en-US" sz="2000"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a:solidFill>
          <a:srgbClr val="C00000">
            <a:alpha val="90000"/>
          </a:srgbClr>
        </a:solidFill>
      </dgm:spPr>
      <dgm:t>
        <a:bodyPr/>
        <a:lstStyle/>
        <a:p>
          <a:endParaRPr lang="es-ES">
            <a:solidFill>
              <a:schemeClr val="tx1"/>
            </a:solidFill>
          </a:endParaRPr>
        </a:p>
      </dgm:t>
    </dgm:pt>
    <dgm:pt modelId="{1CC70540-C5DA-4883-A6CC-BFEDF1EB2A7F}">
      <dgm:prSet custT="1"/>
      <dgm:spPr/>
      <dgm:t>
        <a:bodyPr/>
        <a:lstStyle/>
        <a:p>
          <a:pPr rtl="0"/>
          <a:r>
            <a:rPr lang="es-BO" sz="2000" b="0" i="0" dirty="0"/>
            <a:t>A medida que el fluido pasa a través del difusor, la velocidad disminuye y la presión aumenta.</a:t>
          </a:r>
          <a:endParaRPr lang="en-US" sz="2000" dirty="0">
            <a:solidFill>
              <a:schemeClr val="tx1"/>
            </a:solidFill>
          </a:endParaRPr>
        </a:p>
      </dgm:t>
    </dgm:pt>
    <dgm:pt modelId="{B05ED6B2-C195-4B67-BD43-BFDD14FA381C}" type="parTrans" cxnId="{1AAF27DE-9A2F-4952-80F2-FABC5527F786}">
      <dgm:prSet/>
      <dgm:spPr/>
      <dgm:t>
        <a:bodyPr/>
        <a:lstStyle/>
        <a:p>
          <a:endParaRPr lang="es-ES">
            <a:solidFill>
              <a:schemeClr val="tx1"/>
            </a:solidFill>
          </a:endParaRPr>
        </a:p>
      </dgm:t>
    </dgm:pt>
    <dgm:pt modelId="{23BA27FA-66F0-4816-9552-C660B1CCFFE8}" type="sibTrans" cxnId="{1AAF27DE-9A2F-4952-80F2-FABC5527F786}">
      <dgm:prSet/>
      <dgm:spPr/>
      <dgm:t>
        <a:bodyPr/>
        <a:lstStyle/>
        <a:p>
          <a:endParaRPr lang="es-ES">
            <a:solidFill>
              <a:schemeClr val="tx1"/>
            </a:solidFill>
          </a:endParaRPr>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Y="123990">
        <dgm:presLayoutVars>
          <dgm:bulletEnabled val="1"/>
        </dgm:presLayoutVars>
      </dgm:prSet>
      <dgm:spPr/>
    </dgm:pt>
    <dgm:pt modelId="{176C9AB9-268F-4542-8858-410F7980C292}" type="pres">
      <dgm:prSet presAssocID="{B7F2EA6C-38D2-4D46-8B45-4DA20E4B57E5}" presName="FiveNodes_2" presStyleLbl="node1" presStyleIdx="1" presStyleCnt="5">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80E3C203-0092-4C09-9E79-1BC452C7780F}" type="presOf" srcId="{8984B55C-3E64-439F-A595-395389D28C40}" destId="{7E23AB31-539B-489D-B54F-7FBA0C6A0891}" srcOrd="1" destOrd="0" presId="urn:microsoft.com/office/officeart/2005/8/layout/vProcess5"/>
    <dgm:cxn modelId="{76C65B06-A69D-48A9-A92A-F1C1DE18FD55}" type="presOf" srcId="{72118DD8-63A0-410B-8015-DEA3D6DDCE87}" destId="{81BCD6B2-5655-43C1-A1F2-C9D0EBC42085}" srcOrd="1" destOrd="0" presId="urn:microsoft.com/office/officeart/2005/8/layout/vProcess5"/>
    <dgm:cxn modelId="{E2EB8F07-4DE2-408A-82EF-259F2B16BA0D}" type="presOf" srcId="{72118DD8-63A0-410B-8015-DEA3D6DDCE87}" destId="{176C9AB9-268F-4542-8858-410F7980C292}" srcOrd="0" destOrd="0" presId="urn:microsoft.com/office/officeart/2005/8/layout/vProcess5"/>
    <dgm:cxn modelId="{C73A502A-1C86-4072-8E01-43BBF7A2D772}" type="presOf" srcId="{8B32B83C-3CA1-4EE5-B1CD-B4DDA01C3687}" destId="{AB1EE32B-45DD-4541-BDC7-76A8FFD50982}" srcOrd="0" destOrd="0" presId="urn:microsoft.com/office/officeart/2005/8/layout/vProcess5"/>
    <dgm:cxn modelId="{C49DA839-3AA2-43B3-9DCE-04EFEA576DBF}" type="presOf" srcId="{8984B55C-3E64-439F-A595-395389D28C40}" destId="{5F656477-0B1D-4A0D-8CFB-5088367347BE}" srcOrd="0" destOrd="0" presId="urn:microsoft.com/office/officeart/2005/8/layout/vProcess5"/>
    <dgm:cxn modelId="{285B2B73-D0EB-48DB-BF15-7301121B9472}" type="presOf" srcId="{4EF2A762-D302-4043-9613-E4A3565F8A9C}" destId="{F3EA6552-A609-4DEC-8C13-9FD1CC1A3398}" srcOrd="1"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41E82C83-647C-47E2-A23A-D93960DB0FD4}" type="presOf" srcId="{A8F00A03-FD4D-4FA6-8116-414E94A206D4}" destId="{08A01CBC-2114-4238-9CF1-00132CA1EEC6}" srcOrd="0" destOrd="0" presId="urn:microsoft.com/office/officeart/2005/8/layout/vProcess5"/>
    <dgm:cxn modelId="{BF93A799-4D53-48F3-85DA-586A855BB7E3}" type="presOf" srcId="{10653214-9EEE-46E0-BD30-408AEDC33BE7}" destId="{66379E1A-0F09-45D6-84BB-E01BD8286EAC}" srcOrd="0" destOrd="0" presId="urn:microsoft.com/office/officeart/2005/8/layout/vProcess5"/>
    <dgm:cxn modelId="{DC68919E-3E41-44F8-ABB3-BA883E505E5D}" type="presOf" srcId="{1CC70540-C5DA-4883-A6CC-BFEDF1EB2A7F}" destId="{F4C74FB0-ABBF-4F7A-BD69-8416730E4DFD}" srcOrd="1" destOrd="0" presId="urn:microsoft.com/office/officeart/2005/8/layout/vProcess5"/>
    <dgm:cxn modelId="{6D11D1A1-45D5-48FA-B0ED-FA6F0B8E7679}" srcId="{B7F2EA6C-38D2-4D46-8B45-4DA20E4B57E5}" destId="{4EF2A762-D302-4043-9613-E4A3565F8A9C}" srcOrd="3" destOrd="0" parTransId="{C246B544-9A19-4162-998C-FF4691A959E1}" sibTransId="{8B32B83C-3CA1-4EE5-B1CD-B4DDA01C3687}"/>
    <dgm:cxn modelId="{CDCFDDAD-4706-4F69-B80A-D6422253DB06}" type="presOf" srcId="{10653214-9EEE-46E0-BD30-408AEDC33BE7}" destId="{4EFE6E1B-9267-487A-8669-EC3595E5F5DA}" srcOrd="1" destOrd="0" presId="urn:microsoft.com/office/officeart/2005/8/layout/vProcess5"/>
    <dgm:cxn modelId="{45DBD5AE-3AE5-4874-A4B8-AD7CFA3104FA}" srcId="{B7F2EA6C-38D2-4D46-8B45-4DA20E4B57E5}" destId="{10653214-9EEE-46E0-BD30-408AEDC33BE7}" srcOrd="2" destOrd="0" parTransId="{27D155B1-E39B-4F39-8744-7368F7EAB810}" sibTransId="{DB5DF01F-4125-4AFA-ADC9-912F68ADE2F8}"/>
    <dgm:cxn modelId="{DAEC29C8-F2EA-419D-8148-B67E3AB78E69}" type="presOf" srcId="{1CC70540-C5DA-4883-A6CC-BFEDF1EB2A7F}" destId="{498B0189-1D5E-41B5-BCD4-B5191EB685CF}" srcOrd="0" destOrd="0" presId="urn:microsoft.com/office/officeart/2005/8/layout/vProcess5"/>
    <dgm:cxn modelId="{3FEF0BCB-4DB7-4D71-AF80-16AB6560C3BB}" type="presOf" srcId="{B7F2EA6C-38D2-4D46-8B45-4DA20E4B57E5}" destId="{8F8C2596-501D-4B69-9B89-4D5E9B51FEB0}" srcOrd="0" destOrd="0" presId="urn:microsoft.com/office/officeart/2005/8/layout/vProcess5"/>
    <dgm:cxn modelId="{F2D4CED0-3045-476F-AFDE-6E5A68672D29}" type="presOf" srcId="{4EF2A762-D302-4043-9613-E4A3565F8A9C}" destId="{D1B66F5B-4D53-492D-9743-9A11E84815BD}" srcOrd="0" destOrd="0" presId="urn:microsoft.com/office/officeart/2005/8/layout/vProcess5"/>
    <dgm:cxn modelId="{1AAF27DE-9A2F-4952-80F2-FABC5527F786}" srcId="{B7F2EA6C-38D2-4D46-8B45-4DA20E4B57E5}" destId="{1CC70540-C5DA-4883-A6CC-BFEDF1EB2A7F}" srcOrd="4" destOrd="0" parTransId="{B05ED6B2-C195-4B67-BD43-BFDD14FA381C}" sibTransId="{23BA27FA-66F0-4816-9552-C660B1CCFFE8}"/>
    <dgm:cxn modelId="{4BD1D1E3-E6E3-4E07-8AA2-FD24B0D3FBDE}" type="presOf" srcId="{85249E67-F3DF-4771-9AC1-8C6CC49CD264}" destId="{E6B5DF30-7638-4B5E-98E1-0E3FF1419B24}" srcOrd="0" destOrd="0" presId="urn:microsoft.com/office/officeart/2005/8/layout/vProcess5"/>
    <dgm:cxn modelId="{1F6C24FE-0BFE-4AC9-9672-421BC44A67D7}" type="presOf" srcId="{DB5DF01F-4125-4AFA-ADC9-912F68ADE2F8}" destId="{DF26EFB5-032F-4D55-9B0B-38F4247FE97C}" srcOrd="0" destOrd="0" presId="urn:microsoft.com/office/officeart/2005/8/layout/vProcess5"/>
    <dgm:cxn modelId="{B5C47541-4D80-4D0A-A021-35B336E1F6A0}" type="presParOf" srcId="{8F8C2596-501D-4B69-9B89-4D5E9B51FEB0}" destId="{A45610E1-C480-4BAA-B3F4-909E60ED1082}" srcOrd="0" destOrd="0" presId="urn:microsoft.com/office/officeart/2005/8/layout/vProcess5"/>
    <dgm:cxn modelId="{17C803BF-EA00-4D68-A5ED-EE86910702E2}" type="presParOf" srcId="{8F8C2596-501D-4B69-9B89-4D5E9B51FEB0}" destId="{5F656477-0B1D-4A0D-8CFB-5088367347BE}" srcOrd="1" destOrd="0" presId="urn:microsoft.com/office/officeart/2005/8/layout/vProcess5"/>
    <dgm:cxn modelId="{D5654C66-6278-456A-853B-016B6D84155D}" type="presParOf" srcId="{8F8C2596-501D-4B69-9B89-4D5E9B51FEB0}" destId="{176C9AB9-268F-4542-8858-410F7980C292}" srcOrd="2" destOrd="0" presId="urn:microsoft.com/office/officeart/2005/8/layout/vProcess5"/>
    <dgm:cxn modelId="{3DF1625F-B204-40CE-AC4D-FF1E7551BF47}" type="presParOf" srcId="{8F8C2596-501D-4B69-9B89-4D5E9B51FEB0}" destId="{66379E1A-0F09-45D6-84BB-E01BD8286EAC}" srcOrd="3" destOrd="0" presId="urn:microsoft.com/office/officeart/2005/8/layout/vProcess5"/>
    <dgm:cxn modelId="{EE6710FB-5C2E-4B7D-9E79-841F8D9AB840}" type="presParOf" srcId="{8F8C2596-501D-4B69-9B89-4D5E9B51FEB0}" destId="{D1B66F5B-4D53-492D-9743-9A11E84815BD}" srcOrd="4" destOrd="0" presId="urn:microsoft.com/office/officeart/2005/8/layout/vProcess5"/>
    <dgm:cxn modelId="{34259C26-ABD1-4D01-80A5-2ECE34FF6685}" type="presParOf" srcId="{8F8C2596-501D-4B69-9B89-4D5E9B51FEB0}" destId="{498B0189-1D5E-41B5-BCD4-B5191EB685CF}" srcOrd="5" destOrd="0" presId="urn:microsoft.com/office/officeart/2005/8/layout/vProcess5"/>
    <dgm:cxn modelId="{27E01F87-EB16-4028-B4F1-E6A923EB5172}" type="presParOf" srcId="{8F8C2596-501D-4B69-9B89-4D5E9B51FEB0}" destId="{E6B5DF30-7638-4B5E-98E1-0E3FF1419B24}" srcOrd="6" destOrd="0" presId="urn:microsoft.com/office/officeart/2005/8/layout/vProcess5"/>
    <dgm:cxn modelId="{CB65FE40-CDA2-4626-9361-3C2C9432ED58}" type="presParOf" srcId="{8F8C2596-501D-4B69-9B89-4D5E9B51FEB0}" destId="{08A01CBC-2114-4238-9CF1-00132CA1EEC6}" srcOrd="7" destOrd="0" presId="urn:microsoft.com/office/officeart/2005/8/layout/vProcess5"/>
    <dgm:cxn modelId="{C22DDB67-EABE-49D9-8C5B-65DE0168865E}" type="presParOf" srcId="{8F8C2596-501D-4B69-9B89-4D5E9B51FEB0}" destId="{DF26EFB5-032F-4D55-9B0B-38F4247FE97C}" srcOrd="8" destOrd="0" presId="urn:microsoft.com/office/officeart/2005/8/layout/vProcess5"/>
    <dgm:cxn modelId="{2EC0EC05-F785-4B4F-AFD1-DC1E1C6DC510}" type="presParOf" srcId="{8F8C2596-501D-4B69-9B89-4D5E9B51FEB0}" destId="{AB1EE32B-45DD-4541-BDC7-76A8FFD50982}" srcOrd="9" destOrd="0" presId="urn:microsoft.com/office/officeart/2005/8/layout/vProcess5"/>
    <dgm:cxn modelId="{9684193D-7AFF-4A1D-AAE8-C0E495C3B156}" type="presParOf" srcId="{8F8C2596-501D-4B69-9B89-4D5E9B51FEB0}" destId="{7E23AB31-539B-489D-B54F-7FBA0C6A0891}" srcOrd="10" destOrd="0" presId="urn:microsoft.com/office/officeart/2005/8/layout/vProcess5"/>
    <dgm:cxn modelId="{89FDAA48-30A9-4F31-ABCF-DFD80EFB7228}" type="presParOf" srcId="{8F8C2596-501D-4B69-9B89-4D5E9B51FEB0}" destId="{81BCD6B2-5655-43C1-A1F2-C9D0EBC42085}" srcOrd="11" destOrd="0" presId="urn:microsoft.com/office/officeart/2005/8/layout/vProcess5"/>
    <dgm:cxn modelId="{3A36446B-84C5-4ED2-8A27-E76424C92473}" type="presParOf" srcId="{8F8C2596-501D-4B69-9B89-4D5E9B51FEB0}" destId="{4EFE6E1B-9267-487A-8669-EC3595E5F5DA}" srcOrd="12" destOrd="0" presId="urn:microsoft.com/office/officeart/2005/8/layout/vProcess5"/>
    <dgm:cxn modelId="{44CE8514-B8EA-4665-9F35-7E6999DB61C5}" type="presParOf" srcId="{8F8C2596-501D-4B69-9B89-4D5E9B51FEB0}" destId="{F3EA6552-A609-4DEC-8C13-9FD1CC1A3398}" srcOrd="13" destOrd="0" presId="urn:microsoft.com/office/officeart/2005/8/layout/vProcess5"/>
    <dgm:cxn modelId="{6CE127EF-757D-484C-899E-52E88527B53F}"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72118DD8-63A0-410B-8015-DEA3D6DDCE87}">
      <dgm:prSet custT="1"/>
      <dgm:spPr/>
      <dgm:t>
        <a:bodyPr/>
        <a:lstStyle/>
        <a:p>
          <a:pPr rtl="0"/>
          <a:r>
            <a:rPr lang="es-BO" sz="1800" b="0" i="0" dirty="0"/>
            <a:t>Este tipo de motor se compone principalmente de dos partes: el estator y el rotor. El estator es la parte fija del motor y se compone de un núcleo de hierro laminado, que contiene tres devanados de cobre, conectados en estrella o en triángulo, a través de los cuales circulan las corrientes eléctricas alternas trifásicas.</a:t>
          </a:r>
          <a:endParaRPr lang="en-US" sz="1800"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custT="1"/>
      <dgm:spPr/>
      <dgm:t>
        <a:bodyPr/>
        <a:lstStyle/>
        <a:p>
          <a:pPr rtl="0"/>
          <a:r>
            <a:rPr lang="es-BO" sz="2000" b="0" i="0" dirty="0"/>
            <a:t>El rotor, por otro lado, es la parte móvil del motor y se compone de un conjunto de conductores de cobre dispuestos en ranuras de un núcleo de hierro laminado, los cuales están aislados eléctricamente y que forman una jaula de ardilla.</a:t>
          </a:r>
          <a:endParaRPr lang="en-US" sz="2000"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1CC70540-C5DA-4883-A6CC-BFEDF1EB2A7F}">
      <dgm:prSet custT="1"/>
      <dgm:spPr/>
      <dgm:t>
        <a:bodyPr/>
        <a:lstStyle/>
        <a:p>
          <a:pPr rtl="0"/>
          <a:r>
            <a:rPr lang="es-BO" sz="2000" b="0" i="0" dirty="0"/>
            <a:t>Cuando se aplica corriente eléctrica al estator, se produce un campo magnético rotativo que induce corrientes eléctricas en la jaula de ardilla del rotor. Estas corrientes crean un campo magnético en el rotor que interactúa con el campo magnético del estator, haciendo que el rotor comience a girar.</a:t>
          </a:r>
          <a:endParaRPr lang="en-US" sz="2000" dirty="0">
            <a:solidFill>
              <a:schemeClr val="tx1"/>
            </a:solidFill>
          </a:endParaRPr>
        </a:p>
      </dgm:t>
    </dgm:pt>
    <dgm:pt modelId="{B05ED6B2-C195-4B67-BD43-BFDD14FA381C}" type="parTrans" cxnId="{1AAF27DE-9A2F-4952-80F2-FABC5527F786}">
      <dgm:prSet/>
      <dgm:spPr/>
      <dgm:t>
        <a:bodyPr/>
        <a:lstStyle/>
        <a:p>
          <a:endParaRPr lang="es-ES">
            <a:solidFill>
              <a:schemeClr val="tx1"/>
            </a:solidFill>
          </a:endParaRPr>
        </a:p>
      </dgm:t>
    </dgm:pt>
    <dgm:pt modelId="{23BA27FA-66F0-4816-9552-C660B1CCFFE8}" type="sibTrans" cxnId="{1AAF27DE-9A2F-4952-80F2-FABC5527F786}">
      <dgm:prSet/>
      <dgm:spPr>
        <a:solidFill>
          <a:srgbClr val="C00000">
            <a:alpha val="90000"/>
          </a:srgbClr>
        </a:solidFill>
      </dgm:spPr>
      <dgm:t>
        <a:bodyPr/>
        <a:lstStyle/>
        <a:p>
          <a:endParaRPr lang="es-ES">
            <a:solidFill>
              <a:schemeClr val="tx1"/>
            </a:solidFill>
          </a:endParaRPr>
        </a:p>
      </dgm:t>
    </dgm:pt>
    <dgm:pt modelId="{8984B55C-3E64-439F-A595-395389D28C40}">
      <dgm:prSet custT="1"/>
      <dgm:spPr>
        <a:solidFill>
          <a:schemeClr val="accent4">
            <a:lumMod val="75000"/>
          </a:schemeClr>
        </a:solidFill>
      </dgm:spPr>
      <dgm:t>
        <a:bodyPr/>
        <a:lstStyle/>
        <a:p>
          <a:pPr algn="ctr" rtl="0"/>
          <a:r>
            <a:rPr lang="es-BO" sz="2000" b="0" i="0" dirty="0"/>
            <a:t>Utiliza un motor asíncrono trifásico, también conocido como motor de inducción trifásico, es un tipo de motor eléctrico que utiliza tres corrientes eléctricas alternas que son desfasadas entre sí en 120 grados para crear un campo magnético rotativo que hace girar el motor.</a:t>
          </a:r>
          <a:endParaRPr lang="en-US" sz="2000" dirty="0">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a:solidFill>
              <a:schemeClr val="tx1"/>
            </a:solidFill>
          </a:endParaRPr>
        </a:p>
      </dgm:t>
    </dgm:pt>
    <dgm:pt modelId="{773EFA5D-8482-4448-B641-37A7EA73E802}" type="parTrans" cxnId="{3CFF9977-8DEA-4C6A-9899-06F2C862B677}">
      <dgm:prSet/>
      <dgm:spPr/>
      <dgm:t>
        <a:bodyPr/>
        <a:lstStyle/>
        <a:p>
          <a:endParaRPr lang="es-ES">
            <a:solidFill>
              <a:schemeClr val="tx1"/>
            </a:solidFill>
          </a:endParaRPr>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A0D488E0-C3F6-43EC-A79E-381BDE61C3CE}" type="pres">
      <dgm:prSet presAssocID="{B7F2EA6C-38D2-4D46-8B45-4DA20E4B57E5}" presName="FourNodes_1" presStyleLbl="node1" presStyleIdx="0" presStyleCnt="4">
        <dgm:presLayoutVars>
          <dgm:bulletEnabled val="1"/>
        </dgm:presLayoutVars>
      </dgm:prSet>
      <dgm:spPr/>
    </dgm:pt>
    <dgm:pt modelId="{3AB082CF-FB41-4A1D-B0AA-0AD89878AB44}" type="pres">
      <dgm:prSet presAssocID="{B7F2EA6C-38D2-4D46-8B45-4DA20E4B57E5}" presName="FourNodes_2" presStyleLbl="node1" presStyleIdx="1" presStyleCnt="4">
        <dgm:presLayoutVars>
          <dgm:bulletEnabled val="1"/>
        </dgm:presLayoutVars>
      </dgm:prSet>
      <dgm:spPr/>
    </dgm:pt>
    <dgm:pt modelId="{6DABDC2B-E9E2-4897-9363-22B6192E3B51}" type="pres">
      <dgm:prSet presAssocID="{B7F2EA6C-38D2-4D46-8B45-4DA20E4B57E5}" presName="FourNodes_3" presStyleLbl="node1" presStyleIdx="2" presStyleCnt="4" custScaleX="119000">
        <dgm:presLayoutVars>
          <dgm:bulletEnabled val="1"/>
        </dgm:presLayoutVars>
      </dgm:prSet>
      <dgm:spPr/>
    </dgm:pt>
    <dgm:pt modelId="{F6E848C7-79D6-4F26-9331-1A316BD20E66}" type="pres">
      <dgm:prSet presAssocID="{B7F2EA6C-38D2-4D46-8B45-4DA20E4B57E5}" presName="FourNodes_4" presStyleLbl="node1" presStyleIdx="3" presStyleCnt="4" custScaleX="125000">
        <dgm:presLayoutVars>
          <dgm:bulletEnabled val="1"/>
        </dgm:presLayoutVars>
      </dgm:prSet>
      <dgm:spPr/>
    </dgm:pt>
    <dgm:pt modelId="{982CA833-D211-49CC-91D9-205CAECF8B15}" type="pres">
      <dgm:prSet presAssocID="{B7F2EA6C-38D2-4D46-8B45-4DA20E4B57E5}" presName="FourConn_1-2" presStyleLbl="fgAccFollowNode1" presStyleIdx="0" presStyleCnt="3">
        <dgm:presLayoutVars>
          <dgm:bulletEnabled val="1"/>
        </dgm:presLayoutVars>
      </dgm:prSet>
      <dgm:spPr/>
    </dgm:pt>
    <dgm:pt modelId="{4DC2E6A9-0131-40FB-A646-3B34CA7D6112}" type="pres">
      <dgm:prSet presAssocID="{B7F2EA6C-38D2-4D46-8B45-4DA20E4B57E5}" presName="FourConn_2-3" presStyleLbl="fgAccFollowNode1" presStyleIdx="1" presStyleCnt="3">
        <dgm:presLayoutVars>
          <dgm:bulletEnabled val="1"/>
        </dgm:presLayoutVars>
      </dgm:prSet>
      <dgm:spPr/>
    </dgm:pt>
    <dgm:pt modelId="{424CF721-98DE-4799-B7D4-1A46D56D1545}" type="pres">
      <dgm:prSet presAssocID="{B7F2EA6C-38D2-4D46-8B45-4DA20E4B57E5}" presName="FourConn_3-4" presStyleLbl="fgAccFollowNode1" presStyleIdx="2" presStyleCnt="3">
        <dgm:presLayoutVars>
          <dgm:bulletEnabled val="1"/>
        </dgm:presLayoutVars>
      </dgm:prSet>
      <dgm:spPr/>
    </dgm:pt>
    <dgm:pt modelId="{9F89DD3E-CF72-422A-91EF-0060394B616E}" type="pres">
      <dgm:prSet presAssocID="{B7F2EA6C-38D2-4D46-8B45-4DA20E4B57E5}" presName="FourNodes_1_text" presStyleLbl="node1" presStyleIdx="3" presStyleCnt="4">
        <dgm:presLayoutVars>
          <dgm:bulletEnabled val="1"/>
        </dgm:presLayoutVars>
      </dgm:prSet>
      <dgm:spPr/>
    </dgm:pt>
    <dgm:pt modelId="{53621157-1EB0-4BE1-80E5-58DF79660138}" type="pres">
      <dgm:prSet presAssocID="{B7F2EA6C-38D2-4D46-8B45-4DA20E4B57E5}" presName="FourNodes_2_text" presStyleLbl="node1" presStyleIdx="3" presStyleCnt="4">
        <dgm:presLayoutVars>
          <dgm:bulletEnabled val="1"/>
        </dgm:presLayoutVars>
      </dgm:prSet>
      <dgm:spPr/>
    </dgm:pt>
    <dgm:pt modelId="{7DBB6715-62E7-4660-9710-0DC2E18C227F}" type="pres">
      <dgm:prSet presAssocID="{B7F2EA6C-38D2-4D46-8B45-4DA20E4B57E5}" presName="FourNodes_3_text" presStyleLbl="node1" presStyleIdx="3" presStyleCnt="4">
        <dgm:presLayoutVars>
          <dgm:bulletEnabled val="1"/>
        </dgm:presLayoutVars>
      </dgm:prSet>
      <dgm:spPr/>
    </dgm:pt>
    <dgm:pt modelId="{5DDD8583-AFCF-4AA5-A588-35BC8B5E488B}" type="pres">
      <dgm:prSet presAssocID="{B7F2EA6C-38D2-4D46-8B45-4DA20E4B57E5}" presName="FourNodes_4_text" presStyleLbl="node1" presStyleIdx="3" presStyleCnt="4">
        <dgm:presLayoutVars>
          <dgm:bulletEnabled val="1"/>
        </dgm:presLayoutVars>
      </dgm:prSet>
      <dgm:spPr/>
    </dgm:pt>
  </dgm:ptLst>
  <dgm:cxnLst>
    <dgm:cxn modelId="{80CB2A00-4EA9-47CB-8B42-8842854FDF0E}" type="presOf" srcId="{72118DD8-63A0-410B-8015-DEA3D6DDCE87}" destId="{53621157-1EB0-4BE1-80E5-58DF79660138}" srcOrd="1" destOrd="0" presId="urn:microsoft.com/office/officeart/2005/8/layout/vProcess5"/>
    <dgm:cxn modelId="{1775FE17-5FE0-460D-9D8A-F2B2A9921EDD}" type="presOf" srcId="{8984B55C-3E64-439F-A595-395389D28C40}" destId="{9F89DD3E-CF72-422A-91EF-0060394B616E}" srcOrd="1" destOrd="0" presId="urn:microsoft.com/office/officeart/2005/8/layout/vProcess5"/>
    <dgm:cxn modelId="{CDADF323-6DFC-45D5-AFD0-F64BFB38EBF8}" type="presOf" srcId="{B7F2EA6C-38D2-4D46-8B45-4DA20E4B57E5}" destId="{8F8C2596-501D-4B69-9B89-4D5E9B51FEB0}" srcOrd="0" destOrd="0" presId="urn:microsoft.com/office/officeart/2005/8/layout/vProcess5"/>
    <dgm:cxn modelId="{798F7864-7BCD-48EC-990D-13841D785CFE}" type="presOf" srcId="{DB5DF01F-4125-4AFA-ADC9-912F68ADE2F8}" destId="{424CF721-98DE-4799-B7D4-1A46D56D1545}" srcOrd="0" destOrd="0" presId="urn:microsoft.com/office/officeart/2005/8/layout/vProcess5"/>
    <dgm:cxn modelId="{1E905C53-2CE9-4AA0-8318-5651D2A7A9A0}" type="presOf" srcId="{72118DD8-63A0-410B-8015-DEA3D6DDCE87}" destId="{3AB082CF-FB41-4A1D-B0AA-0AD89878AB44}" srcOrd="0" destOrd="0" presId="urn:microsoft.com/office/officeart/2005/8/layout/vProcess5"/>
    <dgm:cxn modelId="{06A83C74-A621-4879-8B0C-7A688871114A}" type="presOf" srcId="{1CC70540-C5DA-4883-A6CC-BFEDF1EB2A7F}" destId="{5DDD8583-AFCF-4AA5-A588-35BC8B5E488B}" srcOrd="1"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D0632E7F-3824-462D-B638-9B3AAC30A7A5}" type="presOf" srcId="{A8F00A03-FD4D-4FA6-8116-414E94A206D4}" destId="{4DC2E6A9-0131-40FB-A646-3B34CA7D6112}" srcOrd="0" destOrd="0" presId="urn:microsoft.com/office/officeart/2005/8/layout/vProcess5"/>
    <dgm:cxn modelId="{5F423D7F-B4D6-43A9-80CB-C6B014ED053B}" srcId="{B7F2EA6C-38D2-4D46-8B45-4DA20E4B57E5}" destId="{72118DD8-63A0-410B-8015-DEA3D6DDCE87}" srcOrd="1" destOrd="0" parTransId="{03372D8F-8493-4FA0-B2B1-8B7740E4E802}" sibTransId="{A8F00A03-FD4D-4FA6-8116-414E94A206D4}"/>
    <dgm:cxn modelId="{F0FDFB88-6EAC-4A12-A307-A099BBEACA41}" type="presOf" srcId="{8984B55C-3E64-439F-A595-395389D28C40}" destId="{A0D488E0-C3F6-43EC-A79E-381BDE61C3CE}" srcOrd="0" destOrd="0" presId="urn:microsoft.com/office/officeart/2005/8/layout/vProcess5"/>
    <dgm:cxn modelId="{CA527C8E-AE1A-4967-BBF1-D6A48CDA844D}" type="presOf" srcId="{10653214-9EEE-46E0-BD30-408AEDC33BE7}" destId="{6DABDC2B-E9E2-4897-9363-22B6192E3B51}" srcOrd="0" destOrd="0" presId="urn:microsoft.com/office/officeart/2005/8/layout/vProcess5"/>
    <dgm:cxn modelId="{1B84919F-C923-4598-8AF8-988A40A12B1E}" type="presOf" srcId="{85249E67-F3DF-4771-9AC1-8C6CC49CD264}" destId="{982CA833-D211-49CC-91D9-205CAECF8B15}" srcOrd="0" destOrd="0" presId="urn:microsoft.com/office/officeart/2005/8/layout/vProcess5"/>
    <dgm:cxn modelId="{45DBD5AE-3AE5-4874-A4B8-AD7CFA3104FA}" srcId="{B7F2EA6C-38D2-4D46-8B45-4DA20E4B57E5}" destId="{10653214-9EEE-46E0-BD30-408AEDC33BE7}" srcOrd="2" destOrd="0" parTransId="{27D155B1-E39B-4F39-8744-7368F7EAB810}" sibTransId="{DB5DF01F-4125-4AFA-ADC9-912F68ADE2F8}"/>
    <dgm:cxn modelId="{35C32FD6-CA0B-4832-8F97-CF1B504EBD26}" type="presOf" srcId="{10653214-9EEE-46E0-BD30-408AEDC33BE7}" destId="{7DBB6715-62E7-4660-9710-0DC2E18C227F}" srcOrd="1" destOrd="0" presId="urn:microsoft.com/office/officeart/2005/8/layout/vProcess5"/>
    <dgm:cxn modelId="{1AAF27DE-9A2F-4952-80F2-FABC5527F786}" srcId="{B7F2EA6C-38D2-4D46-8B45-4DA20E4B57E5}" destId="{1CC70540-C5DA-4883-A6CC-BFEDF1EB2A7F}" srcOrd="3" destOrd="0" parTransId="{B05ED6B2-C195-4B67-BD43-BFDD14FA381C}" sibTransId="{23BA27FA-66F0-4816-9552-C660B1CCFFE8}"/>
    <dgm:cxn modelId="{B676F0EA-2EE5-4EFB-B04C-A172EB8304A7}" type="presOf" srcId="{1CC70540-C5DA-4883-A6CC-BFEDF1EB2A7F}" destId="{F6E848C7-79D6-4F26-9331-1A316BD20E66}" srcOrd="0" destOrd="0" presId="urn:microsoft.com/office/officeart/2005/8/layout/vProcess5"/>
    <dgm:cxn modelId="{76CAE7BC-EBC8-4706-931D-021C2C24C605}" type="presParOf" srcId="{8F8C2596-501D-4B69-9B89-4D5E9B51FEB0}" destId="{A45610E1-C480-4BAA-B3F4-909E60ED1082}" srcOrd="0" destOrd="0" presId="urn:microsoft.com/office/officeart/2005/8/layout/vProcess5"/>
    <dgm:cxn modelId="{445E4044-C03F-4E75-AD76-8ADADE07EB47}" type="presParOf" srcId="{8F8C2596-501D-4B69-9B89-4D5E9B51FEB0}" destId="{A0D488E0-C3F6-43EC-A79E-381BDE61C3CE}" srcOrd="1" destOrd="0" presId="urn:microsoft.com/office/officeart/2005/8/layout/vProcess5"/>
    <dgm:cxn modelId="{06A774FD-8A11-4969-8729-985340D5262E}" type="presParOf" srcId="{8F8C2596-501D-4B69-9B89-4D5E9B51FEB0}" destId="{3AB082CF-FB41-4A1D-B0AA-0AD89878AB44}" srcOrd="2" destOrd="0" presId="urn:microsoft.com/office/officeart/2005/8/layout/vProcess5"/>
    <dgm:cxn modelId="{32C0D10B-2DF0-4AC1-B394-AB557696E7EA}" type="presParOf" srcId="{8F8C2596-501D-4B69-9B89-4D5E9B51FEB0}" destId="{6DABDC2B-E9E2-4897-9363-22B6192E3B51}" srcOrd="3" destOrd="0" presId="urn:microsoft.com/office/officeart/2005/8/layout/vProcess5"/>
    <dgm:cxn modelId="{D84E925E-BF29-4567-BBF1-725A2C3CE59E}" type="presParOf" srcId="{8F8C2596-501D-4B69-9B89-4D5E9B51FEB0}" destId="{F6E848C7-79D6-4F26-9331-1A316BD20E66}" srcOrd="4" destOrd="0" presId="urn:microsoft.com/office/officeart/2005/8/layout/vProcess5"/>
    <dgm:cxn modelId="{F777F5CB-93C0-4E8E-A2EF-E31F8CB2F658}" type="presParOf" srcId="{8F8C2596-501D-4B69-9B89-4D5E9B51FEB0}" destId="{982CA833-D211-49CC-91D9-205CAECF8B15}" srcOrd="5" destOrd="0" presId="urn:microsoft.com/office/officeart/2005/8/layout/vProcess5"/>
    <dgm:cxn modelId="{05085480-E890-4D54-BB74-4A71A3D10885}" type="presParOf" srcId="{8F8C2596-501D-4B69-9B89-4D5E9B51FEB0}" destId="{4DC2E6A9-0131-40FB-A646-3B34CA7D6112}" srcOrd="6" destOrd="0" presId="urn:microsoft.com/office/officeart/2005/8/layout/vProcess5"/>
    <dgm:cxn modelId="{E11102BE-A554-4906-B992-A5F4E460DD08}" type="presParOf" srcId="{8F8C2596-501D-4B69-9B89-4D5E9B51FEB0}" destId="{424CF721-98DE-4799-B7D4-1A46D56D1545}" srcOrd="7" destOrd="0" presId="urn:microsoft.com/office/officeart/2005/8/layout/vProcess5"/>
    <dgm:cxn modelId="{FE8344E9-36E3-4F75-8255-0E8F80CAA8C6}" type="presParOf" srcId="{8F8C2596-501D-4B69-9B89-4D5E9B51FEB0}" destId="{9F89DD3E-CF72-422A-91EF-0060394B616E}" srcOrd="8" destOrd="0" presId="urn:microsoft.com/office/officeart/2005/8/layout/vProcess5"/>
    <dgm:cxn modelId="{E7C06CCD-95AB-4DC0-B1D1-17AAE069D926}" type="presParOf" srcId="{8F8C2596-501D-4B69-9B89-4D5E9B51FEB0}" destId="{53621157-1EB0-4BE1-80E5-58DF79660138}" srcOrd="9" destOrd="0" presId="urn:microsoft.com/office/officeart/2005/8/layout/vProcess5"/>
    <dgm:cxn modelId="{6B73BCE5-809E-41DF-884D-4B777DDA721F}" type="presParOf" srcId="{8F8C2596-501D-4B69-9B89-4D5E9B51FEB0}" destId="{7DBB6715-62E7-4660-9710-0DC2E18C227F}" srcOrd="10" destOrd="0" presId="urn:microsoft.com/office/officeart/2005/8/layout/vProcess5"/>
    <dgm:cxn modelId="{3288A50A-6313-4E46-8C46-2D2931F9C243}" type="presParOf" srcId="{8F8C2596-501D-4B69-9B89-4D5E9B51FEB0}" destId="{5DDD8583-AFCF-4AA5-A588-35BC8B5E488B}"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4">
            <a:lumMod val="75000"/>
          </a:schemeClr>
        </a:solidFill>
      </dgm:spPr>
      <dgm:t>
        <a:bodyPr/>
        <a:lstStyle/>
        <a:p>
          <a:pPr algn="ctr" rtl="0"/>
          <a:r>
            <a:rPr lang="es-BO" sz="2000" dirty="0">
              <a:solidFill>
                <a:schemeClr val="tx1"/>
              </a:solidFill>
            </a:rPr>
            <a:t>PRINCION DE FUNCIONAMIENTO</a:t>
          </a:r>
        </a:p>
        <a:p>
          <a:pPr algn="ctr" rtl="0"/>
          <a:r>
            <a:rPr lang="es-BO" sz="2000" dirty="0">
              <a:solidFill>
                <a:schemeClr val="tx1"/>
              </a:solidFill>
            </a:rPr>
            <a:t>El dispositivo cuya función es regular el flujo, en este caso hablamos del agua. </a:t>
          </a:r>
          <a:endParaRPr lang="en-US" sz="2000" dirty="0">
            <a:solidFill>
              <a:schemeClr val="tx1"/>
            </a:solidFill>
          </a:endParaRP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a:solidFill>
              <a:schemeClr val="tx1"/>
            </a:solidFill>
          </a:endParaRPr>
        </a:p>
      </dgm:t>
    </dgm:pt>
    <dgm:pt modelId="{72118DD8-63A0-410B-8015-DEA3D6DDCE87}">
      <dgm:prSet custT="1"/>
      <dgm:spPr/>
      <dgm:t>
        <a:bodyPr/>
        <a:lstStyle/>
        <a:p>
          <a:pPr rtl="0"/>
          <a:r>
            <a:rPr lang="es-BO" sz="1800" b="0" dirty="0">
              <a:solidFill>
                <a:schemeClr val="tx1"/>
              </a:solidFill>
            </a:rPr>
            <a:t>La membrana de la válvula se apoya en el cuerpo con la ayuda del muelle y evita que el agua pase por la presión que ella misma ejerce.</a:t>
          </a:r>
          <a:endParaRPr lang="en-US" sz="1800"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custT="1"/>
      <dgm:spPr/>
      <dgm:t>
        <a:bodyPr/>
        <a:lstStyle/>
        <a:p>
          <a:pPr rtl="0"/>
          <a:r>
            <a:rPr lang="en-US" sz="2000" dirty="0">
              <a:solidFill>
                <a:schemeClr val="tx1"/>
              </a:solidFill>
            </a:rPr>
            <a:t>Al </a:t>
          </a:r>
          <a:r>
            <a:rPr lang="en-US" sz="2000" dirty="0" err="1">
              <a:solidFill>
                <a:schemeClr val="tx1"/>
              </a:solidFill>
            </a:rPr>
            <a:t>momento</a:t>
          </a:r>
          <a:r>
            <a:rPr lang="en-US" sz="2000" dirty="0">
              <a:solidFill>
                <a:schemeClr val="tx1"/>
              </a:solidFill>
            </a:rPr>
            <a:t> de mandar </a:t>
          </a:r>
          <a:r>
            <a:rPr lang="en-US" sz="2000" dirty="0" err="1">
              <a:solidFill>
                <a:schemeClr val="tx1"/>
              </a:solidFill>
            </a:rPr>
            <a:t>una</a:t>
          </a:r>
          <a:r>
            <a:rPr lang="en-US" sz="2000" dirty="0">
              <a:solidFill>
                <a:schemeClr val="tx1"/>
              </a:solidFill>
            </a:rPr>
            <a:t> </a:t>
          </a:r>
          <a:r>
            <a:rPr lang="en-US" sz="2000" dirty="0" err="1">
              <a:solidFill>
                <a:schemeClr val="tx1"/>
              </a:solidFill>
            </a:rPr>
            <a:t>señal</a:t>
          </a:r>
          <a:r>
            <a:rPr lang="en-US" sz="2000" dirty="0">
              <a:solidFill>
                <a:schemeClr val="tx1"/>
              </a:solidFill>
            </a:rPr>
            <a:t> </a:t>
          </a:r>
          <a:r>
            <a:rPr lang="en-US" sz="2000" dirty="0" err="1">
              <a:solidFill>
                <a:schemeClr val="tx1"/>
              </a:solidFill>
            </a:rPr>
            <a:t>electrica</a:t>
          </a:r>
          <a:r>
            <a:rPr lang="en-US" sz="2000" dirty="0">
              <a:solidFill>
                <a:schemeClr val="tx1"/>
              </a:solidFill>
            </a:rPr>
            <a:t> al </a:t>
          </a:r>
          <a:r>
            <a:rPr lang="en-US" sz="2000" dirty="0" err="1">
              <a:solidFill>
                <a:schemeClr val="tx1"/>
              </a:solidFill>
            </a:rPr>
            <a:t>solenoide</a:t>
          </a:r>
          <a:r>
            <a:rPr lang="en-US" sz="2000" dirty="0">
              <a:solidFill>
                <a:schemeClr val="tx1"/>
              </a:solidFill>
            </a:rPr>
            <a:t> de la valvula, la </a:t>
          </a:r>
          <a:r>
            <a:rPr lang="en-US" sz="2000" dirty="0" err="1">
              <a:solidFill>
                <a:schemeClr val="tx1"/>
              </a:solidFill>
            </a:rPr>
            <a:t>bobina</a:t>
          </a:r>
          <a:r>
            <a:rPr lang="en-US" sz="2000" dirty="0">
              <a:solidFill>
                <a:schemeClr val="tx1"/>
              </a:solidFill>
            </a:rPr>
            <a:t> se </a:t>
          </a:r>
          <a:r>
            <a:rPr lang="en-US" sz="2000" dirty="0" err="1">
              <a:solidFill>
                <a:schemeClr val="tx1"/>
              </a:solidFill>
            </a:rPr>
            <a:t>imanta</a:t>
          </a:r>
          <a:r>
            <a:rPr lang="en-US" sz="2000" dirty="0">
              <a:solidFill>
                <a:schemeClr val="tx1"/>
              </a:solidFill>
            </a:rPr>
            <a:t> y </a:t>
          </a:r>
          <a:r>
            <a:rPr lang="en-US" sz="2000" dirty="0" err="1">
              <a:solidFill>
                <a:schemeClr val="tx1"/>
              </a:solidFill>
            </a:rPr>
            <a:t>levanta</a:t>
          </a:r>
          <a:r>
            <a:rPr lang="en-US" sz="2000" dirty="0">
              <a:solidFill>
                <a:schemeClr val="tx1"/>
              </a:solidFill>
            </a:rPr>
            <a:t> </a:t>
          </a:r>
          <a:r>
            <a:rPr lang="en-US" sz="2000" dirty="0" err="1">
              <a:solidFill>
                <a:schemeClr val="tx1"/>
              </a:solidFill>
            </a:rPr>
            <a:t>el</a:t>
          </a:r>
          <a:r>
            <a:rPr lang="en-US" sz="2000" dirty="0">
              <a:solidFill>
                <a:schemeClr val="tx1"/>
              </a:solidFill>
            </a:rPr>
            <a:t> embolo.</a:t>
          </a: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4EF2A762-D302-4043-9613-E4A3565F8A9C}">
      <dgm:prSet custT="1"/>
      <dgm:spPr/>
      <dgm:t>
        <a:bodyPr/>
        <a:lstStyle/>
        <a:p>
          <a:pPr rtl="0"/>
          <a:r>
            <a:rPr lang="es-BO" sz="2000" dirty="0">
              <a:solidFill>
                <a:schemeClr val="tx1"/>
              </a:solidFill>
            </a:rPr>
            <a:t>De esta manera queda un pequeño agujero en la tapa de la válvula y permite salir al liquido de la cámara superior.</a:t>
          </a:r>
          <a:endParaRPr lang="en-US" sz="2000"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a:solidFill>
          <a:srgbClr val="C00000">
            <a:alpha val="90000"/>
          </a:srgbClr>
        </a:solidFill>
      </dgm:spPr>
      <dgm:t>
        <a:bodyPr/>
        <a:lstStyle/>
        <a:p>
          <a:endParaRPr lang="es-ES">
            <a:solidFill>
              <a:schemeClr val="tx1"/>
            </a:solidFill>
          </a:endParaRPr>
        </a:p>
      </dgm:t>
    </dgm:pt>
    <dgm:pt modelId="{1CC70540-C5DA-4883-A6CC-BFEDF1EB2A7F}">
      <dgm:prSet custT="1"/>
      <dgm:spPr/>
      <dgm:t>
        <a:bodyPr/>
        <a:lstStyle/>
        <a:p>
          <a:pPr rtl="0"/>
          <a:r>
            <a:rPr lang="es-BO" sz="2000" b="0" dirty="0">
              <a:solidFill>
                <a:schemeClr val="tx1"/>
              </a:solidFill>
            </a:rPr>
            <a:t>Esto hace que funcione como un actuador que hace que se comuniquen la entrada y la salida de liquido del cuerpo de la válvula</a:t>
          </a:r>
          <a:endParaRPr lang="en-US" sz="2000" dirty="0">
            <a:solidFill>
              <a:schemeClr val="tx1"/>
            </a:solidFill>
          </a:endParaRPr>
        </a:p>
      </dgm:t>
    </dgm:pt>
    <dgm:pt modelId="{B05ED6B2-C195-4B67-BD43-BFDD14FA381C}" type="parTrans" cxnId="{1AAF27DE-9A2F-4952-80F2-FABC5527F786}">
      <dgm:prSet/>
      <dgm:spPr/>
      <dgm:t>
        <a:bodyPr/>
        <a:lstStyle/>
        <a:p>
          <a:endParaRPr lang="es-ES">
            <a:solidFill>
              <a:schemeClr val="tx1"/>
            </a:solidFill>
          </a:endParaRPr>
        </a:p>
      </dgm:t>
    </dgm:pt>
    <dgm:pt modelId="{23BA27FA-66F0-4816-9552-C660B1CCFFE8}" type="sibTrans" cxnId="{1AAF27DE-9A2F-4952-80F2-FABC5527F786}">
      <dgm:prSet/>
      <dgm:spPr/>
      <dgm:t>
        <a:bodyPr/>
        <a:lstStyle/>
        <a:p>
          <a:endParaRPr lang="es-ES">
            <a:solidFill>
              <a:schemeClr val="tx1"/>
            </a:solidFill>
          </a:endParaRPr>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dgm:presLayoutVars>
          <dgm:bulletEnabled val="1"/>
        </dgm:presLayoutVars>
      </dgm:prSet>
      <dgm:spPr/>
    </dgm:pt>
    <dgm:pt modelId="{176C9AB9-268F-4542-8858-410F7980C292}" type="pres">
      <dgm:prSet presAssocID="{B7F2EA6C-38D2-4D46-8B45-4DA20E4B57E5}" presName="FiveNodes_2" presStyleLbl="node1" presStyleIdx="1" presStyleCnt="5">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custLinFactNeighborX="-4006" custLinFactNeighborY="3892">
        <dgm:presLayoutVars>
          <dgm:bulletEnabled val="1"/>
        </dgm:presLayoutVars>
      </dgm:prSet>
      <dgm:spPr/>
    </dgm:pt>
    <dgm:pt modelId="{498B0189-1D5E-41B5-BCD4-B5191EB685CF}" type="pres">
      <dgm:prSet presAssocID="{B7F2EA6C-38D2-4D46-8B45-4DA20E4B57E5}" presName="FiveNodes_5" presStyleLbl="node1" presStyleIdx="4" presStyleCnt="5">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C3EC3122-395B-439F-840D-152E685D2FA2}" type="presOf" srcId="{1CC70540-C5DA-4883-A6CC-BFEDF1EB2A7F}" destId="{498B0189-1D5E-41B5-BCD4-B5191EB685CF}" srcOrd="0" destOrd="0" presId="urn:microsoft.com/office/officeart/2005/8/layout/vProcess5"/>
    <dgm:cxn modelId="{F131B546-F99F-47A6-A0AC-0A9E7E81088D}" type="presOf" srcId="{10653214-9EEE-46E0-BD30-408AEDC33BE7}" destId="{4EFE6E1B-9267-487A-8669-EC3595E5F5DA}" srcOrd="1"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90AB3876-C0CB-44FB-82C2-6534F5A50EEB}" type="presOf" srcId="{4EF2A762-D302-4043-9613-E4A3565F8A9C}" destId="{F3EA6552-A609-4DEC-8C13-9FD1CC1A3398}" srcOrd="1"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5248FC98-A6B9-4D6F-B751-BF75F24B46FC}" type="presOf" srcId="{8B32B83C-3CA1-4EE5-B1CD-B4DDA01C3687}" destId="{AB1EE32B-45DD-4541-BDC7-76A8FFD50982}" srcOrd="0" destOrd="0" presId="urn:microsoft.com/office/officeart/2005/8/layout/vProcess5"/>
    <dgm:cxn modelId="{6D11D1A1-45D5-48FA-B0ED-FA6F0B8E7679}" srcId="{B7F2EA6C-38D2-4D46-8B45-4DA20E4B57E5}" destId="{4EF2A762-D302-4043-9613-E4A3565F8A9C}" srcOrd="3"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1AAF27DE-9A2F-4952-80F2-FABC5527F786}" srcId="{B7F2EA6C-38D2-4D46-8B45-4DA20E4B57E5}" destId="{1CC70540-C5DA-4883-A6CC-BFEDF1EB2A7F}" srcOrd="4" destOrd="0" parTransId="{B05ED6B2-C195-4B67-BD43-BFDD14FA381C}" sibTransId="{23BA27FA-66F0-4816-9552-C660B1CCFFE8}"/>
    <dgm:cxn modelId="{ACAE47DF-6AC8-49C2-8823-A088DF20F9BA}" type="presOf" srcId="{4EF2A762-D302-4043-9613-E4A3565F8A9C}"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D0F8BCEB-A02E-4962-8A87-25CBAECAD4BB}" type="presOf" srcId="{1CC70540-C5DA-4883-A6CC-BFEDF1EB2A7F}" destId="{F4C74FB0-ABBF-4F7A-BD69-8416730E4DFD}" srcOrd="1"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2">
            <a:lumMod val="40000"/>
            <a:lumOff val="60000"/>
          </a:schemeClr>
        </a:solidFill>
      </dgm:spPr>
      <dgm:t>
        <a:bodyPr/>
        <a:lstStyle/>
        <a:p>
          <a:pPr algn="ctr" rtl="0"/>
          <a:r>
            <a:rPr lang="en-US" sz="2000" b="1" dirty="0">
              <a:solidFill>
                <a:schemeClr val="tx1"/>
              </a:solidFill>
            </a:rPr>
            <a:t>DIAGNOSTICO</a:t>
          </a: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a:solidFill>
              <a:schemeClr val="tx1"/>
            </a:solidFill>
          </a:endParaRPr>
        </a:p>
      </dgm:t>
    </dgm:pt>
    <dgm:pt modelId="{72118DD8-63A0-410B-8015-DEA3D6DDCE87}">
      <dgm:prSet/>
      <dgm:spPr>
        <a:solidFill>
          <a:schemeClr val="accent4">
            <a:lumMod val="20000"/>
            <a:lumOff val="80000"/>
          </a:schemeClr>
        </a:solidFill>
      </dgm:spPr>
      <dgm:t>
        <a:bodyPr/>
        <a:lstStyle/>
        <a:p>
          <a:pPr rtl="0"/>
          <a:r>
            <a:rPr lang="es-ES" dirty="0">
              <a:solidFill>
                <a:schemeClr val="tx1"/>
              </a:solidFill>
            </a:rPr>
            <a:t>El día 13 de abril , se llevo a cabo la limpieza interna de una electroválvula que presentaba fallas en su funcionamiento. </a:t>
          </a:r>
          <a:endParaRPr lang="en-US"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dgm:spPr>
        <a:solidFill>
          <a:schemeClr val="accent4">
            <a:lumMod val="20000"/>
            <a:lumOff val="80000"/>
          </a:schemeClr>
        </a:solidFill>
      </dgm:spPr>
      <dgm:t>
        <a:bodyPr/>
        <a:lstStyle/>
        <a:p>
          <a:pPr rtl="0"/>
          <a:r>
            <a:rPr lang="es-ES" dirty="0">
              <a:solidFill>
                <a:schemeClr val="tx1"/>
              </a:solidFill>
            </a:rPr>
            <a:t>Se desmonto la válvula y se procedió a limpiar minuciosamente su interior, eliminando los residuos acumulados que obstruían el flujo de liquido.</a:t>
          </a:r>
          <a:endParaRPr lang="en-US"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4EF2A762-D302-4043-9613-E4A3565F8A9C}">
      <dgm:prSet/>
      <dgm:spPr>
        <a:solidFill>
          <a:schemeClr val="accent4">
            <a:lumMod val="20000"/>
            <a:lumOff val="80000"/>
          </a:schemeClr>
        </a:solidFill>
      </dgm:spPr>
      <dgm:t>
        <a:bodyPr/>
        <a:lstStyle/>
        <a:p>
          <a:pPr rtl="0"/>
          <a:r>
            <a:rPr lang="es-BO" dirty="0">
              <a:solidFill>
                <a:schemeClr val="tx1"/>
              </a:solidFill>
            </a:rPr>
            <a:t>Una vez realizada la limpieza, se realizo una prueba de funcionamiento. </a:t>
          </a:r>
          <a:endParaRPr lang="en-US"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a:solidFill>
          <a:srgbClr val="C00000">
            <a:alpha val="90000"/>
          </a:srgbClr>
        </a:solidFill>
      </dgm:spPr>
      <dgm:t>
        <a:bodyPr/>
        <a:lstStyle/>
        <a:p>
          <a:endParaRPr lang="es-ES">
            <a:solidFill>
              <a:schemeClr val="tx1"/>
            </a:solidFill>
          </a:endParaRPr>
        </a:p>
      </dgm:t>
    </dgm:pt>
    <dgm:pt modelId="{1CC70540-C5DA-4883-A6CC-BFEDF1EB2A7F}">
      <dgm:prSet/>
      <dgm:spPr>
        <a:solidFill>
          <a:schemeClr val="accent4">
            <a:lumMod val="20000"/>
            <a:lumOff val="80000"/>
          </a:schemeClr>
        </a:solidFill>
      </dgm:spPr>
      <dgm:t>
        <a:bodyPr/>
        <a:lstStyle/>
        <a:p>
          <a:pPr rtl="0"/>
          <a:r>
            <a:rPr lang="es-BO" dirty="0">
              <a:solidFill>
                <a:schemeClr val="tx1"/>
              </a:solidFill>
            </a:rPr>
            <a:t>Se pudo comprobar que la electroválvula funciona con normalidad y sin inconvenientes.</a:t>
          </a:r>
          <a:endParaRPr lang="en-US" dirty="0">
            <a:solidFill>
              <a:schemeClr val="tx1"/>
            </a:solidFill>
          </a:endParaRPr>
        </a:p>
      </dgm:t>
    </dgm:pt>
    <dgm:pt modelId="{B05ED6B2-C195-4B67-BD43-BFDD14FA381C}" type="parTrans" cxnId="{1AAF27DE-9A2F-4952-80F2-FABC5527F786}">
      <dgm:prSet/>
      <dgm:spPr/>
      <dgm:t>
        <a:bodyPr/>
        <a:lstStyle/>
        <a:p>
          <a:endParaRPr lang="es-ES">
            <a:solidFill>
              <a:schemeClr val="tx1"/>
            </a:solidFill>
          </a:endParaRPr>
        </a:p>
      </dgm:t>
    </dgm:pt>
    <dgm:pt modelId="{23BA27FA-66F0-4816-9552-C660B1CCFFE8}" type="sibTrans" cxnId="{1AAF27DE-9A2F-4952-80F2-FABC5527F786}">
      <dgm:prSet/>
      <dgm:spPr/>
      <dgm:t>
        <a:bodyPr/>
        <a:lstStyle/>
        <a:p>
          <a:endParaRPr lang="es-ES">
            <a:solidFill>
              <a:schemeClr val="tx1"/>
            </a:solidFill>
          </a:endParaRPr>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Y="99216">
        <dgm:presLayoutVars>
          <dgm:bulletEnabled val="1"/>
        </dgm:presLayoutVars>
      </dgm:prSet>
      <dgm:spPr/>
    </dgm:pt>
    <dgm:pt modelId="{176C9AB9-268F-4542-8858-410F7980C292}" type="pres">
      <dgm:prSet presAssocID="{B7F2EA6C-38D2-4D46-8B45-4DA20E4B57E5}" presName="FiveNodes_2" presStyleLbl="node1" presStyleIdx="1" presStyleCnt="5" custLinFactNeighborX="-384" custLinFactNeighborY="-1874">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C3EC3122-395B-439F-840D-152E685D2FA2}" type="presOf" srcId="{1CC70540-C5DA-4883-A6CC-BFEDF1EB2A7F}" destId="{498B0189-1D5E-41B5-BCD4-B5191EB685CF}" srcOrd="0" destOrd="0" presId="urn:microsoft.com/office/officeart/2005/8/layout/vProcess5"/>
    <dgm:cxn modelId="{F131B546-F99F-47A6-A0AC-0A9E7E81088D}" type="presOf" srcId="{10653214-9EEE-46E0-BD30-408AEDC33BE7}" destId="{4EFE6E1B-9267-487A-8669-EC3595E5F5DA}" srcOrd="1"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90AB3876-C0CB-44FB-82C2-6534F5A50EEB}" type="presOf" srcId="{4EF2A762-D302-4043-9613-E4A3565F8A9C}" destId="{F3EA6552-A609-4DEC-8C13-9FD1CC1A3398}" srcOrd="1"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5248FC98-A6B9-4D6F-B751-BF75F24B46FC}" type="presOf" srcId="{8B32B83C-3CA1-4EE5-B1CD-B4DDA01C3687}" destId="{AB1EE32B-45DD-4541-BDC7-76A8FFD50982}" srcOrd="0" destOrd="0" presId="urn:microsoft.com/office/officeart/2005/8/layout/vProcess5"/>
    <dgm:cxn modelId="{6D11D1A1-45D5-48FA-B0ED-FA6F0B8E7679}" srcId="{B7F2EA6C-38D2-4D46-8B45-4DA20E4B57E5}" destId="{4EF2A762-D302-4043-9613-E4A3565F8A9C}" srcOrd="3"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1AAF27DE-9A2F-4952-80F2-FABC5527F786}" srcId="{B7F2EA6C-38D2-4D46-8B45-4DA20E4B57E5}" destId="{1CC70540-C5DA-4883-A6CC-BFEDF1EB2A7F}" srcOrd="4" destOrd="0" parTransId="{B05ED6B2-C195-4B67-BD43-BFDD14FA381C}" sibTransId="{23BA27FA-66F0-4816-9552-C660B1CCFFE8}"/>
    <dgm:cxn modelId="{ACAE47DF-6AC8-49C2-8823-A088DF20F9BA}" type="presOf" srcId="{4EF2A762-D302-4043-9613-E4A3565F8A9C}"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D0F8BCEB-A02E-4962-8A87-25CBAECAD4BB}" type="presOf" srcId="{1CC70540-C5DA-4883-A6CC-BFEDF1EB2A7F}" destId="{F4C74FB0-ABBF-4F7A-BD69-8416730E4DFD}" srcOrd="1"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4">
            <a:lumMod val="75000"/>
          </a:schemeClr>
        </a:solidFill>
      </dgm:spPr>
      <dgm:t>
        <a:bodyPr/>
        <a:lstStyle/>
        <a:p>
          <a:pPr algn="ctr" rtl="0"/>
          <a:r>
            <a:rPr lang="es-BO" sz="2000" dirty="0">
              <a:solidFill>
                <a:schemeClr val="tx1"/>
              </a:solidFill>
            </a:rPr>
            <a:t>PRINCIPO DE FUNCIONAMIENTO</a:t>
          </a:r>
        </a:p>
        <a:p>
          <a:pPr algn="ctr" rtl="0"/>
          <a:r>
            <a:rPr lang="es-BO" sz="2000" dirty="0"/>
            <a:t>Cuando se produce una vibración o movimiento oscilante, las horquillas oscilan en direcciones opuestas debido a su flexibilidad</a:t>
          </a:r>
          <a:endParaRPr lang="en-US" sz="2000" dirty="0">
            <a:solidFill>
              <a:schemeClr val="tx1"/>
            </a:solidFill>
          </a:endParaRP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a:solidFill>
              <a:schemeClr val="tx1"/>
            </a:solidFill>
          </a:endParaRPr>
        </a:p>
      </dgm:t>
    </dgm:pt>
    <dgm:pt modelId="{72118DD8-63A0-410B-8015-DEA3D6DDCE87}">
      <dgm:prSet custT="1"/>
      <dgm:spPr/>
      <dgm:t>
        <a:bodyPr/>
        <a:lstStyle/>
        <a:p>
          <a:pPr rtl="0"/>
          <a:r>
            <a:rPr lang="es-BO" sz="2000" dirty="0"/>
            <a:t>El efecto piezoeléctrico implica que ciertos materiales generan una carga eléctrica cuando se deforman mecánicamente</a:t>
          </a:r>
          <a:endParaRPr lang="en-US" sz="2000"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custT="1"/>
      <dgm:spPr/>
      <dgm:t>
        <a:bodyPr/>
        <a:lstStyle/>
        <a:p>
          <a:pPr rtl="0"/>
          <a:r>
            <a:rPr lang="es-BO" sz="2000" dirty="0"/>
            <a:t>Estas oscilaciones generan cambios en la resistencia eléctrica de las horquillas debido a un fenómeno conocido como </a:t>
          </a:r>
          <a:r>
            <a:rPr lang="es-BO" sz="2000" b="1" dirty="0"/>
            <a:t>efecto piezoeléctrico.</a:t>
          </a:r>
          <a:endParaRPr lang="en-US" sz="2000" b="1"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4EF2A762-D302-4043-9613-E4A3565F8A9C}">
      <dgm:prSet custT="1"/>
      <dgm:spPr/>
      <dgm:t>
        <a:bodyPr/>
        <a:lstStyle/>
        <a:p>
          <a:pPr rtl="0"/>
          <a:r>
            <a:rPr lang="es-BO" sz="2000" dirty="0"/>
            <a:t>las horquillas del sensor vibratorio, están hechas de un material piezoeléctrico que genera una señal eléctrica proporcional a la amplitud y frecuencia de la vibración.</a:t>
          </a:r>
          <a:endParaRPr lang="en-US" sz="2000"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a:solidFill>
          <a:srgbClr val="C00000">
            <a:alpha val="90000"/>
          </a:srgbClr>
        </a:solidFill>
      </dgm:spPr>
      <dgm:t>
        <a:bodyPr/>
        <a:lstStyle/>
        <a:p>
          <a:endParaRPr lang="es-ES">
            <a:solidFill>
              <a:schemeClr val="tx1"/>
            </a:solidFill>
          </a:endParaRPr>
        </a:p>
      </dgm:t>
    </dgm:pt>
    <dgm:pt modelId="{1CC70540-C5DA-4883-A6CC-BFEDF1EB2A7F}">
      <dgm:prSet custT="1"/>
      <dgm:spPr/>
      <dgm:t>
        <a:bodyPr/>
        <a:lstStyle/>
        <a:p>
          <a:pPr rtl="0"/>
          <a:r>
            <a:rPr lang="es-BO" sz="2000" dirty="0"/>
            <a:t>Cuando las horquillas oscilan, la resistencia eléctrica del material cambia, lo que se traduce en una variación en la corriente eléctrica que fluye a través de ellas. Esta variación de corriente se detecta y se convierte en una señal eléctrica de salida</a:t>
          </a:r>
          <a:endParaRPr lang="en-US" sz="2000" dirty="0">
            <a:solidFill>
              <a:schemeClr val="tx1"/>
            </a:solidFill>
          </a:endParaRPr>
        </a:p>
      </dgm:t>
    </dgm:pt>
    <dgm:pt modelId="{B05ED6B2-C195-4B67-BD43-BFDD14FA381C}" type="parTrans" cxnId="{1AAF27DE-9A2F-4952-80F2-FABC5527F786}">
      <dgm:prSet/>
      <dgm:spPr/>
      <dgm:t>
        <a:bodyPr/>
        <a:lstStyle/>
        <a:p>
          <a:endParaRPr lang="es-ES">
            <a:solidFill>
              <a:schemeClr val="tx1"/>
            </a:solidFill>
          </a:endParaRPr>
        </a:p>
      </dgm:t>
    </dgm:pt>
    <dgm:pt modelId="{23BA27FA-66F0-4816-9552-C660B1CCFFE8}" type="sibTrans" cxnId="{1AAF27DE-9A2F-4952-80F2-FABC5527F786}">
      <dgm:prSet/>
      <dgm:spPr/>
      <dgm:t>
        <a:bodyPr/>
        <a:lstStyle/>
        <a:p>
          <a:endParaRPr lang="es-ES">
            <a:solidFill>
              <a:schemeClr val="tx1"/>
            </a:solidFill>
          </a:endParaRPr>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LinFactNeighborX="4199">
        <dgm:presLayoutVars>
          <dgm:bulletEnabled val="1"/>
        </dgm:presLayoutVars>
      </dgm:prSet>
      <dgm:spPr/>
    </dgm:pt>
    <dgm:pt modelId="{176C9AB9-268F-4542-8858-410F7980C292}" type="pres">
      <dgm:prSet presAssocID="{B7F2EA6C-38D2-4D46-8B45-4DA20E4B57E5}" presName="FiveNodes_2" presStyleLbl="node1" presStyleIdx="1" presStyleCnt="5" custLinFactY="9649" custLinFactNeighborX="10728" custLinFactNeighborY="100000">
        <dgm:presLayoutVars>
          <dgm:bulletEnabled val="1"/>
        </dgm:presLayoutVars>
      </dgm:prSet>
      <dgm:spPr/>
    </dgm:pt>
    <dgm:pt modelId="{66379E1A-0F09-45D6-84BB-E01BD8286EAC}" type="pres">
      <dgm:prSet presAssocID="{B7F2EA6C-38D2-4D46-8B45-4DA20E4B57E5}" presName="FiveNodes_3" presStyleLbl="node1" presStyleIdx="2" presStyleCnt="5" custLinFactY="-16611" custLinFactNeighborX="-5271" custLinFactNeighborY="-100000">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C3EC3122-395B-439F-840D-152E685D2FA2}" type="presOf" srcId="{1CC70540-C5DA-4883-A6CC-BFEDF1EB2A7F}" destId="{498B0189-1D5E-41B5-BCD4-B5191EB685CF}" srcOrd="0" destOrd="0" presId="urn:microsoft.com/office/officeart/2005/8/layout/vProcess5"/>
    <dgm:cxn modelId="{F131B546-F99F-47A6-A0AC-0A9E7E81088D}" type="presOf" srcId="{10653214-9EEE-46E0-BD30-408AEDC33BE7}" destId="{4EFE6E1B-9267-487A-8669-EC3595E5F5DA}" srcOrd="1"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90AB3876-C0CB-44FB-82C2-6534F5A50EEB}" type="presOf" srcId="{4EF2A762-D302-4043-9613-E4A3565F8A9C}" destId="{F3EA6552-A609-4DEC-8C13-9FD1CC1A3398}" srcOrd="1"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5248FC98-A6B9-4D6F-B751-BF75F24B46FC}" type="presOf" srcId="{8B32B83C-3CA1-4EE5-B1CD-B4DDA01C3687}" destId="{AB1EE32B-45DD-4541-BDC7-76A8FFD50982}" srcOrd="0" destOrd="0" presId="urn:microsoft.com/office/officeart/2005/8/layout/vProcess5"/>
    <dgm:cxn modelId="{6D11D1A1-45D5-48FA-B0ED-FA6F0B8E7679}" srcId="{B7F2EA6C-38D2-4D46-8B45-4DA20E4B57E5}" destId="{4EF2A762-D302-4043-9613-E4A3565F8A9C}" srcOrd="3"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1AAF27DE-9A2F-4952-80F2-FABC5527F786}" srcId="{B7F2EA6C-38D2-4D46-8B45-4DA20E4B57E5}" destId="{1CC70540-C5DA-4883-A6CC-BFEDF1EB2A7F}" srcOrd="4" destOrd="0" parTransId="{B05ED6B2-C195-4B67-BD43-BFDD14FA381C}" sibTransId="{23BA27FA-66F0-4816-9552-C660B1CCFFE8}"/>
    <dgm:cxn modelId="{ACAE47DF-6AC8-49C2-8823-A088DF20F9BA}" type="presOf" srcId="{4EF2A762-D302-4043-9613-E4A3565F8A9C}"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D0F8BCEB-A02E-4962-8A87-25CBAECAD4BB}" type="presOf" srcId="{1CC70540-C5DA-4883-A6CC-BFEDF1EB2A7F}" destId="{F4C74FB0-ABBF-4F7A-BD69-8416730E4DFD}" srcOrd="1"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4">
            <a:lumMod val="75000"/>
          </a:schemeClr>
        </a:solidFill>
      </dgm:spPr>
      <dgm:t>
        <a:bodyPr/>
        <a:lstStyle/>
        <a:p>
          <a:pPr algn="ctr" rtl="0"/>
          <a:r>
            <a:rPr lang="es-BO" sz="2000" dirty="0">
              <a:solidFill>
                <a:schemeClr val="tx1"/>
              </a:solidFill>
            </a:rPr>
            <a:t>PRINCIPO DE FUNCIONAMIENTO</a:t>
          </a:r>
        </a:p>
        <a:p>
          <a:pPr algn="ctr" rtl="0"/>
          <a:r>
            <a:rPr lang="es-BO" sz="2000" dirty="0">
              <a:solidFill>
                <a:schemeClr val="tx1"/>
              </a:solidFill>
            </a:rPr>
            <a:t>El dispositivo detecta la presión utilizando una cavidad de presión y un diafragma de aislamiento para formar un capacitor variable</a:t>
          </a:r>
          <a:endParaRPr lang="en-US" sz="2000" dirty="0">
            <a:solidFill>
              <a:schemeClr val="tx1"/>
            </a:solidFill>
          </a:endParaRP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a:solidFill>
              <a:schemeClr val="tx1"/>
            </a:solidFill>
          </a:endParaRPr>
        </a:p>
      </dgm:t>
    </dgm:pt>
    <dgm:pt modelId="{72118DD8-63A0-410B-8015-DEA3D6DDCE87}">
      <dgm:prSet custT="1"/>
      <dgm:spPr/>
      <dgm:t>
        <a:bodyPr/>
        <a:lstStyle/>
        <a:p>
          <a:pPr rtl="0"/>
          <a:r>
            <a:rPr lang="es-BO" sz="1800" b="0" dirty="0">
              <a:solidFill>
                <a:schemeClr val="tx1"/>
              </a:solidFill>
            </a:rPr>
            <a:t>La presión del proceso provoca una ligera desviación del diafragma de aislamiento del proceso del sensor cerámico.</a:t>
          </a:r>
          <a:endParaRPr lang="en-US" sz="1800"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custT="1"/>
      <dgm:spPr/>
      <dgm:t>
        <a:bodyPr/>
        <a:lstStyle/>
        <a:p>
          <a:pPr rtl="0"/>
          <a:r>
            <a:rPr lang="es-BO" sz="2000" dirty="0">
              <a:solidFill>
                <a:schemeClr val="tx1"/>
              </a:solidFill>
            </a:rPr>
            <a:t>El cambio proporcional a la presión en la capacitancia se mide en los electrodos del sensor cerámico.</a:t>
          </a:r>
          <a:endParaRPr lang="en-US" sz="2000"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4EF2A762-D302-4043-9613-E4A3565F8A9C}">
      <dgm:prSet custT="1"/>
      <dgm:spPr/>
      <dgm:t>
        <a:bodyPr/>
        <a:lstStyle/>
        <a:p>
          <a:pPr rtl="0"/>
          <a:r>
            <a:rPr lang="es-BO" sz="2000" dirty="0">
              <a:solidFill>
                <a:schemeClr val="tx1"/>
              </a:solidFill>
            </a:rPr>
            <a:t>Este cambio en la capacidad se puede medir eléctricamente y correlacionarse con la presión aplicada.</a:t>
          </a:r>
          <a:endParaRPr lang="en-US" sz="2000"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a:solidFill>
          <a:srgbClr val="C00000">
            <a:alpha val="90000"/>
          </a:srgbClr>
        </a:solidFill>
      </dgm:spPr>
      <dgm:t>
        <a:bodyPr/>
        <a:lstStyle/>
        <a:p>
          <a:endParaRPr lang="es-ES">
            <a:solidFill>
              <a:schemeClr val="tx1"/>
            </a:solidFill>
          </a:endParaRPr>
        </a:p>
      </dgm:t>
    </dgm:pt>
    <dgm:pt modelId="{1CC70540-C5DA-4883-A6CC-BFEDF1EB2A7F}">
      <dgm:prSet custT="1"/>
      <dgm:spPr/>
      <dgm:t>
        <a:bodyPr/>
        <a:lstStyle/>
        <a:p>
          <a:pPr rtl="0"/>
          <a:r>
            <a:rPr lang="es-BO" sz="2000" b="0" dirty="0">
              <a:solidFill>
                <a:schemeClr val="tx1"/>
              </a:solidFill>
            </a:rPr>
            <a:t>El sensor capacitivo no requiere liquido de llenado, por tanto, también puede trabajar en aire.</a:t>
          </a:r>
          <a:endParaRPr lang="en-US" sz="2000" dirty="0">
            <a:solidFill>
              <a:schemeClr val="tx1"/>
            </a:solidFill>
          </a:endParaRPr>
        </a:p>
      </dgm:t>
    </dgm:pt>
    <dgm:pt modelId="{B05ED6B2-C195-4B67-BD43-BFDD14FA381C}" type="parTrans" cxnId="{1AAF27DE-9A2F-4952-80F2-FABC5527F786}">
      <dgm:prSet/>
      <dgm:spPr/>
      <dgm:t>
        <a:bodyPr/>
        <a:lstStyle/>
        <a:p>
          <a:endParaRPr lang="es-ES">
            <a:solidFill>
              <a:schemeClr val="tx1"/>
            </a:solidFill>
          </a:endParaRPr>
        </a:p>
      </dgm:t>
    </dgm:pt>
    <dgm:pt modelId="{23BA27FA-66F0-4816-9552-C660B1CCFFE8}" type="sibTrans" cxnId="{1AAF27DE-9A2F-4952-80F2-FABC5527F786}">
      <dgm:prSet/>
      <dgm:spPr/>
      <dgm:t>
        <a:bodyPr/>
        <a:lstStyle/>
        <a:p>
          <a:endParaRPr lang="es-ES">
            <a:solidFill>
              <a:schemeClr val="tx1"/>
            </a:solidFill>
          </a:endParaRPr>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X="105431">
        <dgm:presLayoutVars>
          <dgm:bulletEnabled val="1"/>
        </dgm:presLayoutVars>
      </dgm:prSet>
      <dgm:spPr/>
    </dgm:pt>
    <dgm:pt modelId="{176C9AB9-268F-4542-8858-410F7980C292}" type="pres">
      <dgm:prSet presAssocID="{B7F2EA6C-38D2-4D46-8B45-4DA20E4B57E5}" presName="FiveNodes_2" presStyleLbl="node1" presStyleIdx="1" presStyleCnt="5">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C3EC3122-395B-439F-840D-152E685D2FA2}" type="presOf" srcId="{1CC70540-C5DA-4883-A6CC-BFEDF1EB2A7F}" destId="{498B0189-1D5E-41B5-BCD4-B5191EB685CF}" srcOrd="0" destOrd="0" presId="urn:microsoft.com/office/officeart/2005/8/layout/vProcess5"/>
    <dgm:cxn modelId="{F131B546-F99F-47A6-A0AC-0A9E7E81088D}" type="presOf" srcId="{10653214-9EEE-46E0-BD30-408AEDC33BE7}" destId="{4EFE6E1B-9267-487A-8669-EC3595E5F5DA}" srcOrd="1"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90AB3876-C0CB-44FB-82C2-6534F5A50EEB}" type="presOf" srcId="{4EF2A762-D302-4043-9613-E4A3565F8A9C}" destId="{F3EA6552-A609-4DEC-8C13-9FD1CC1A3398}" srcOrd="1"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5248FC98-A6B9-4D6F-B751-BF75F24B46FC}" type="presOf" srcId="{8B32B83C-3CA1-4EE5-B1CD-B4DDA01C3687}" destId="{AB1EE32B-45DD-4541-BDC7-76A8FFD50982}" srcOrd="0" destOrd="0" presId="urn:microsoft.com/office/officeart/2005/8/layout/vProcess5"/>
    <dgm:cxn modelId="{6D11D1A1-45D5-48FA-B0ED-FA6F0B8E7679}" srcId="{B7F2EA6C-38D2-4D46-8B45-4DA20E4B57E5}" destId="{4EF2A762-D302-4043-9613-E4A3565F8A9C}" srcOrd="3"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1AAF27DE-9A2F-4952-80F2-FABC5527F786}" srcId="{B7F2EA6C-38D2-4D46-8B45-4DA20E4B57E5}" destId="{1CC70540-C5DA-4883-A6CC-BFEDF1EB2A7F}" srcOrd="4" destOrd="0" parTransId="{B05ED6B2-C195-4B67-BD43-BFDD14FA381C}" sibTransId="{23BA27FA-66F0-4816-9552-C660B1CCFFE8}"/>
    <dgm:cxn modelId="{ACAE47DF-6AC8-49C2-8823-A088DF20F9BA}" type="presOf" srcId="{4EF2A762-D302-4043-9613-E4A3565F8A9C}"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D0F8BCEB-A02E-4962-8A87-25CBAECAD4BB}" type="presOf" srcId="{1CC70540-C5DA-4883-A6CC-BFEDF1EB2A7F}" destId="{F4C74FB0-ABBF-4F7A-BD69-8416730E4DFD}" srcOrd="1"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4">
            <a:lumMod val="75000"/>
          </a:schemeClr>
        </a:solidFill>
      </dgm:spPr>
      <dgm:t>
        <a:bodyPr/>
        <a:lstStyle/>
        <a:p>
          <a:pPr algn="ctr" rtl="0"/>
          <a:r>
            <a:rPr lang="es-BO" sz="2000" dirty="0">
              <a:solidFill>
                <a:schemeClr val="tx1"/>
              </a:solidFill>
            </a:rPr>
            <a:t>PRINCIPIO DE FUNCIONAMIENTO</a:t>
          </a:r>
        </a:p>
        <a:p>
          <a:pPr algn="ctr" rtl="0"/>
          <a:r>
            <a:rPr lang="es-BO" sz="2000" dirty="0">
              <a:solidFill>
                <a:schemeClr val="tx1"/>
              </a:solidFill>
            </a:rPr>
            <a:t>Los termopares son sensores de temperatura robustos cuyo principio de medición se basa en el efecto Seebeck </a:t>
          </a:r>
          <a:endParaRPr lang="en-US" sz="2000" dirty="0">
            <a:solidFill>
              <a:schemeClr val="tx1"/>
            </a:solidFill>
          </a:endParaRP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a:solidFill>
              <a:schemeClr val="tx1"/>
            </a:solidFill>
          </a:endParaRPr>
        </a:p>
      </dgm:t>
    </dgm:pt>
    <dgm:pt modelId="{72118DD8-63A0-410B-8015-DEA3D6DDCE87}">
      <dgm:prSet custT="1"/>
      <dgm:spPr/>
      <dgm:t>
        <a:bodyPr/>
        <a:lstStyle/>
        <a:p>
          <a:pPr rtl="0"/>
          <a:r>
            <a:rPr lang="es-BO" sz="2000" b="0" dirty="0">
              <a:solidFill>
                <a:schemeClr val="tx1"/>
              </a:solidFill>
            </a:rPr>
            <a:t>Consta de dos hilos metálicos homogéneos pero diferentes entre si y aislados en toda su longitud. Los dos cables son soldados juntos en un extremo.</a:t>
          </a:r>
          <a:endParaRPr lang="en-US" sz="2000"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custT="1"/>
      <dgm:spPr/>
      <dgm:t>
        <a:bodyPr/>
        <a:lstStyle/>
        <a:p>
          <a:pPr rtl="0"/>
          <a:r>
            <a:rPr lang="es-BO" sz="2000" dirty="0">
              <a:solidFill>
                <a:schemeClr val="tx1"/>
              </a:solidFill>
            </a:rPr>
            <a:t>El extremo es llamado “unión caliente o de medición” y el otro extremo es conocido como “unión fría o de referencia”</a:t>
          </a:r>
          <a:endParaRPr lang="en-US" sz="2000"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4EF2A762-D302-4043-9613-E4A3565F8A9C}">
      <dgm:prSet custT="1"/>
      <dgm:spPr/>
      <dgm:t>
        <a:bodyPr/>
        <a:lstStyle/>
        <a:p>
          <a:pPr rtl="0"/>
          <a:r>
            <a:rPr lang="es-BO" sz="2000" noProof="0" dirty="0">
              <a:solidFill>
                <a:schemeClr val="tx1"/>
              </a:solidFill>
            </a:rPr>
            <a:t>Cuando se conectan en un punto los dos conductores eléctricos de distintos materiales, puede medirse una tensión eléctrica débil entre los dos extremos abiertos </a:t>
          </a: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a:solidFill>
          <a:srgbClr val="C00000">
            <a:alpha val="90000"/>
          </a:srgbClr>
        </a:solidFill>
      </dgm:spPr>
      <dgm:t>
        <a:bodyPr/>
        <a:lstStyle/>
        <a:p>
          <a:endParaRPr lang="es-ES">
            <a:solidFill>
              <a:schemeClr val="tx1"/>
            </a:solidFill>
          </a:endParaRPr>
        </a:p>
      </dgm:t>
    </dgm:pt>
    <dgm:pt modelId="{1CC70540-C5DA-4883-A6CC-BFEDF1EB2A7F}">
      <dgm:prSet custT="1"/>
      <dgm:spPr/>
      <dgm:t>
        <a:bodyPr/>
        <a:lstStyle/>
        <a:p>
          <a:pPr rtl="0"/>
          <a:r>
            <a:rPr lang="es-BO" sz="2000" b="0" dirty="0">
              <a:solidFill>
                <a:schemeClr val="tx1"/>
              </a:solidFill>
            </a:rPr>
            <a:t>Siempre que haya un gradiente de temperatura en los conductores, esta tensión es denominada “tensión termo eléctrica”</a:t>
          </a:r>
          <a:endParaRPr lang="en-US" sz="2000" dirty="0">
            <a:solidFill>
              <a:schemeClr val="tx1"/>
            </a:solidFill>
          </a:endParaRPr>
        </a:p>
      </dgm:t>
    </dgm:pt>
    <dgm:pt modelId="{B05ED6B2-C195-4B67-BD43-BFDD14FA381C}" type="parTrans" cxnId="{1AAF27DE-9A2F-4952-80F2-FABC5527F786}">
      <dgm:prSet/>
      <dgm:spPr/>
      <dgm:t>
        <a:bodyPr/>
        <a:lstStyle/>
        <a:p>
          <a:endParaRPr lang="es-ES">
            <a:solidFill>
              <a:schemeClr val="tx1"/>
            </a:solidFill>
          </a:endParaRPr>
        </a:p>
      </dgm:t>
    </dgm:pt>
    <dgm:pt modelId="{23BA27FA-66F0-4816-9552-C660B1CCFFE8}" type="sibTrans" cxnId="{1AAF27DE-9A2F-4952-80F2-FABC5527F786}">
      <dgm:prSet/>
      <dgm:spPr/>
      <dgm:t>
        <a:bodyPr/>
        <a:lstStyle/>
        <a:p>
          <a:endParaRPr lang="es-ES">
            <a:solidFill>
              <a:schemeClr val="tx1"/>
            </a:solidFill>
          </a:endParaRPr>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dgm:presLayoutVars>
          <dgm:bulletEnabled val="1"/>
        </dgm:presLayoutVars>
      </dgm:prSet>
      <dgm:spPr/>
    </dgm:pt>
    <dgm:pt modelId="{176C9AB9-268F-4542-8858-410F7980C292}" type="pres">
      <dgm:prSet presAssocID="{B7F2EA6C-38D2-4D46-8B45-4DA20E4B57E5}" presName="FiveNodes_2" presStyleLbl="node1" presStyleIdx="1" presStyleCnt="5">
        <dgm:presLayoutVars>
          <dgm:bulletEnabled val="1"/>
        </dgm:presLayoutVars>
      </dgm:prSet>
      <dgm:spPr/>
    </dgm:pt>
    <dgm:pt modelId="{66379E1A-0F09-45D6-84BB-E01BD8286EAC}" type="pres">
      <dgm:prSet presAssocID="{B7F2EA6C-38D2-4D46-8B45-4DA20E4B57E5}" presName="FiveNodes_3" presStyleLbl="node1" presStyleIdx="2" presStyleCnt="5" custLinFactNeighborY="3482">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custLinFactNeighborX="-3012">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C3EC3122-395B-439F-840D-152E685D2FA2}" type="presOf" srcId="{1CC70540-C5DA-4883-A6CC-BFEDF1EB2A7F}" destId="{498B0189-1D5E-41B5-BCD4-B5191EB685CF}" srcOrd="0" destOrd="0" presId="urn:microsoft.com/office/officeart/2005/8/layout/vProcess5"/>
    <dgm:cxn modelId="{F131B546-F99F-47A6-A0AC-0A9E7E81088D}" type="presOf" srcId="{10653214-9EEE-46E0-BD30-408AEDC33BE7}" destId="{4EFE6E1B-9267-487A-8669-EC3595E5F5DA}" srcOrd="1"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90AB3876-C0CB-44FB-82C2-6534F5A50EEB}" type="presOf" srcId="{4EF2A762-D302-4043-9613-E4A3565F8A9C}" destId="{F3EA6552-A609-4DEC-8C13-9FD1CC1A3398}" srcOrd="1"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5248FC98-A6B9-4D6F-B751-BF75F24B46FC}" type="presOf" srcId="{8B32B83C-3CA1-4EE5-B1CD-B4DDA01C3687}" destId="{AB1EE32B-45DD-4541-BDC7-76A8FFD50982}" srcOrd="0" destOrd="0" presId="urn:microsoft.com/office/officeart/2005/8/layout/vProcess5"/>
    <dgm:cxn modelId="{6D11D1A1-45D5-48FA-B0ED-FA6F0B8E7679}" srcId="{B7F2EA6C-38D2-4D46-8B45-4DA20E4B57E5}" destId="{4EF2A762-D302-4043-9613-E4A3565F8A9C}" srcOrd="3"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1AAF27DE-9A2F-4952-80F2-FABC5527F786}" srcId="{B7F2EA6C-38D2-4D46-8B45-4DA20E4B57E5}" destId="{1CC70540-C5DA-4883-A6CC-BFEDF1EB2A7F}" srcOrd="4" destOrd="0" parTransId="{B05ED6B2-C195-4B67-BD43-BFDD14FA381C}" sibTransId="{23BA27FA-66F0-4816-9552-C660B1CCFFE8}"/>
    <dgm:cxn modelId="{ACAE47DF-6AC8-49C2-8823-A088DF20F9BA}" type="presOf" srcId="{4EF2A762-D302-4043-9613-E4A3565F8A9C}"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D0F8BCEB-A02E-4962-8A87-25CBAECAD4BB}" type="presOf" srcId="{1CC70540-C5DA-4883-A6CC-BFEDF1EB2A7F}" destId="{F4C74FB0-ABBF-4F7A-BD69-8416730E4DFD}" srcOrd="1"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4">
            <a:lumMod val="75000"/>
          </a:schemeClr>
        </a:solidFill>
      </dgm:spPr>
      <dgm:t>
        <a:bodyPr/>
        <a:lstStyle/>
        <a:p>
          <a:pPr algn="ctr" rtl="0"/>
          <a:r>
            <a:rPr lang="es-BO" sz="2000" dirty="0">
              <a:solidFill>
                <a:schemeClr val="tx1"/>
              </a:solidFill>
            </a:rPr>
            <a:t>PRINCIPIO DE FUNCIONAMIENTO</a:t>
          </a:r>
        </a:p>
        <a:p>
          <a:pPr algn="ctr" rtl="0"/>
          <a:r>
            <a:rPr lang="es-BO" sz="2000" dirty="0">
              <a:solidFill>
                <a:schemeClr val="tx1"/>
              </a:solidFill>
            </a:rPr>
            <a:t>El dispositivo realiza medidas de temperatura utilizando como factor principal de medición la resistencia de un metal.</a:t>
          </a:r>
          <a:endParaRPr lang="en-US" sz="2000" dirty="0">
            <a:solidFill>
              <a:schemeClr val="tx1"/>
            </a:solidFill>
          </a:endParaRP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a:solidFill>
              <a:schemeClr val="tx1"/>
            </a:solidFill>
          </a:endParaRPr>
        </a:p>
      </dgm:t>
    </dgm:pt>
    <dgm:pt modelId="{72118DD8-63A0-410B-8015-DEA3D6DDCE87}">
      <dgm:prSet custT="1"/>
      <dgm:spPr/>
      <dgm:t>
        <a:bodyPr/>
        <a:lstStyle/>
        <a:p>
          <a:pPr rtl="0"/>
          <a:r>
            <a:rPr lang="es-BO" sz="2000" b="0" dirty="0">
              <a:solidFill>
                <a:schemeClr val="tx1"/>
              </a:solidFill>
            </a:rPr>
            <a:t>La resistencia del alambre de metal se transforma con relación a la temperatura, el funcionamiento de la RTD comienza al calentarse un metal.</a:t>
          </a:r>
          <a:endParaRPr lang="en-US" sz="2000"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custT="1"/>
      <dgm:spPr/>
      <dgm:t>
        <a:bodyPr/>
        <a:lstStyle/>
        <a:p>
          <a:pPr rtl="0"/>
          <a:r>
            <a:rPr lang="es-BO" sz="2000" dirty="0">
              <a:solidFill>
                <a:schemeClr val="tx1"/>
              </a:solidFill>
            </a:rPr>
            <a:t>Esta acción permite un aumento de temperatura induciendo una mayor agitación térmica y aumento de la resistencia.</a:t>
          </a:r>
          <a:endParaRPr lang="en-US" sz="2000"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4EF2A762-D302-4043-9613-E4A3565F8A9C}">
      <dgm:prSet custT="1"/>
      <dgm:spPr/>
      <dgm:t>
        <a:bodyPr/>
        <a:lstStyle/>
        <a:p>
          <a:pPr rtl="0"/>
          <a:r>
            <a:rPr lang="en-US" sz="2000" dirty="0">
              <a:solidFill>
                <a:schemeClr val="tx1"/>
              </a:solidFill>
            </a:rPr>
            <a:t>Se </a:t>
          </a:r>
          <a:r>
            <a:rPr lang="en-US" sz="2000" dirty="0" err="1">
              <a:solidFill>
                <a:schemeClr val="tx1"/>
              </a:solidFill>
            </a:rPr>
            <a:t>maneja</a:t>
          </a:r>
          <a:r>
            <a:rPr lang="en-US" sz="2000" dirty="0">
              <a:solidFill>
                <a:schemeClr val="tx1"/>
              </a:solidFill>
            </a:rPr>
            <a:t> </a:t>
          </a:r>
          <a:r>
            <a:rPr lang="en-US" sz="2000" dirty="0" err="1">
              <a:solidFill>
                <a:schemeClr val="tx1"/>
              </a:solidFill>
            </a:rPr>
            <a:t>el</a:t>
          </a:r>
          <a:r>
            <a:rPr lang="en-US" sz="2000" dirty="0">
              <a:solidFill>
                <a:schemeClr val="tx1"/>
              </a:solidFill>
            </a:rPr>
            <a:t> </a:t>
          </a:r>
          <a:r>
            <a:rPr lang="en-US" sz="2000" dirty="0" err="1">
              <a:solidFill>
                <a:schemeClr val="tx1"/>
              </a:solidFill>
            </a:rPr>
            <a:t>concepto</a:t>
          </a:r>
          <a:r>
            <a:rPr lang="en-US" sz="2000" dirty="0">
              <a:solidFill>
                <a:schemeClr val="tx1"/>
              </a:solidFill>
            </a:rPr>
            <a:t> de a mayor </a:t>
          </a:r>
          <a:r>
            <a:rPr lang="en-US" sz="2000" dirty="0" err="1">
              <a:solidFill>
                <a:schemeClr val="tx1"/>
              </a:solidFill>
            </a:rPr>
            <a:t>temperatura</a:t>
          </a:r>
          <a:r>
            <a:rPr lang="en-US" sz="2000" dirty="0">
              <a:solidFill>
                <a:schemeClr val="tx1"/>
              </a:solidFill>
            </a:rPr>
            <a:t>, mayor </a:t>
          </a:r>
          <a:r>
            <a:rPr lang="en-US" sz="2000" dirty="0" err="1">
              <a:solidFill>
                <a:schemeClr val="tx1"/>
              </a:solidFill>
            </a:rPr>
            <a:t>agitancion</a:t>
          </a:r>
          <a:r>
            <a:rPr lang="en-US" sz="2000" dirty="0">
              <a:solidFill>
                <a:schemeClr val="tx1"/>
              </a:solidFill>
            </a:rPr>
            <a:t> y mayor Resistencia y a </a:t>
          </a:r>
          <a:r>
            <a:rPr lang="en-US" sz="2000" dirty="0" err="1">
              <a:solidFill>
                <a:schemeClr val="tx1"/>
              </a:solidFill>
            </a:rPr>
            <a:t>menor</a:t>
          </a:r>
          <a:r>
            <a:rPr lang="en-US" sz="2000" dirty="0">
              <a:solidFill>
                <a:schemeClr val="tx1"/>
              </a:solidFill>
            </a:rPr>
            <a:t> </a:t>
          </a:r>
          <a:r>
            <a:rPr lang="en-US" sz="2000" dirty="0" err="1">
              <a:solidFill>
                <a:schemeClr val="tx1"/>
              </a:solidFill>
            </a:rPr>
            <a:t>temperatura</a:t>
          </a:r>
          <a:r>
            <a:rPr lang="en-US" sz="2000" dirty="0">
              <a:solidFill>
                <a:schemeClr val="tx1"/>
              </a:solidFill>
            </a:rPr>
            <a:t>, se </a:t>
          </a:r>
          <a:r>
            <a:rPr lang="en-US" sz="2000" dirty="0" err="1">
              <a:solidFill>
                <a:schemeClr val="tx1"/>
              </a:solidFill>
            </a:rPr>
            <a:t>tiene</a:t>
          </a:r>
          <a:r>
            <a:rPr lang="en-US" sz="2000" dirty="0">
              <a:solidFill>
                <a:schemeClr val="tx1"/>
              </a:solidFill>
            </a:rPr>
            <a:t> </a:t>
          </a:r>
          <a:r>
            <a:rPr lang="en-US" sz="2000" dirty="0" err="1">
              <a:solidFill>
                <a:schemeClr val="tx1"/>
              </a:solidFill>
            </a:rPr>
            <a:t>menor</a:t>
          </a:r>
          <a:r>
            <a:rPr lang="en-US" sz="2000" dirty="0">
              <a:solidFill>
                <a:schemeClr val="tx1"/>
              </a:solidFill>
            </a:rPr>
            <a:t> </a:t>
          </a:r>
          <a:r>
            <a:rPr lang="en-US" sz="2000" dirty="0" err="1">
              <a:solidFill>
                <a:schemeClr val="tx1"/>
              </a:solidFill>
            </a:rPr>
            <a:t>agitacion</a:t>
          </a:r>
          <a:r>
            <a:rPr lang="en-US" sz="2000" dirty="0">
              <a:solidFill>
                <a:schemeClr val="tx1"/>
              </a:solidFill>
            </a:rPr>
            <a:t> y </a:t>
          </a:r>
          <a:r>
            <a:rPr lang="en-US" sz="2000" dirty="0" err="1">
              <a:solidFill>
                <a:schemeClr val="tx1"/>
              </a:solidFill>
            </a:rPr>
            <a:t>menor</a:t>
          </a:r>
          <a:r>
            <a:rPr lang="en-US" sz="2000" dirty="0">
              <a:solidFill>
                <a:schemeClr val="tx1"/>
              </a:solidFill>
            </a:rPr>
            <a:t> Resistencia.</a:t>
          </a: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a:solidFill>
          <a:srgbClr val="C00000">
            <a:alpha val="90000"/>
          </a:srgbClr>
        </a:solidFill>
      </dgm:spPr>
      <dgm:t>
        <a:bodyPr/>
        <a:lstStyle/>
        <a:p>
          <a:endParaRPr lang="es-ES">
            <a:solidFill>
              <a:schemeClr val="tx1"/>
            </a:solidFill>
          </a:endParaRPr>
        </a:p>
      </dgm:t>
    </dgm:pt>
    <dgm:pt modelId="{1CC70540-C5DA-4883-A6CC-BFEDF1EB2A7F}">
      <dgm:prSet custT="1"/>
      <dgm:spPr/>
      <dgm:t>
        <a:bodyPr/>
        <a:lstStyle/>
        <a:p>
          <a:pPr rtl="0"/>
          <a:r>
            <a:rPr lang="es-BO" sz="2000" b="0" dirty="0">
              <a:solidFill>
                <a:schemeClr val="tx1"/>
              </a:solidFill>
            </a:rPr>
            <a:t>La relación resistencia-temperatura se representa con la siguiente formula: R=Ro[1+a(T-</a:t>
          </a:r>
          <a:r>
            <a:rPr lang="es-BO" sz="2000" b="0" dirty="0" err="1">
              <a:solidFill>
                <a:schemeClr val="tx1"/>
              </a:solidFill>
            </a:rPr>
            <a:t>To</a:t>
          </a:r>
          <a:r>
            <a:rPr lang="es-BO" sz="2000" b="0" dirty="0">
              <a:solidFill>
                <a:schemeClr val="tx1"/>
              </a:solidFill>
            </a:rPr>
            <a:t>)]</a:t>
          </a:r>
        </a:p>
      </dgm:t>
    </dgm:pt>
    <dgm:pt modelId="{B05ED6B2-C195-4B67-BD43-BFDD14FA381C}" type="parTrans" cxnId="{1AAF27DE-9A2F-4952-80F2-FABC5527F786}">
      <dgm:prSet/>
      <dgm:spPr/>
      <dgm:t>
        <a:bodyPr/>
        <a:lstStyle/>
        <a:p>
          <a:endParaRPr lang="es-ES">
            <a:solidFill>
              <a:schemeClr val="tx1"/>
            </a:solidFill>
          </a:endParaRPr>
        </a:p>
      </dgm:t>
    </dgm:pt>
    <dgm:pt modelId="{23BA27FA-66F0-4816-9552-C660B1CCFFE8}" type="sibTrans" cxnId="{1AAF27DE-9A2F-4952-80F2-FABC5527F786}">
      <dgm:prSet/>
      <dgm:spPr/>
      <dgm:t>
        <a:bodyPr/>
        <a:lstStyle/>
        <a:p>
          <a:endParaRPr lang="es-ES">
            <a:solidFill>
              <a:schemeClr val="tx1"/>
            </a:solidFill>
          </a:endParaRPr>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dgm:presLayoutVars>
          <dgm:bulletEnabled val="1"/>
        </dgm:presLayoutVars>
      </dgm:prSet>
      <dgm:spPr/>
    </dgm:pt>
    <dgm:pt modelId="{176C9AB9-268F-4542-8858-410F7980C292}" type="pres">
      <dgm:prSet presAssocID="{B7F2EA6C-38D2-4D46-8B45-4DA20E4B57E5}" presName="FiveNodes_2" presStyleLbl="node1" presStyleIdx="1" presStyleCnt="5">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custScaleX="114079" custLinFactNeighborX="-3012">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C3EC3122-395B-439F-840D-152E685D2FA2}" type="presOf" srcId="{1CC70540-C5DA-4883-A6CC-BFEDF1EB2A7F}" destId="{498B0189-1D5E-41B5-BCD4-B5191EB685CF}" srcOrd="0" destOrd="0" presId="urn:microsoft.com/office/officeart/2005/8/layout/vProcess5"/>
    <dgm:cxn modelId="{F131B546-F99F-47A6-A0AC-0A9E7E81088D}" type="presOf" srcId="{10653214-9EEE-46E0-BD30-408AEDC33BE7}" destId="{4EFE6E1B-9267-487A-8669-EC3595E5F5DA}" srcOrd="1"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90AB3876-C0CB-44FB-82C2-6534F5A50EEB}" type="presOf" srcId="{4EF2A762-D302-4043-9613-E4A3565F8A9C}" destId="{F3EA6552-A609-4DEC-8C13-9FD1CC1A3398}" srcOrd="1"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5248FC98-A6B9-4D6F-B751-BF75F24B46FC}" type="presOf" srcId="{8B32B83C-3CA1-4EE5-B1CD-B4DDA01C3687}" destId="{AB1EE32B-45DD-4541-BDC7-76A8FFD50982}" srcOrd="0" destOrd="0" presId="urn:microsoft.com/office/officeart/2005/8/layout/vProcess5"/>
    <dgm:cxn modelId="{6D11D1A1-45D5-48FA-B0ED-FA6F0B8E7679}" srcId="{B7F2EA6C-38D2-4D46-8B45-4DA20E4B57E5}" destId="{4EF2A762-D302-4043-9613-E4A3565F8A9C}" srcOrd="3"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1AAF27DE-9A2F-4952-80F2-FABC5527F786}" srcId="{B7F2EA6C-38D2-4D46-8B45-4DA20E4B57E5}" destId="{1CC70540-C5DA-4883-A6CC-BFEDF1EB2A7F}" srcOrd="4" destOrd="0" parTransId="{B05ED6B2-C195-4B67-BD43-BFDD14FA381C}" sibTransId="{23BA27FA-66F0-4816-9552-C660B1CCFFE8}"/>
    <dgm:cxn modelId="{ACAE47DF-6AC8-49C2-8823-A088DF20F9BA}" type="presOf" srcId="{4EF2A762-D302-4043-9613-E4A3565F8A9C}"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D0F8BCEB-A02E-4962-8A87-25CBAECAD4BB}" type="presOf" srcId="{1CC70540-C5DA-4883-A6CC-BFEDF1EB2A7F}" destId="{F4C74FB0-ABBF-4F7A-BD69-8416730E4DFD}" srcOrd="1"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4">
            <a:lumMod val="75000"/>
          </a:schemeClr>
        </a:solidFill>
      </dgm:spPr>
      <dgm:t>
        <a:bodyPr/>
        <a:lstStyle/>
        <a:p>
          <a:pPr algn="ctr" rtl="0"/>
          <a:r>
            <a:rPr lang="es-BO" sz="2000" dirty="0">
              <a:solidFill>
                <a:schemeClr val="tx1"/>
              </a:solidFill>
            </a:rPr>
            <a:t>PRINCIPIO DE FUNCIONAMIENTO</a:t>
          </a:r>
        </a:p>
        <a:p>
          <a:pPr algn="ctr" rtl="0"/>
          <a:r>
            <a:rPr lang="es-BO" sz="2000" dirty="0">
              <a:solidFill>
                <a:schemeClr val="tx1"/>
              </a:solidFill>
            </a:rPr>
            <a:t>Se basa en el principio de medida “Time of </a:t>
          </a:r>
          <a:r>
            <a:rPr lang="es-BO" sz="2000" dirty="0" err="1">
              <a:solidFill>
                <a:schemeClr val="tx1"/>
              </a:solidFill>
            </a:rPr>
            <a:t>flight</a:t>
          </a:r>
          <a:r>
            <a:rPr lang="es-BO" sz="2000" dirty="0">
              <a:solidFill>
                <a:schemeClr val="tx1"/>
              </a:solidFill>
            </a:rPr>
            <a:t>” y van detectando continuamente el nivel del liquido en el tanque.</a:t>
          </a:r>
          <a:endParaRPr lang="en-US" sz="2000" dirty="0">
            <a:solidFill>
              <a:schemeClr val="tx1"/>
            </a:solidFill>
          </a:endParaRP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a:solidFill>
              <a:schemeClr val="tx1"/>
            </a:solidFill>
          </a:endParaRPr>
        </a:p>
      </dgm:t>
    </dgm:pt>
    <dgm:pt modelId="{72118DD8-63A0-410B-8015-DEA3D6DDCE87}">
      <dgm:prSet custT="1"/>
      <dgm:spPr/>
      <dgm:t>
        <a:bodyPr/>
        <a:lstStyle/>
        <a:p>
          <a:pPr rtl="0"/>
          <a:r>
            <a:rPr lang="es-BO" sz="1800" b="0" dirty="0">
              <a:solidFill>
                <a:schemeClr val="tx1"/>
              </a:solidFill>
            </a:rPr>
            <a:t>Pulsos ultrasónicos son emitidos reflejados en la superficie del liquido y son recibidos por el sensor. </a:t>
          </a:r>
          <a:endParaRPr lang="en-US" sz="1800"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custT="1"/>
      <dgm:spPr/>
      <dgm:t>
        <a:bodyPr/>
        <a:lstStyle/>
        <a:p>
          <a:pPr rtl="0"/>
          <a:r>
            <a:rPr lang="es-BO" sz="2000" dirty="0">
              <a:solidFill>
                <a:schemeClr val="tx1"/>
              </a:solidFill>
            </a:rPr>
            <a:t>La distancia entre el instrumento y el liquido se puede calcular midiendo el “tiempo de vuelo”. </a:t>
          </a:r>
          <a:endParaRPr lang="en-US" sz="2000"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4EF2A762-D302-4043-9613-E4A3565F8A9C}">
      <dgm:prSet custT="1"/>
      <dgm:spPr/>
      <dgm:t>
        <a:bodyPr/>
        <a:lstStyle/>
        <a:p>
          <a:pPr rtl="0"/>
          <a:r>
            <a:rPr lang="es-BO" sz="2000" dirty="0">
              <a:solidFill>
                <a:schemeClr val="tx1"/>
              </a:solidFill>
            </a:rPr>
            <a:t>Las ondas ultrasónicas, son ondas mecánicas, generados </a:t>
          </a:r>
          <a:r>
            <a:rPr lang="es-BO" sz="2000" dirty="0" err="1">
              <a:solidFill>
                <a:schemeClr val="tx1"/>
              </a:solidFill>
            </a:rPr>
            <a:t>piezo</a:t>
          </a:r>
          <a:r>
            <a:rPr lang="es-BO" sz="2000" dirty="0">
              <a:solidFill>
                <a:schemeClr val="tx1"/>
              </a:solidFill>
            </a:rPr>
            <a:t>- eléctricamente y reflejados en la superficie del liquido debido a la diferencia de densidad entre el aire y el liquido</a:t>
          </a:r>
          <a:endParaRPr lang="en-US" sz="2000"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a:solidFill>
          <a:srgbClr val="C00000">
            <a:alpha val="90000"/>
          </a:srgbClr>
        </a:solidFill>
      </dgm:spPr>
      <dgm:t>
        <a:bodyPr/>
        <a:lstStyle/>
        <a:p>
          <a:endParaRPr lang="es-ES">
            <a:solidFill>
              <a:schemeClr val="tx1"/>
            </a:solidFill>
          </a:endParaRPr>
        </a:p>
      </dgm:t>
    </dgm:pt>
    <dgm:pt modelId="{1CC70540-C5DA-4883-A6CC-BFEDF1EB2A7F}">
      <dgm:prSet custT="1"/>
      <dgm:spPr/>
      <dgm:t>
        <a:bodyPr/>
        <a:lstStyle/>
        <a:p>
          <a:pPr rtl="0"/>
          <a:r>
            <a:rPr lang="es-BO" sz="2000" b="0" dirty="0">
              <a:solidFill>
                <a:schemeClr val="tx1"/>
              </a:solidFill>
            </a:rPr>
            <a:t>El periodo de tiempo medido y analizado por el instrumento, entre enviar y recibir el pulso, es una medida directa para calcular la distancia entre la membrana del sensor y la superficie del liquido</a:t>
          </a:r>
          <a:endParaRPr lang="en-US" sz="2000" dirty="0">
            <a:solidFill>
              <a:schemeClr val="tx1"/>
            </a:solidFill>
          </a:endParaRPr>
        </a:p>
      </dgm:t>
    </dgm:pt>
    <dgm:pt modelId="{B05ED6B2-C195-4B67-BD43-BFDD14FA381C}" type="parTrans" cxnId="{1AAF27DE-9A2F-4952-80F2-FABC5527F786}">
      <dgm:prSet/>
      <dgm:spPr/>
      <dgm:t>
        <a:bodyPr/>
        <a:lstStyle/>
        <a:p>
          <a:endParaRPr lang="es-ES">
            <a:solidFill>
              <a:schemeClr val="tx1"/>
            </a:solidFill>
          </a:endParaRPr>
        </a:p>
      </dgm:t>
    </dgm:pt>
    <dgm:pt modelId="{23BA27FA-66F0-4816-9552-C660B1CCFFE8}" type="sibTrans" cxnId="{1AAF27DE-9A2F-4952-80F2-FABC5527F786}">
      <dgm:prSet/>
      <dgm:spPr/>
      <dgm:t>
        <a:bodyPr/>
        <a:lstStyle/>
        <a:p>
          <a:endParaRPr lang="es-ES">
            <a:solidFill>
              <a:schemeClr val="tx1"/>
            </a:solidFill>
          </a:endParaRPr>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LinFactNeighborX="0">
        <dgm:presLayoutVars>
          <dgm:bulletEnabled val="1"/>
        </dgm:presLayoutVars>
      </dgm:prSet>
      <dgm:spPr/>
    </dgm:pt>
    <dgm:pt modelId="{176C9AB9-268F-4542-8858-410F7980C292}" type="pres">
      <dgm:prSet presAssocID="{B7F2EA6C-38D2-4D46-8B45-4DA20E4B57E5}" presName="FiveNodes_2" presStyleLbl="node1" presStyleIdx="1" presStyleCnt="5">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custScaleX="107705" custLinFactNeighborX="-3012">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C3EC3122-395B-439F-840D-152E685D2FA2}" type="presOf" srcId="{1CC70540-C5DA-4883-A6CC-BFEDF1EB2A7F}" destId="{498B0189-1D5E-41B5-BCD4-B5191EB685CF}" srcOrd="0" destOrd="0" presId="urn:microsoft.com/office/officeart/2005/8/layout/vProcess5"/>
    <dgm:cxn modelId="{F131B546-F99F-47A6-A0AC-0A9E7E81088D}" type="presOf" srcId="{10653214-9EEE-46E0-BD30-408AEDC33BE7}" destId="{4EFE6E1B-9267-487A-8669-EC3595E5F5DA}" srcOrd="1"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90AB3876-C0CB-44FB-82C2-6534F5A50EEB}" type="presOf" srcId="{4EF2A762-D302-4043-9613-E4A3565F8A9C}" destId="{F3EA6552-A609-4DEC-8C13-9FD1CC1A3398}" srcOrd="1"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5248FC98-A6B9-4D6F-B751-BF75F24B46FC}" type="presOf" srcId="{8B32B83C-3CA1-4EE5-B1CD-B4DDA01C3687}" destId="{AB1EE32B-45DD-4541-BDC7-76A8FFD50982}" srcOrd="0" destOrd="0" presId="urn:microsoft.com/office/officeart/2005/8/layout/vProcess5"/>
    <dgm:cxn modelId="{6D11D1A1-45D5-48FA-B0ED-FA6F0B8E7679}" srcId="{B7F2EA6C-38D2-4D46-8B45-4DA20E4B57E5}" destId="{4EF2A762-D302-4043-9613-E4A3565F8A9C}" srcOrd="3"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1AAF27DE-9A2F-4952-80F2-FABC5527F786}" srcId="{B7F2EA6C-38D2-4D46-8B45-4DA20E4B57E5}" destId="{1CC70540-C5DA-4883-A6CC-BFEDF1EB2A7F}" srcOrd="4" destOrd="0" parTransId="{B05ED6B2-C195-4B67-BD43-BFDD14FA381C}" sibTransId="{23BA27FA-66F0-4816-9552-C660B1CCFFE8}"/>
    <dgm:cxn modelId="{ACAE47DF-6AC8-49C2-8823-A088DF20F9BA}" type="presOf" srcId="{4EF2A762-D302-4043-9613-E4A3565F8A9C}"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D0F8BCEB-A02E-4962-8A87-25CBAECAD4BB}" type="presOf" srcId="{1CC70540-C5DA-4883-A6CC-BFEDF1EB2A7F}" destId="{F4C74FB0-ABBF-4F7A-BD69-8416730E4DFD}" srcOrd="1"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4">
            <a:lumMod val="75000"/>
          </a:schemeClr>
        </a:solidFill>
      </dgm:spPr>
      <dgm:t>
        <a:bodyPr/>
        <a:lstStyle/>
        <a:p>
          <a:pPr algn="ctr" rtl="0"/>
          <a:r>
            <a:rPr lang="es-BO" sz="2000" dirty="0">
              <a:solidFill>
                <a:schemeClr val="tx1"/>
              </a:solidFill>
            </a:rPr>
            <a:t>DIAGNOSTICO</a:t>
          </a:r>
        </a:p>
        <a:p>
          <a:pPr algn="ctr" rtl="0"/>
          <a:r>
            <a:rPr lang="es-BO" sz="2000" noProof="0" dirty="0">
              <a:solidFill>
                <a:schemeClr val="tx1"/>
              </a:solidFill>
            </a:rPr>
            <a:t>El sensor ultrasónico no presentaba ningún problema visualmente, por lo que se procedió a probar su funcionamiento</a:t>
          </a: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a:solidFill>
              <a:schemeClr val="tx1"/>
            </a:solidFill>
          </a:endParaRPr>
        </a:p>
      </dgm:t>
    </dgm:pt>
    <dgm:pt modelId="{72118DD8-63A0-410B-8015-DEA3D6DDCE87}">
      <dgm:prSet custT="1"/>
      <dgm:spPr/>
      <dgm:t>
        <a:bodyPr/>
        <a:lstStyle/>
        <a:p>
          <a:pPr rtl="0"/>
          <a:r>
            <a:rPr lang="es-BO" sz="1800" noProof="0" dirty="0"/>
            <a:t>El sensor inicialmente ya presentaba una calibración, pero se procedió a realizarlo nuevamente</a:t>
          </a:r>
          <a:r>
            <a:rPr lang="es-ES" sz="1800" dirty="0"/>
            <a:t>.</a:t>
          </a:r>
          <a:endParaRPr lang="en-US" sz="1800"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custT="1"/>
      <dgm:spPr/>
      <dgm:t>
        <a:bodyPr/>
        <a:lstStyle/>
        <a:p>
          <a:pPr rtl="0"/>
          <a:r>
            <a:rPr lang="es-ES" sz="2000" dirty="0"/>
            <a:t>Se realizaron las medidas máximas de distancia, que será la menor altura (H=0) y la mínima distancia (</a:t>
          </a:r>
          <a:r>
            <a:rPr lang="es-ES" sz="2000" dirty="0" err="1"/>
            <a:t>Hmax</a:t>
          </a:r>
          <a:r>
            <a:rPr lang="es-ES" sz="2000" dirty="0"/>
            <a:t>)</a:t>
          </a:r>
          <a:endParaRPr lang="en-US" sz="2000"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4EF2A762-D302-4043-9613-E4A3565F8A9C}">
      <dgm:prSet custT="1"/>
      <dgm:spPr/>
      <dgm:t>
        <a:bodyPr/>
        <a:lstStyle/>
        <a:p>
          <a:pPr rtl="0"/>
          <a:r>
            <a:rPr lang="es-ES" sz="2000" dirty="0"/>
            <a:t>La calibración se la realiza mediante el botón de configuración y se procede a guardar el rango de distancia de trabajo con ayuda de la hoja técnica.</a:t>
          </a:r>
          <a:endParaRPr lang="en-US" sz="2000"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a:solidFill>
          <a:srgbClr val="C00000">
            <a:alpha val="90000"/>
          </a:srgbClr>
        </a:solidFill>
      </dgm:spPr>
      <dgm:t>
        <a:bodyPr/>
        <a:lstStyle/>
        <a:p>
          <a:endParaRPr lang="es-ES">
            <a:solidFill>
              <a:schemeClr val="tx1"/>
            </a:solidFill>
          </a:endParaRPr>
        </a:p>
      </dgm:t>
    </dgm:pt>
    <dgm:pt modelId="{1CC70540-C5DA-4883-A6CC-BFEDF1EB2A7F}">
      <dgm:prSet custT="1"/>
      <dgm:spPr/>
      <dgm:t>
        <a:bodyPr/>
        <a:lstStyle/>
        <a:p>
          <a:pPr rtl="0"/>
          <a:r>
            <a:rPr lang="en-US" sz="2000" dirty="0">
              <a:solidFill>
                <a:schemeClr val="tx1"/>
              </a:solidFill>
            </a:rPr>
            <a:t>Una </a:t>
          </a:r>
          <a:r>
            <a:rPr lang="es-BO" sz="2000" noProof="0" dirty="0">
              <a:solidFill>
                <a:schemeClr val="tx1"/>
              </a:solidFill>
            </a:rPr>
            <a:t>vez</a:t>
          </a:r>
          <a:r>
            <a:rPr lang="en-US" sz="2000" dirty="0">
              <a:solidFill>
                <a:schemeClr val="tx1"/>
              </a:solidFill>
            </a:rPr>
            <a:t> </a:t>
          </a:r>
          <a:r>
            <a:rPr lang="es-BO" sz="2000" noProof="0" dirty="0">
              <a:solidFill>
                <a:schemeClr val="tx1"/>
              </a:solidFill>
            </a:rPr>
            <a:t>calibrado</a:t>
          </a:r>
          <a:r>
            <a:rPr lang="en-US" sz="2000" dirty="0">
              <a:solidFill>
                <a:schemeClr val="tx1"/>
              </a:solidFill>
            </a:rPr>
            <a:t>, </a:t>
          </a:r>
          <a:r>
            <a:rPr lang="es-PR" sz="2000" noProof="0" dirty="0">
              <a:solidFill>
                <a:schemeClr val="tx1"/>
              </a:solidFill>
            </a:rPr>
            <a:t>procedemos</a:t>
          </a:r>
          <a:r>
            <a:rPr lang="en-US" sz="2000" dirty="0">
              <a:solidFill>
                <a:schemeClr val="tx1"/>
              </a:solidFill>
            </a:rPr>
            <a:t> a </a:t>
          </a:r>
          <a:r>
            <a:rPr lang="es-BO" sz="2000" noProof="0" dirty="0">
              <a:solidFill>
                <a:schemeClr val="tx1"/>
              </a:solidFill>
            </a:rPr>
            <a:t>realizar</a:t>
          </a:r>
          <a:r>
            <a:rPr lang="en-US" sz="2000" dirty="0">
              <a:solidFill>
                <a:schemeClr val="tx1"/>
              </a:solidFill>
            </a:rPr>
            <a:t> la </a:t>
          </a:r>
          <a:r>
            <a:rPr lang="es-PR" sz="2000" noProof="0" dirty="0">
              <a:solidFill>
                <a:schemeClr val="tx1"/>
              </a:solidFill>
            </a:rPr>
            <a:t>prueba</a:t>
          </a:r>
          <a:r>
            <a:rPr lang="en-US" sz="2000" dirty="0">
              <a:solidFill>
                <a:schemeClr val="tx1"/>
              </a:solidFill>
            </a:rPr>
            <a:t> de </a:t>
          </a:r>
          <a:r>
            <a:rPr lang="es-UY" sz="2000" noProof="0" dirty="0">
              <a:solidFill>
                <a:schemeClr val="tx1"/>
              </a:solidFill>
            </a:rPr>
            <a:t>funcionamiento</a:t>
          </a:r>
          <a:r>
            <a:rPr lang="en-US" sz="2000" dirty="0">
              <a:solidFill>
                <a:schemeClr val="tx1"/>
              </a:solidFill>
            </a:rPr>
            <a:t> </a:t>
          </a:r>
          <a:r>
            <a:rPr lang="es-BO" sz="2000" noProof="0" dirty="0">
              <a:solidFill>
                <a:schemeClr val="tx1"/>
              </a:solidFill>
            </a:rPr>
            <a:t>obteniendo</a:t>
          </a:r>
          <a:r>
            <a:rPr lang="en-US" sz="2000" dirty="0">
              <a:solidFill>
                <a:schemeClr val="tx1"/>
              </a:solidFill>
            </a:rPr>
            <a:t> la table de </a:t>
          </a:r>
          <a:r>
            <a:rPr lang="es-UY" sz="2000" noProof="0" dirty="0">
              <a:solidFill>
                <a:schemeClr val="tx1"/>
              </a:solidFill>
            </a:rPr>
            <a:t>datos</a:t>
          </a:r>
          <a:r>
            <a:rPr lang="en-US" sz="2000" dirty="0">
              <a:solidFill>
                <a:schemeClr val="tx1"/>
              </a:solidFill>
            </a:rPr>
            <a:t> a </a:t>
          </a:r>
          <a:r>
            <a:rPr lang="es-PR" sz="2000" noProof="0" dirty="0">
              <a:solidFill>
                <a:schemeClr val="tx1"/>
              </a:solidFill>
            </a:rPr>
            <a:t>continuación</a:t>
          </a:r>
          <a:r>
            <a:rPr lang="en-US" sz="2000" dirty="0">
              <a:solidFill>
                <a:schemeClr val="tx1"/>
              </a:solidFill>
            </a:rPr>
            <a:t>.</a:t>
          </a:r>
        </a:p>
      </dgm:t>
    </dgm:pt>
    <dgm:pt modelId="{B05ED6B2-C195-4B67-BD43-BFDD14FA381C}" type="parTrans" cxnId="{1AAF27DE-9A2F-4952-80F2-FABC5527F786}">
      <dgm:prSet/>
      <dgm:spPr/>
      <dgm:t>
        <a:bodyPr/>
        <a:lstStyle/>
        <a:p>
          <a:endParaRPr lang="es-ES">
            <a:solidFill>
              <a:schemeClr val="tx1"/>
            </a:solidFill>
          </a:endParaRPr>
        </a:p>
      </dgm:t>
    </dgm:pt>
    <dgm:pt modelId="{23BA27FA-66F0-4816-9552-C660B1CCFFE8}" type="sibTrans" cxnId="{1AAF27DE-9A2F-4952-80F2-FABC5527F786}">
      <dgm:prSet/>
      <dgm:spPr/>
      <dgm:t>
        <a:bodyPr/>
        <a:lstStyle/>
        <a:p>
          <a:endParaRPr lang="es-ES">
            <a:solidFill>
              <a:schemeClr val="tx1"/>
            </a:solidFill>
          </a:endParaRPr>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dgm:presLayoutVars>
          <dgm:bulletEnabled val="1"/>
        </dgm:presLayoutVars>
      </dgm:prSet>
      <dgm:spPr/>
    </dgm:pt>
    <dgm:pt modelId="{176C9AB9-268F-4542-8858-410F7980C292}" type="pres">
      <dgm:prSet presAssocID="{B7F2EA6C-38D2-4D46-8B45-4DA20E4B57E5}" presName="FiveNodes_2" presStyleLbl="node1" presStyleIdx="1" presStyleCnt="5" custLinFactNeighborX="723" custLinFactNeighborY="-1989">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C3EC3122-395B-439F-840D-152E685D2FA2}" type="presOf" srcId="{1CC70540-C5DA-4883-A6CC-BFEDF1EB2A7F}" destId="{498B0189-1D5E-41B5-BCD4-B5191EB685CF}" srcOrd="0" destOrd="0" presId="urn:microsoft.com/office/officeart/2005/8/layout/vProcess5"/>
    <dgm:cxn modelId="{F131B546-F99F-47A6-A0AC-0A9E7E81088D}" type="presOf" srcId="{10653214-9EEE-46E0-BD30-408AEDC33BE7}" destId="{4EFE6E1B-9267-487A-8669-EC3595E5F5DA}" srcOrd="1"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90AB3876-C0CB-44FB-82C2-6534F5A50EEB}" type="presOf" srcId="{4EF2A762-D302-4043-9613-E4A3565F8A9C}" destId="{F3EA6552-A609-4DEC-8C13-9FD1CC1A3398}" srcOrd="1"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5248FC98-A6B9-4D6F-B751-BF75F24B46FC}" type="presOf" srcId="{8B32B83C-3CA1-4EE5-B1CD-B4DDA01C3687}" destId="{AB1EE32B-45DD-4541-BDC7-76A8FFD50982}" srcOrd="0" destOrd="0" presId="urn:microsoft.com/office/officeart/2005/8/layout/vProcess5"/>
    <dgm:cxn modelId="{6D11D1A1-45D5-48FA-B0ED-FA6F0B8E7679}" srcId="{B7F2EA6C-38D2-4D46-8B45-4DA20E4B57E5}" destId="{4EF2A762-D302-4043-9613-E4A3565F8A9C}" srcOrd="3"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1AAF27DE-9A2F-4952-80F2-FABC5527F786}" srcId="{B7F2EA6C-38D2-4D46-8B45-4DA20E4B57E5}" destId="{1CC70540-C5DA-4883-A6CC-BFEDF1EB2A7F}" srcOrd="4" destOrd="0" parTransId="{B05ED6B2-C195-4B67-BD43-BFDD14FA381C}" sibTransId="{23BA27FA-66F0-4816-9552-C660B1CCFFE8}"/>
    <dgm:cxn modelId="{ACAE47DF-6AC8-49C2-8823-A088DF20F9BA}" type="presOf" srcId="{4EF2A762-D302-4043-9613-E4A3565F8A9C}"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D0F8BCEB-A02E-4962-8A87-25CBAECAD4BB}" type="presOf" srcId="{1CC70540-C5DA-4883-A6CC-BFEDF1EB2A7F}" destId="{F4C74FB0-ABBF-4F7A-BD69-8416730E4DFD}" srcOrd="1"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CF5AD9D-A24C-4E2F-8163-9E9B0E22FE53}" type="doc">
      <dgm:prSet loTypeId="urn:microsoft.com/office/officeart/2005/8/layout/process4" loCatId="list" qsTypeId="urn:microsoft.com/office/officeart/2005/8/quickstyle/simple1" qsCatId="simple" csTypeId="urn:microsoft.com/office/officeart/2005/8/colors/accent1_2" csCatId="accent1" phldr="1"/>
      <dgm:spPr/>
      <dgm:t>
        <a:bodyPr/>
        <a:lstStyle/>
        <a:p>
          <a:endParaRPr lang="es-ES"/>
        </a:p>
      </dgm:t>
    </dgm:pt>
    <dgm:pt modelId="{3DCEE706-67D5-4121-B689-93BEC0B64606}">
      <dgm:prSet custT="1"/>
      <dgm:spPr/>
      <dgm:t>
        <a:bodyPr/>
        <a:lstStyle/>
        <a:p>
          <a:pPr algn="ctr" rtl="0"/>
          <a:r>
            <a:rPr lang="es-ES" sz="2400" b="1" dirty="0">
              <a:solidFill>
                <a:schemeClr val="tx1"/>
              </a:solidFill>
            </a:rPr>
            <a:t>Modelo: </a:t>
          </a:r>
          <a:r>
            <a:rPr lang="en-US" sz="2400" dirty="0" err="1">
              <a:solidFill>
                <a:schemeClr val="tx1"/>
              </a:solidFill>
            </a:rPr>
            <a:t>MicroLogix</a:t>
          </a:r>
          <a:r>
            <a:rPr lang="en-US" sz="2400" dirty="0">
              <a:solidFill>
                <a:schemeClr val="tx1"/>
              </a:solidFill>
            </a:rPr>
            <a:t> 1100</a:t>
          </a:r>
        </a:p>
      </dgm:t>
    </dgm:pt>
    <dgm:pt modelId="{A7B9D0A7-6448-427F-BB2B-91717FBB82FB}" type="parTrans" cxnId="{D991D4D7-04AC-495D-98BB-18AC3F59E340}">
      <dgm:prSet/>
      <dgm:spPr/>
      <dgm:t>
        <a:bodyPr/>
        <a:lstStyle/>
        <a:p>
          <a:pPr algn="just"/>
          <a:endParaRPr lang="es-ES" sz="3200">
            <a:solidFill>
              <a:schemeClr val="tx1"/>
            </a:solidFill>
          </a:endParaRPr>
        </a:p>
      </dgm:t>
    </dgm:pt>
    <dgm:pt modelId="{F930B6B6-C89E-47D4-BF25-2DFB5E329214}" type="sibTrans" cxnId="{D991D4D7-04AC-495D-98BB-18AC3F59E340}">
      <dgm:prSet/>
      <dgm:spPr/>
      <dgm:t>
        <a:bodyPr/>
        <a:lstStyle/>
        <a:p>
          <a:pPr algn="just"/>
          <a:endParaRPr lang="es-ES" sz="3200">
            <a:solidFill>
              <a:schemeClr val="tx1"/>
            </a:solidFill>
          </a:endParaRPr>
        </a:p>
      </dgm:t>
    </dgm:pt>
    <dgm:pt modelId="{9D822462-4736-451B-AE2D-11B2DB1A1BA1}">
      <dgm:prSet custT="1"/>
      <dgm:spPr/>
      <dgm:t>
        <a:bodyPr/>
        <a:lstStyle/>
        <a:p>
          <a:pPr algn="just" rtl="0"/>
          <a:r>
            <a:rPr lang="es-ES" sz="2400" b="1" dirty="0">
              <a:solidFill>
                <a:schemeClr val="tx1"/>
              </a:solidFill>
            </a:rPr>
            <a:t>Función: </a:t>
          </a:r>
          <a:r>
            <a:rPr lang="es-ES" sz="2400" dirty="0">
              <a:solidFill>
                <a:schemeClr val="tx1"/>
              </a:solidFill>
            </a:rPr>
            <a:t>detectar diversos tipos de señales del proceso, elaborar y enviar acciones, recibe configuraciones de los operadores y da reporte a los mismos.</a:t>
          </a:r>
          <a:endParaRPr lang="en-US" sz="2400" dirty="0">
            <a:solidFill>
              <a:schemeClr val="tx1"/>
            </a:solidFill>
          </a:endParaRPr>
        </a:p>
      </dgm:t>
    </dgm:pt>
    <dgm:pt modelId="{C9E671B9-16AE-466C-B6CA-773766E303F5}" type="parTrans" cxnId="{144FE6B7-EB8F-472F-BCAE-1CA5F4A74FA2}">
      <dgm:prSet/>
      <dgm:spPr/>
      <dgm:t>
        <a:bodyPr/>
        <a:lstStyle/>
        <a:p>
          <a:pPr algn="just"/>
          <a:endParaRPr lang="es-ES" sz="3200">
            <a:solidFill>
              <a:schemeClr val="tx1"/>
            </a:solidFill>
          </a:endParaRPr>
        </a:p>
      </dgm:t>
    </dgm:pt>
    <dgm:pt modelId="{477335B2-5E2F-44D9-BCC1-83C762191DDF}" type="sibTrans" cxnId="{144FE6B7-EB8F-472F-BCAE-1CA5F4A74FA2}">
      <dgm:prSet/>
      <dgm:spPr/>
      <dgm:t>
        <a:bodyPr/>
        <a:lstStyle/>
        <a:p>
          <a:pPr algn="just"/>
          <a:endParaRPr lang="es-ES" sz="3200">
            <a:solidFill>
              <a:schemeClr val="tx1"/>
            </a:solidFill>
          </a:endParaRPr>
        </a:p>
      </dgm:t>
    </dgm:pt>
    <dgm:pt modelId="{AD74928B-4C01-4E04-A360-D95452F900A2}">
      <dgm:prSet custT="1"/>
      <dgm:spPr/>
      <dgm:t>
        <a:bodyPr/>
        <a:lstStyle/>
        <a:p>
          <a:pPr algn="just" rtl="0"/>
          <a:r>
            <a:rPr lang="es-ES" sz="2400" b="1" dirty="0">
              <a:solidFill>
                <a:schemeClr val="tx1"/>
              </a:solidFill>
            </a:rPr>
            <a:t>Partes principales </a:t>
          </a:r>
          <a:r>
            <a:rPr lang="es-ES" sz="2400" dirty="0">
              <a:solidFill>
                <a:schemeClr val="tx1"/>
              </a:solidFill>
            </a:rPr>
            <a:t>son la CPU, un módulo de memorias y de entradas/salidas, la fuente de alimentación y la unidad de programación.</a:t>
          </a:r>
          <a:endParaRPr lang="en-US" sz="2400" dirty="0">
            <a:solidFill>
              <a:schemeClr val="tx1"/>
            </a:solidFill>
          </a:endParaRPr>
        </a:p>
      </dgm:t>
    </dgm:pt>
    <dgm:pt modelId="{C5E02FF4-B85F-490B-927F-E0EEA9CDB838}" type="parTrans" cxnId="{A737AFBA-546C-411E-A027-59ABC146D899}">
      <dgm:prSet/>
      <dgm:spPr/>
      <dgm:t>
        <a:bodyPr/>
        <a:lstStyle/>
        <a:p>
          <a:pPr algn="just"/>
          <a:endParaRPr lang="es-ES" sz="3200">
            <a:solidFill>
              <a:schemeClr val="tx1"/>
            </a:solidFill>
          </a:endParaRPr>
        </a:p>
      </dgm:t>
    </dgm:pt>
    <dgm:pt modelId="{37F9BA83-5D96-48B7-AD97-E50771F600B3}" type="sibTrans" cxnId="{A737AFBA-546C-411E-A027-59ABC146D899}">
      <dgm:prSet/>
      <dgm:spPr/>
      <dgm:t>
        <a:bodyPr/>
        <a:lstStyle/>
        <a:p>
          <a:pPr algn="just"/>
          <a:endParaRPr lang="es-ES" sz="3200">
            <a:solidFill>
              <a:schemeClr val="tx1"/>
            </a:solidFill>
          </a:endParaRPr>
        </a:p>
      </dgm:t>
    </dgm:pt>
    <dgm:pt modelId="{25D9FF8C-79B7-457F-B81F-AD821E7C01E2}" type="pres">
      <dgm:prSet presAssocID="{3CF5AD9D-A24C-4E2F-8163-9E9B0E22FE53}" presName="Name0" presStyleCnt="0">
        <dgm:presLayoutVars>
          <dgm:dir/>
          <dgm:animLvl val="lvl"/>
          <dgm:resizeHandles val="exact"/>
        </dgm:presLayoutVars>
      </dgm:prSet>
      <dgm:spPr/>
    </dgm:pt>
    <dgm:pt modelId="{90AA46DC-CBF2-4C4A-A378-09F9379C010A}" type="pres">
      <dgm:prSet presAssocID="{AD74928B-4C01-4E04-A360-D95452F900A2}" presName="boxAndChildren" presStyleCnt="0"/>
      <dgm:spPr/>
    </dgm:pt>
    <dgm:pt modelId="{B0CA7C95-C10C-4C82-BC94-1A30E6E17BD0}" type="pres">
      <dgm:prSet presAssocID="{AD74928B-4C01-4E04-A360-D95452F900A2}" presName="parentTextBox" presStyleLbl="node1" presStyleIdx="0" presStyleCnt="3"/>
      <dgm:spPr/>
    </dgm:pt>
    <dgm:pt modelId="{05D4A04C-90FA-47E7-9DEB-03C976754BFE}" type="pres">
      <dgm:prSet presAssocID="{477335B2-5E2F-44D9-BCC1-83C762191DDF}" presName="sp" presStyleCnt="0"/>
      <dgm:spPr/>
    </dgm:pt>
    <dgm:pt modelId="{E7028878-7A1E-45E1-A42D-8370754946E4}" type="pres">
      <dgm:prSet presAssocID="{9D822462-4736-451B-AE2D-11B2DB1A1BA1}" presName="arrowAndChildren" presStyleCnt="0"/>
      <dgm:spPr/>
    </dgm:pt>
    <dgm:pt modelId="{2DF93A51-98B3-4256-8C9C-BA4485D0BCAF}" type="pres">
      <dgm:prSet presAssocID="{9D822462-4736-451B-AE2D-11B2DB1A1BA1}" presName="parentTextArrow" presStyleLbl="node1" presStyleIdx="1" presStyleCnt="3"/>
      <dgm:spPr/>
    </dgm:pt>
    <dgm:pt modelId="{FB3CA023-1D7B-49A0-A426-59F5C045434C}" type="pres">
      <dgm:prSet presAssocID="{F930B6B6-C89E-47D4-BF25-2DFB5E329214}" presName="sp" presStyleCnt="0"/>
      <dgm:spPr/>
    </dgm:pt>
    <dgm:pt modelId="{5FECA8EC-0862-4ADD-8743-76A36D6DB418}" type="pres">
      <dgm:prSet presAssocID="{3DCEE706-67D5-4121-B689-93BEC0B64606}" presName="arrowAndChildren" presStyleCnt="0"/>
      <dgm:spPr/>
    </dgm:pt>
    <dgm:pt modelId="{60DBF7A6-7DF4-4AA6-9B50-FD7CC08F7A70}" type="pres">
      <dgm:prSet presAssocID="{3DCEE706-67D5-4121-B689-93BEC0B64606}" presName="parentTextArrow" presStyleLbl="node1" presStyleIdx="2" presStyleCnt="3" custLinFactNeighborX="-797" custLinFactNeighborY="-7047"/>
      <dgm:spPr/>
    </dgm:pt>
  </dgm:ptLst>
  <dgm:cxnLst>
    <dgm:cxn modelId="{B6714139-6D6B-4209-A317-045378EE7AFC}" type="presOf" srcId="{AD74928B-4C01-4E04-A360-D95452F900A2}" destId="{B0CA7C95-C10C-4C82-BC94-1A30E6E17BD0}" srcOrd="0" destOrd="0" presId="urn:microsoft.com/office/officeart/2005/8/layout/process4"/>
    <dgm:cxn modelId="{1EE9CE6C-E3EE-48B3-A114-FBD43EDDADB7}" type="presOf" srcId="{3DCEE706-67D5-4121-B689-93BEC0B64606}" destId="{60DBF7A6-7DF4-4AA6-9B50-FD7CC08F7A70}" srcOrd="0" destOrd="0" presId="urn:microsoft.com/office/officeart/2005/8/layout/process4"/>
    <dgm:cxn modelId="{F93C3CA5-D030-47A6-B800-E9B761101E66}" type="presOf" srcId="{3CF5AD9D-A24C-4E2F-8163-9E9B0E22FE53}" destId="{25D9FF8C-79B7-457F-B81F-AD821E7C01E2}" srcOrd="0" destOrd="0" presId="urn:microsoft.com/office/officeart/2005/8/layout/process4"/>
    <dgm:cxn modelId="{0CB888A6-DD6D-4148-9E4C-6D99D766E539}" type="presOf" srcId="{9D822462-4736-451B-AE2D-11B2DB1A1BA1}" destId="{2DF93A51-98B3-4256-8C9C-BA4485D0BCAF}" srcOrd="0" destOrd="0" presId="urn:microsoft.com/office/officeart/2005/8/layout/process4"/>
    <dgm:cxn modelId="{144FE6B7-EB8F-472F-BCAE-1CA5F4A74FA2}" srcId="{3CF5AD9D-A24C-4E2F-8163-9E9B0E22FE53}" destId="{9D822462-4736-451B-AE2D-11B2DB1A1BA1}" srcOrd="1" destOrd="0" parTransId="{C9E671B9-16AE-466C-B6CA-773766E303F5}" sibTransId="{477335B2-5E2F-44D9-BCC1-83C762191DDF}"/>
    <dgm:cxn modelId="{A737AFBA-546C-411E-A027-59ABC146D899}" srcId="{3CF5AD9D-A24C-4E2F-8163-9E9B0E22FE53}" destId="{AD74928B-4C01-4E04-A360-D95452F900A2}" srcOrd="2" destOrd="0" parTransId="{C5E02FF4-B85F-490B-927F-E0EEA9CDB838}" sibTransId="{37F9BA83-5D96-48B7-AD97-E50771F600B3}"/>
    <dgm:cxn modelId="{D991D4D7-04AC-495D-98BB-18AC3F59E340}" srcId="{3CF5AD9D-A24C-4E2F-8163-9E9B0E22FE53}" destId="{3DCEE706-67D5-4121-B689-93BEC0B64606}" srcOrd="0" destOrd="0" parTransId="{A7B9D0A7-6448-427F-BB2B-91717FBB82FB}" sibTransId="{F930B6B6-C89E-47D4-BF25-2DFB5E329214}"/>
    <dgm:cxn modelId="{6A900B14-C331-4A31-8E1B-994DCE90C82F}" type="presParOf" srcId="{25D9FF8C-79B7-457F-B81F-AD821E7C01E2}" destId="{90AA46DC-CBF2-4C4A-A378-09F9379C010A}" srcOrd="0" destOrd="0" presId="urn:microsoft.com/office/officeart/2005/8/layout/process4"/>
    <dgm:cxn modelId="{DFC22626-2B37-4795-90B5-DCB9EFC0D025}" type="presParOf" srcId="{90AA46DC-CBF2-4C4A-A378-09F9379C010A}" destId="{B0CA7C95-C10C-4C82-BC94-1A30E6E17BD0}" srcOrd="0" destOrd="0" presId="urn:microsoft.com/office/officeart/2005/8/layout/process4"/>
    <dgm:cxn modelId="{692D9629-A7DB-4B91-9E8A-91923300D910}" type="presParOf" srcId="{25D9FF8C-79B7-457F-B81F-AD821E7C01E2}" destId="{05D4A04C-90FA-47E7-9DEB-03C976754BFE}" srcOrd="1" destOrd="0" presId="urn:microsoft.com/office/officeart/2005/8/layout/process4"/>
    <dgm:cxn modelId="{EF7FABC1-38F4-43EB-9C48-73B9BD7EC507}" type="presParOf" srcId="{25D9FF8C-79B7-457F-B81F-AD821E7C01E2}" destId="{E7028878-7A1E-45E1-A42D-8370754946E4}" srcOrd="2" destOrd="0" presId="urn:microsoft.com/office/officeart/2005/8/layout/process4"/>
    <dgm:cxn modelId="{7EB1A850-69D1-4C82-981A-FAB1680D64E2}" type="presParOf" srcId="{E7028878-7A1E-45E1-A42D-8370754946E4}" destId="{2DF93A51-98B3-4256-8C9C-BA4485D0BCAF}" srcOrd="0" destOrd="0" presId="urn:microsoft.com/office/officeart/2005/8/layout/process4"/>
    <dgm:cxn modelId="{CF843EF8-BAC4-4469-B9D0-A84402D9B306}" type="presParOf" srcId="{25D9FF8C-79B7-457F-B81F-AD821E7C01E2}" destId="{FB3CA023-1D7B-49A0-A426-59F5C045434C}" srcOrd="3" destOrd="0" presId="urn:microsoft.com/office/officeart/2005/8/layout/process4"/>
    <dgm:cxn modelId="{24DE8091-9059-40EC-BF7A-372E1F3B58C0}" type="presParOf" srcId="{25D9FF8C-79B7-457F-B81F-AD821E7C01E2}" destId="{5FECA8EC-0862-4ADD-8743-76A36D6DB418}" srcOrd="4" destOrd="0" presId="urn:microsoft.com/office/officeart/2005/8/layout/process4"/>
    <dgm:cxn modelId="{690AC7D7-FBFC-4244-AB31-2CAA400CAC97}" type="presParOf" srcId="{5FECA8EC-0862-4ADD-8743-76A36D6DB418}" destId="{60DBF7A6-7DF4-4AA6-9B50-FD7CC08F7A70}"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C77F5F8-0252-48D9-9B80-0BB8EF7412EA}" type="doc">
      <dgm:prSet loTypeId="urn:microsoft.com/office/officeart/2005/8/layout/hProcess9" loCatId="process" qsTypeId="urn:microsoft.com/office/officeart/2005/8/quickstyle/simple5" qsCatId="simple" csTypeId="urn:microsoft.com/office/officeart/2005/8/colors/accent1_2" csCatId="accent1"/>
      <dgm:spPr/>
      <dgm:t>
        <a:bodyPr/>
        <a:lstStyle/>
        <a:p>
          <a:endParaRPr lang="es-ES"/>
        </a:p>
      </dgm:t>
    </dgm:pt>
    <dgm:pt modelId="{F8ECC0FD-5DCE-4086-890D-622CA563DF4D}">
      <dgm:prSet/>
      <dgm:spPr/>
      <dgm:t>
        <a:bodyPr/>
        <a:lstStyle/>
        <a:p>
          <a:pPr rtl="0"/>
          <a:r>
            <a:rPr lang="es-ES" b="1">
              <a:solidFill>
                <a:schemeClr val="tx1"/>
              </a:solidFill>
            </a:rPr>
            <a:t>Fuente de alimentación DC</a:t>
          </a:r>
          <a:endParaRPr lang="en-US" b="1">
            <a:solidFill>
              <a:schemeClr val="tx1"/>
            </a:solidFill>
          </a:endParaRPr>
        </a:p>
      </dgm:t>
    </dgm:pt>
    <dgm:pt modelId="{D574B6BD-168F-4C66-8C5A-321D076103C9}" type="parTrans" cxnId="{9E6D3C9F-2914-4086-BAEC-5A0E791BE38F}">
      <dgm:prSet/>
      <dgm:spPr/>
      <dgm:t>
        <a:bodyPr/>
        <a:lstStyle/>
        <a:p>
          <a:endParaRPr lang="es-ES" b="1">
            <a:solidFill>
              <a:schemeClr val="tx1"/>
            </a:solidFill>
          </a:endParaRPr>
        </a:p>
      </dgm:t>
    </dgm:pt>
    <dgm:pt modelId="{B4020E99-4F11-441B-886C-02E5A24A8129}" type="sibTrans" cxnId="{9E6D3C9F-2914-4086-BAEC-5A0E791BE38F}">
      <dgm:prSet/>
      <dgm:spPr/>
      <dgm:t>
        <a:bodyPr/>
        <a:lstStyle/>
        <a:p>
          <a:endParaRPr lang="es-ES" b="1">
            <a:solidFill>
              <a:schemeClr val="tx1"/>
            </a:solidFill>
          </a:endParaRPr>
        </a:p>
      </dgm:t>
    </dgm:pt>
    <dgm:pt modelId="{1D13F9B3-A869-4142-BCD8-09831C3D5724}">
      <dgm:prSet/>
      <dgm:spPr/>
      <dgm:t>
        <a:bodyPr/>
        <a:lstStyle/>
        <a:p>
          <a:pPr rtl="0"/>
          <a:r>
            <a:rPr lang="es-ES" b="1">
              <a:solidFill>
                <a:schemeClr val="tx1"/>
              </a:solidFill>
            </a:rPr>
            <a:t>Módulos de entrada y salida</a:t>
          </a:r>
          <a:endParaRPr lang="en-US" b="1">
            <a:solidFill>
              <a:schemeClr val="tx1"/>
            </a:solidFill>
          </a:endParaRPr>
        </a:p>
      </dgm:t>
    </dgm:pt>
    <dgm:pt modelId="{0967E0A9-260F-44C4-A5A9-CCC04DAF9F91}" type="parTrans" cxnId="{D8CF522E-5A01-4335-B30A-AB0F810822FB}">
      <dgm:prSet/>
      <dgm:spPr/>
      <dgm:t>
        <a:bodyPr/>
        <a:lstStyle/>
        <a:p>
          <a:endParaRPr lang="es-ES" b="1">
            <a:solidFill>
              <a:schemeClr val="tx1"/>
            </a:solidFill>
          </a:endParaRPr>
        </a:p>
      </dgm:t>
    </dgm:pt>
    <dgm:pt modelId="{887D5B79-A8D5-4D35-870C-5E522F2833CD}" type="sibTrans" cxnId="{D8CF522E-5A01-4335-B30A-AB0F810822FB}">
      <dgm:prSet/>
      <dgm:spPr/>
      <dgm:t>
        <a:bodyPr/>
        <a:lstStyle/>
        <a:p>
          <a:endParaRPr lang="es-ES" b="1">
            <a:solidFill>
              <a:schemeClr val="tx1"/>
            </a:solidFill>
          </a:endParaRPr>
        </a:p>
      </dgm:t>
    </dgm:pt>
    <dgm:pt modelId="{53D44D69-E2C1-4856-887D-5405D6B6904A}">
      <dgm:prSet/>
      <dgm:spPr/>
      <dgm:t>
        <a:bodyPr/>
        <a:lstStyle/>
        <a:p>
          <a:pPr rtl="0"/>
          <a:r>
            <a:rPr lang="es-ES" b="1">
              <a:solidFill>
                <a:schemeClr val="tx1"/>
              </a:solidFill>
            </a:rPr>
            <a:t>Unidad de procesamiento central (CPU)</a:t>
          </a:r>
          <a:endParaRPr lang="en-US" b="1">
            <a:solidFill>
              <a:schemeClr val="tx1"/>
            </a:solidFill>
          </a:endParaRPr>
        </a:p>
      </dgm:t>
    </dgm:pt>
    <dgm:pt modelId="{72B924C6-A398-4EB2-ADB5-AA36C1B4BB2F}" type="parTrans" cxnId="{B877CD55-49A0-4557-A4CF-013CEC072B34}">
      <dgm:prSet/>
      <dgm:spPr/>
      <dgm:t>
        <a:bodyPr/>
        <a:lstStyle/>
        <a:p>
          <a:endParaRPr lang="es-ES" b="1">
            <a:solidFill>
              <a:schemeClr val="tx1"/>
            </a:solidFill>
          </a:endParaRPr>
        </a:p>
      </dgm:t>
    </dgm:pt>
    <dgm:pt modelId="{171163EF-0995-4650-BA71-524DEA23E99B}" type="sibTrans" cxnId="{B877CD55-49A0-4557-A4CF-013CEC072B34}">
      <dgm:prSet/>
      <dgm:spPr/>
      <dgm:t>
        <a:bodyPr/>
        <a:lstStyle/>
        <a:p>
          <a:endParaRPr lang="es-ES" b="1">
            <a:solidFill>
              <a:schemeClr val="tx1"/>
            </a:solidFill>
          </a:endParaRPr>
        </a:p>
      </dgm:t>
    </dgm:pt>
    <dgm:pt modelId="{F1B1BC77-9D09-4961-87F7-B031AF4352FA}">
      <dgm:prSet/>
      <dgm:spPr/>
      <dgm:t>
        <a:bodyPr/>
        <a:lstStyle/>
        <a:p>
          <a:pPr rtl="0"/>
          <a:r>
            <a:rPr lang="es-ES" b="1">
              <a:solidFill>
                <a:schemeClr val="tx1"/>
              </a:solidFill>
            </a:rPr>
            <a:t>Equipo de programación</a:t>
          </a:r>
          <a:endParaRPr lang="en-US" b="1">
            <a:solidFill>
              <a:schemeClr val="tx1"/>
            </a:solidFill>
          </a:endParaRPr>
        </a:p>
      </dgm:t>
    </dgm:pt>
    <dgm:pt modelId="{AC81AEEF-53AB-425C-B2AC-03786A1133FF}" type="parTrans" cxnId="{3458B0CE-DA84-4BA6-AA75-078A7134271A}">
      <dgm:prSet/>
      <dgm:spPr/>
      <dgm:t>
        <a:bodyPr/>
        <a:lstStyle/>
        <a:p>
          <a:endParaRPr lang="es-ES" b="1">
            <a:solidFill>
              <a:schemeClr val="tx1"/>
            </a:solidFill>
          </a:endParaRPr>
        </a:p>
      </dgm:t>
    </dgm:pt>
    <dgm:pt modelId="{2B1B929F-7E0A-4815-A246-74C4DEDB7E75}" type="sibTrans" cxnId="{3458B0CE-DA84-4BA6-AA75-078A7134271A}">
      <dgm:prSet/>
      <dgm:spPr/>
      <dgm:t>
        <a:bodyPr/>
        <a:lstStyle/>
        <a:p>
          <a:endParaRPr lang="es-ES" b="1">
            <a:solidFill>
              <a:schemeClr val="tx1"/>
            </a:solidFill>
          </a:endParaRPr>
        </a:p>
      </dgm:t>
    </dgm:pt>
    <dgm:pt modelId="{DB4F470D-F320-4646-BB51-353B2ADCAEA6}" type="pres">
      <dgm:prSet presAssocID="{5C77F5F8-0252-48D9-9B80-0BB8EF7412EA}" presName="CompostProcess" presStyleCnt="0">
        <dgm:presLayoutVars>
          <dgm:dir/>
          <dgm:resizeHandles val="exact"/>
        </dgm:presLayoutVars>
      </dgm:prSet>
      <dgm:spPr/>
    </dgm:pt>
    <dgm:pt modelId="{214F2BF7-FF1E-4573-A316-E330C9E1988A}" type="pres">
      <dgm:prSet presAssocID="{5C77F5F8-0252-48D9-9B80-0BB8EF7412EA}" presName="arrow" presStyleLbl="bgShp" presStyleIdx="0" presStyleCnt="1"/>
      <dgm:spPr/>
    </dgm:pt>
    <dgm:pt modelId="{C7216FC8-91EF-42FC-8310-A4CFA50517F3}" type="pres">
      <dgm:prSet presAssocID="{5C77F5F8-0252-48D9-9B80-0BB8EF7412EA}" presName="linearProcess" presStyleCnt="0"/>
      <dgm:spPr/>
    </dgm:pt>
    <dgm:pt modelId="{8E69E051-F795-4447-951C-1174EFBF78E4}" type="pres">
      <dgm:prSet presAssocID="{F8ECC0FD-5DCE-4086-890D-622CA563DF4D}" presName="textNode" presStyleLbl="node1" presStyleIdx="0" presStyleCnt="4">
        <dgm:presLayoutVars>
          <dgm:bulletEnabled val="1"/>
        </dgm:presLayoutVars>
      </dgm:prSet>
      <dgm:spPr/>
    </dgm:pt>
    <dgm:pt modelId="{DF70B772-82CD-49ED-BAFF-7D77607D7021}" type="pres">
      <dgm:prSet presAssocID="{B4020E99-4F11-441B-886C-02E5A24A8129}" presName="sibTrans" presStyleCnt="0"/>
      <dgm:spPr/>
    </dgm:pt>
    <dgm:pt modelId="{DA93DEEF-34B4-4A6E-82C7-6B2330C6F60B}" type="pres">
      <dgm:prSet presAssocID="{1D13F9B3-A869-4142-BCD8-09831C3D5724}" presName="textNode" presStyleLbl="node1" presStyleIdx="1" presStyleCnt="4">
        <dgm:presLayoutVars>
          <dgm:bulletEnabled val="1"/>
        </dgm:presLayoutVars>
      </dgm:prSet>
      <dgm:spPr/>
    </dgm:pt>
    <dgm:pt modelId="{E3D3099D-3A0D-464A-8033-C2759A188651}" type="pres">
      <dgm:prSet presAssocID="{887D5B79-A8D5-4D35-870C-5E522F2833CD}" presName="sibTrans" presStyleCnt="0"/>
      <dgm:spPr/>
    </dgm:pt>
    <dgm:pt modelId="{BE503661-D142-4D06-92D6-1ACFB9978ED5}" type="pres">
      <dgm:prSet presAssocID="{53D44D69-E2C1-4856-887D-5405D6B6904A}" presName="textNode" presStyleLbl="node1" presStyleIdx="2" presStyleCnt="4">
        <dgm:presLayoutVars>
          <dgm:bulletEnabled val="1"/>
        </dgm:presLayoutVars>
      </dgm:prSet>
      <dgm:spPr/>
    </dgm:pt>
    <dgm:pt modelId="{E555EFA7-8EBF-4B31-8AAF-A4A8A0F340AF}" type="pres">
      <dgm:prSet presAssocID="{171163EF-0995-4650-BA71-524DEA23E99B}" presName="sibTrans" presStyleCnt="0"/>
      <dgm:spPr/>
    </dgm:pt>
    <dgm:pt modelId="{8ECFB503-B450-41C4-BB8F-DCABE954B78A}" type="pres">
      <dgm:prSet presAssocID="{F1B1BC77-9D09-4961-87F7-B031AF4352FA}" presName="textNode" presStyleLbl="node1" presStyleIdx="3" presStyleCnt="4">
        <dgm:presLayoutVars>
          <dgm:bulletEnabled val="1"/>
        </dgm:presLayoutVars>
      </dgm:prSet>
      <dgm:spPr/>
    </dgm:pt>
  </dgm:ptLst>
  <dgm:cxnLst>
    <dgm:cxn modelId="{D8CF522E-5A01-4335-B30A-AB0F810822FB}" srcId="{5C77F5F8-0252-48D9-9B80-0BB8EF7412EA}" destId="{1D13F9B3-A869-4142-BCD8-09831C3D5724}" srcOrd="1" destOrd="0" parTransId="{0967E0A9-260F-44C4-A5A9-CCC04DAF9F91}" sibTransId="{887D5B79-A8D5-4D35-870C-5E522F2833CD}"/>
    <dgm:cxn modelId="{BA75865D-62DA-40CD-AF87-C2A77BA6A362}" type="presOf" srcId="{F8ECC0FD-5DCE-4086-890D-622CA563DF4D}" destId="{8E69E051-F795-4447-951C-1174EFBF78E4}" srcOrd="0" destOrd="0" presId="urn:microsoft.com/office/officeart/2005/8/layout/hProcess9"/>
    <dgm:cxn modelId="{B877CD55-49A0-4557-A4CF-013CEC072B34}" srcId="{5C77F5F8-0252-48D9-9B80-0BB8EF7412EA}" destId="{53D44D69-E2C1-4856-887D-5405D6B6904A}" srcOrd="2" destOrd="0" parTransId="{72B924C6-A398-4EB2-ADB5-AA36C1B4BB2F}" sibTransId="{171163EF-0995-4650-BA71-524DEA23E99B}"/>
    <dgm:cxn modelId="{5D970D93-0AF3-4F3D-87B4-5902F03F57B4}" type="presOf" srcId="{53D44D69-E2C1-4856-887D-5405D6B6904A}" destId="{BE503661-D142-4D06-92D6-1ACFB9978ED5}" srcOrd="0" destOrd="0" presId="urn:microsoft.com/office/officeart/2005/8/layout/hProcess9"/>
    <dgm:cxn modelId="{9E6D3C9F-2914-4086-BAEC-5A0E791BE38F}" srcId="{5C77F5F8-0252-48D9-9B80-0BB8EF7412EA}" destId="{F8ECC0FD-5DCE-4086-890D-622CA563DF4D}" srcOrd="0" destOrd="0" parTransId="{D574B6BD-168F-4C66-8C5A-321D076103C9}" sibTransId="{B4020E99-4F11-441B-886C-02E5A24A8129}"/>
    <dgm:cxn modelId="{98B053B4-C67B-4381-BB73-131DA1E29DC3}" type="presOf" srcId="{F1B1BC77-9D09-4961-87F7-B031AF4352FA}" destId="{8ECFB503-B450-41C4-BB8F-DCABE954B78A}" srcOrd="0" destOrd="0" presId="urn:microsoft.com/office/officeart/2005/8/layout/hProcess9"/>
    <dgm:cxn modelId="{AFDFFBB4-7858-4962-94A1-DDD9558C2341}" type="presOf" srcId="{1D13F9B3-A869-4142-BCD8-09831C3D5724}" destId="{DA93DEEF-34B4-4A6E-82C7-6B2330C6F60B}" srcOrd="0" destOrd="0" presId="urn:microsoft.com/office/officeart/2005/8/layout/hProcess9"/>
    <dgm:cxn modelId="{3458B0CE-DA84-4BA6-AA75-078A7134271A}" srcId="{5C77F5F8-0252-48D9-9B80-0BB8EF7412EA}" destId="{F1B1BC77-9D09-4961-87F7-B031AF4352FA}" srcOrd="3" destOrd="0" parTransId="{AC81AEEF-53AB-425C-B2AC-03786A1133FF}" sibTransId="{2B1B929F-7E0A-4815-A246-74C4DEDB7E75}"/>
    <dgm:cxn modelId="{59A283DA-E2B3-4F40-BCCF-118E571ED799}" type="presOf" srcId="{5C77F5F8-0252-48D9-9B80-0BB8EF7412EA}" destId="{DB4F470D-F320-4646-BB51-353B2ADCAEA6}" srcOrd="0" destOrd="0" presId="urn:microsoft.com/office/officeart/2005/8/layout/hProcess9"/>
    <dgm:cxn modelId="{A5A088DC-FB1B-47AA-AFC8-992F9FB8805C}" type="presParOf" srcId="{DB4F470D-F320-4646-BB51-353B2ADCAEA6}" destId="{214F2BF7-FF1E-4573-A316-E330C9E1988A}" srcOrd="0" destOrd="0" presId="urn:microsoft.com/office/officeart/2005/8/layout/hProcess9"/>
    <dgm:cxn modelId="{39D5CCC8-FA6A-4DCB-A29E-7DD138ADE3DC}" type="presParOf" srcId="{DB4F470D-F320-4646-BB51-353B2ADCAEA6}" destId="{C7216FC8-91EF-42FC-8310-A4CFA50517F3}" srcOrd="1" destOrd="0" presId="urn:microsoft.com/office/officeart/2005/8/layout/hProcess9"/>
    <dgm:cxn modelId="{26F88996-05CB-4B07-98C6-4C5B6C4233C4}" type="presParOf" srcId="{C7216FC8-91EF-42FC-8310-A4CFA50517F3}" destId="{8E69E051-F795-4447-951C-1174EFBF78E4}" srcOrd="0" destOrd="0" presId="urn:microsoft.com/office/officeart/2005/8/layout/hProcess9"/>
    <dgm:cxn modelId="{9CBA75ED-AB4D-4BE2-B74E-4FE4BE4296A6}" type="presParOf" srcId="{C7216FC8-91EF-42FC-8310-A4CFA50517F3}" destId="{DF70B772-82CD-49ED-BAFF-7D77607D7021}" srcOrd="1" destOrd="0" presId="urn:microsoft.com/office/officeart/2005/8/layout/hProcess9"/>
    <dgm:cxn modelId="{06F6D690-8185-44C1-8569-89F8972449F5}" type="presParOf" srcId="{C7216FC8-91EF-42FC-8310-A4CFA50517F3}" destId="{DA93DEEF-34B4-4A6E-82C7-6B2330C6F60B}" srcOrd="2" destOrd="0" presId="urn:microsoft.com/office/officeart/2005/8/layout/hProcess9"/>
    <dgm:cxn modelId="{C0621998-5CF4-4EB1-84EC-9CAD14110479}" type="presParOf" srcId="{C7216FC8-91EF-42FC-8310-A4CFA50517F3}" destId="{E3D3099D-3A0D-464A-8033-C2759A188651}" srcOrd="3" destOrd="0" presId="urn:microsoft.com/office/officeart/2005/8/layout/hProcess9"/>
    <dgm:cxn modelId="{EFF3163E-C5A5-4D8F-BF95-4F0E19999391}" type="presParOf" srcId="{C7216FC8-91EF-42FC-8310-A4CFA50517F3}" destId="{BE503661-D142-4D06-92D6-1ACFB9978ED5}" srcOrd="4" destOrd="0" presId="urn:microsoft.com/office/officeart/2005/8/layout/hProcess9"/>
    <dgm:cxn modelId="{0E629D9C-1856-4D46-81FD-194F2DA2B3B1}" type="presParOf" srcId="{C7216FC8-91EF-42FC-8310-A4CFA50517F3}" destId="{E555EFA7-8EBF-4B31-8AAF-A4A8A0F340AF}" srcOrd="5" destOrd="0" presId="urn:microsoft.com/office/officeart/2005/8/layout/hProcess9"/>
    <dgm:cxn modelId="{FAB8FD59-989E-4A74-B733-EA7CEADB8E34}" type="presParOf" srcId="{C7216FC8-91EF-42FC-8310-A4CFA50517F3}" destId="{8ECFB503-B450-41C4-BB8F-DCABE954B78A}"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29B8CEA-B08F-4F8D-8776-BD9C61101E93}"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s-ES"/>
        </a:p>
      </dgm:t>
    </dgm:pt>
    <dgm:pt modelId="{585FEC03-4DDB-40B5-9B9C-9B3779203852}">
      <dgm:prSet custT="1"/>
      <dgm:spPr/>
      <dgm:t>
        <a:bodyPr/>
        <a:lstStyle/>
        <a:p>
          <a:pPr rtl="0"/>
          <a:r>
            <a:rPr lang="es-ES" sz="2400" b="1"/>
            <a:t>Módulos de entrada y salida (E / S)</a:t>
          </a:r>
          <a:endParaRPr lang="en-US" sz="2400"/>
        </a:p>
      </dgm:t>
    </dgm:pt>
    <dgm:pt modelId="{8E2A058E-2CB4-4E1E-9E1B-59349287BAB0}" type="parTrans" cxnId="{A589B554-06D0-4C26-BA1E-E8471E583508}">
      <dgm:prSet/>
      <dgm:spPr/>
      <dgm:t>
        <a:bodyPr/>
        <a:lstStyle/>
        <a:p>
          <a:endParaRPr lang="es-ES" sz="2000"/>
        </a:p>
      </dgm:t>
    </dgm:pt>
    <dgm:pt modelId="{4DD144F1-295D-4385-A4FA-5E2F00EC6C83}" type="sibTrans" cxnId="{A589B554-06D0-4C26-BA1E-E8471E583508}">
      <dgm:prSet/>
      <dgm:spPr/>
      <dgm:t>
        <a:bodyPr/>
        <a:lstStyle/>
        <a:p>
          <a:endParaRPr lang="es-ES" sz="2000"/>
        </a:p>
      </dgm:t>
    </dgm:pt>
    <dgm:pt modelId="{4087B2A4-A4EF-4A17-97BB-8CDDAAD8D3BA}">
      <dgm:prSet custT="1"/>
      <dgm:spPr/>
      <dgm:t>
        <a:bodyPr/>
        <a:lstStyle/>
        <a:p>
          <a:pPr rtl="0"/>
          <a:r>
            <a:rPr lang="es-ES" sz="900"/>
            <a:t>Son de dos tipos. Puede ser digital o analógico.</a:t>
          </a:r>
          <a:endParaRPr lang="en-US" sz="900"/>
        </a:p>
      </dgm:t>
    </dgm:pt>
    <dgm:pt modelId="{F94E1132-1DA5-4ABD-9443-69E64C8C222F}" type="parTrans" cxnId="{F7CAC39A-0AE7-4FC5-9236-47C2FAF52361}">
      <dgm:prSet/>
      <dgm:spPr/>
      <dgm:t>
        <a:bodyPr/>
        <a:lstStyle/>
        <a:p>
          <a:endParaRPr lang="es-ES" sz="2000"/>
        </a:p>
      </dgm:t>
    </dgm:pt>
    <dgm:pt modelId="{4A13749D-0526-47E0-A063-AA6B6A72A496}" type="sibTrans" cxnId="{F7CAC39A-0AE7-4FC5-9236-47C2FAF52361}">
      <dgm:prSet/>
      <dgm:spPr/>
      <dgm:t>
        <a:bodyPr/>
        <a:lstStyle/>
        <a:p>
          <a:endParaRPr lang="es-ES" sz="2000"/>
        </a:p>
      </dgm:t>
    </dgm:pt>
    <dgm:pt modelId="{16CEF557-1F91-4259-9E0A-8A1F8F4CA45F}">
      <dgm:prSet custT="1"/>
      <dgm:spPr/>
      <dgm:t>
        <a:bodyPr/>
        <a:lstStyle/>
        <a:p>
          <a:pPr rtl="0"/>
          <a:r>
            <a:rPr lang="es-ES" sz="900" dirty="0"/>
            <a:t>Se debe proporcionar información al controlador PLC.</a:t>
          </a:r>
          <a:endParaRPr lang="en-US" sz="900" dirty="0"/>
        </a:p>
      </dgm:t>
    </dgm:pt>
    <dgm:pt modelId="{298F1483-8DEA-43FF-A576-9133F7219927}" type="parTrans" cxnId="{9CAC5551-F06D-42AE-91C3-5ACD00779AD1}">
      <dgm:prSet/>
      <dgm:spPr/>
      <dgm:t>
        <a:bodyPr/>
        <a:lstStyle/>
        <a:p>
          <a:endParaRPr lang="es-ES" sz="2000"/>
        </a:p>
      </dgm:t>
    </dgm:pt>
    <dgm:pt modelId="{46ED8A67-51F0-4870-AF95-3D5BAA0B28F1}" type="sibTrans" cxnId="{9CAC5551-F06D-42AE-91C3-5ACD00779AD1}">
      <dgm:prSet/>
      <dgm:spPr/>
      <dgm:t>
        <a:bodyPr/>
        <a:lstStyle/>
        <a:p>
          <a:endParaRPr lang="es-ES" sz="2000"/>
        </a:p>
      </dgm:t>
    </dgm:pt>
    <dgm:pt modelId="{014F7E09-CBC4-416F-A0FE-39877918B7D6}">
      <dgm:prSet custT="1"/>
      <dgm:spPr/>
      <dgm:t>
        <a:bodyPr/>
        <a:lstStyle/>
        <a:p>
          <a:pPr rtl="0"/>
          <a:r>
            <a:rPr lang="es-ES" sz="900" dirty="0"/>
            <a:t>M.E: Proporcionan una interfaz para dispositivos de entrada como diferentes tipos de interruptores (interruptor de botón, interruptor selector, interruptor limitado), sensores, etc.</a:t>
          </a:r>
          <a:endParaRPr lang="en-US" sz="900" dirty="0"/>
        </a:p>
      </dgm:t>
    </dgm:pt>
    <dgm:pt modelId="{3F62E610-0B02-468D-BF53-FAE186E889FA}" type="parTrans" cxnId="{5199FE0A-CC13-4BFE-B1B5-54B991441F36}">
      <dgm:prSet/>
      <dgm:spPr/>
      <dgm:t>
        <a:bodyPr/>
        <a:lstStyle/>
        <a:p>
          <a:endParaRPr lang="es-ES" sz="2000"/>
        </a:p>
      </dgm:t>
    </dgm:pt>
    <dgm:pt modelId="{5BB20784-A4C2-44DC-AD57-F3D0A967B880}" type="sibTrans" cxnId="{5199FE0A-CC13-4BFE-B1B5-54B991441F36}">
      <dgm:prSet/>
      <dgm:spPr/>
      <dgm:t>
        <a:bodyPr/>
        <a:lstStyle/>
        <a:p>
          <a:endParaRPr lang="es-ES" sz="2000"/>
        </a:p>
      </dgm:t>
    </dgm:pt>
    <dgm:pt modelId="{2A1DE68A-DC83-49CB-811B-DCBDD5CF2859}">
      <dgm:prSet custT="1"/>
      <dgm:spPr/>
      <dgm:t>
        <a:bodyPr/>
        <a:lstStyle/>
        <a:p>
          <a:pPr rtl="0"/>
          <a:r>
            <a:rPr lang="es-ES" sz="900" dirty="0"/>
            <a:t>M.S: proporcionar una interfaz para dispositivos de salida como motor, ventilador, relé, luz, lámpara, calentador eléctrico, válvula solenoide, zumbador, etc.</a:t>
          </a:r>
          <a:endParaRPr lang="en-US" sz="900" dirty="0"/>
        </a:p>
      </dgm:t>
    </dgm:pt>
    <dgm:pt modelId="{B1601EE1-C8BE-4433-8ECF-46CC52A60241}" type="parTrans" cxnId="{B62BDD58-5801-4806-8BD1-A4610FE8C70C}">
      <dgm:prSet/>
      <dgm:spPr/>
      <dgm:t>
        <a:bodyPr/>
        <a:lstStyle/>
        <a:p>
          <a:endParaRPr lang="es-ES" sz="2000"/>
        </a:p>
      </dgm:t>
    </dgm:pt>
    <dgm:pt modelId="{1222C911-5AB9-47B6-9E8E-2FACA3735BFC}" type="sibTrans" cxnId="{B62BDD58-5801-4806-8BD1-A4610FE8C70C}">
      <dgm:prSet/>
      <dgm:spPr/>
      <dgm:t>
        <a:bodyPr/>
        <a:lstStyle/>
        <a:p>
          <a:endParaRPr lang="es-ES" sz="2000"/>
        </a:p>
      </dgm:t>
    </dgm:pt>
    <dgm:pt modelId="{3391DF01-29AA-4050-B9D1-9522FBCE1F94}">
      <dgm:prSet custT="1"/>
      <dgm:spPr/>
      <dgm:t>
        <a:bodyPr/>
        <a:lstStyle/>
        <a:p>
          <a:pPr rtl="0"/>
          <a:r>
            <a:rPr lang="es-ES" sz="2400" b="1"/>
            <a:t>Fuente de alimentación</a:t>
          </a:r>
          <a:endParaRPr lang="en-US" sz="2400"/>
        </a:p>
      </dgm:t>
    </dgm:pt>
    <dgm:pt modelId="{277A3F27-5805-46EE-A782-E7C4565BDE81}" type="parTrans" cxnId="{33B60A64-E6DE-4235-8C69-8CB410E13451}">
      <dgm:prSet/>
      <dgm:spPr/>
      <dgm:t>
        <a:bodyPr/>
        <a:lstStyle/>
        <a:p>
          <a:endParaRPr lang="es-ES" sz="2000"/>
        </a:p>
      </dgm:t>
    </dgm:pt>
    <dgm:pt modelId="{FAF67A41-0D8D-470D-8E48-4C9B625591C1}" type="sibTrans" cxnId="{33B60A64-E6DE-4235-8C69-8CB410E13451}">
      <dgm:prSet/>
      <dgm:spPr/>
      <dgm:t>
        <a:bodyPr/>
        <a:lstStyle/>
        <a:p>
          <a:endParaRPr lang="es-ES" sz="2000"/>
        </a:p>
      </dgm:t>
    </dgm:pt>
    <dgm:pt modelId="{D036F86E-5A42-4147-ACDF-5C508175B3AC}">
      <dgm:prSet custT="1"/>
      <dgm:spPr/>
      <dgm:t>
        <a:bodyPr/>
        <a:lstStyle/>
        <a:p>
          <a:pPr rtl="0"/>
          <a:r>
            <a:rPr lang="es-ES" sz="900" dirty="0"/>
            <a:t>Proporciona energía a todos los demás componentes para operar. Proporciona energía a los módulos de entrada / salida, sistema de memoria y procesador.</a:t>
          </a:r>
          <a:endParaRPr lang="en-US" sz="900" dirty="0"/>
        </a:p>
      </dgm:t>
    </dgm:pt>
    <dgm:pt modelId="{1BE4A366-B7B4-4AE3-B79D-1005D69F4E2A}" type="parTrans" cxnId="{36967AC6-1539-45B4-9B84-D79790AA0122}">
      <dgm:prSet/>
      <dgm:spPr/>
      <dgm:t>
        <a:bodyPr/>
        <a:lstStyle/>
        <a:p>
          <a:endParaRPr lang="es-ES" sz="2000"/>
        </a:p>
      </dgm:t>
    </dgm:pt>
    <dgm:pt modelId="{E73D66F4-F18D-43E0-89E1-6BBCF3B853FA}" type="sibTrans" cxnId="{36967AC6-1539-45B4-9B84-D79790AA0122}">
      <dgm:prSet/>
      <dgm:spPr/>
      <dgm:t>
        <a:bodyPr/>
        <a:lstStyle/>
        <a:p>
          <a:endParaRPr lang="es-ES" sz="2000"/>
        </a:p>
      </dgm:t>
    </dgm:pt>
    <dgm:pt modelId="{99116835-84D9-444F-9712-90D4F203999D}">
      <dgm:prSet custT="1"/>
      <dgm:spPr/>
      <dgm:t>
        <a:bodyPr/>
        <a:lstStyle/>
        <a:p>
          <a:pPr rtl="0"/>
          <a:r>
            <a:rPr lang="es-ES" sz="900" dirty="0"/>
            <a:t>Proporcionar la alimentación de CC o CA para operar el PLC.</a:t>
          </a:r>
          <a:endParaRPr lang="en-US" sz="900" dirty="0"/>
        </a:p>
      </dgm:t>
    </dgm:pt>
    <dgm:pt modelId="{65624C57-6217-401D-A94C-6CD2FCF9537B}" type="parTrans" cxnId="{7CAED0E5-0F88-4601-9DD9-A43463E82D2F}">
      <dgm:prSet/>
      <dgm:spPr/>
      <dgm:t>
        <a:bodyPr/>
        <a:lstStyle/>
        <a:p>
          <a:endParaRPr lang="es-ES" sz="2000"/>
        </a:p>
      </dgm:t>
    </dgm:pt>
    <dgm:pt modelId="{C2A8FEF6-AAAA-4EB5-A70A-561E74B00328}" type="sibTrans" cxnId="{7CAED0E5-0F88-4601-9DD9-A43463E82D2F}">
      <dgm:prSet/>
      <dgm:spPr/>
      <dgm:t>
        <a:bodyPr/>
        <a:lstStyle/>
        <a:p>
          <a:endParaRPr lang="es-ES" sz="2000"/>
        </a:p>
      </dgm:t>
    </dgm:pt>
    <dgm:pt modelId="{7947BCB3-089E-4A96-AD94-25DA35905CEB}">
      <dgm:prSet custT="1"/>
      <dgm:spPr/>
      <dgm:t>
        <a:bodyPr/>
        <a:lstStyle/>
        <a:p>
          <a:pPr rtl="0"/>
          <a:r>
            <a:rPr lang="es-ES" sz="2400" b="1"/>
            <a:t>Unidad de procesamiento central (CPU)</a:t>
          </a:r>
          <a:endParaRPr lang="en-US" sz="2400"/>
        </a:p>
      </dgm:t>
    </dgm:pt>
    <dgm:pt modelId="{16C74BAF-B77C-4FEB-A82C-FFDBC966F59A}" type="parTrans" cxnId="{E8C4382F-D756-41AC-88EE-01C1F7BF6733}">
      <dgm:prSet/>
      <dgm:spPr/>
      <dgm:t>
        <a:bodyPr/>
        <a:lstStyle/>
        <a:p>
          <a:endParaRPr lang="es-ES" sz="2000"/>
        </a:p>
      </dgm:t>
    </dgm:pt>
    <dgm:pt modelId="{FA253F66-8403-4BD3-AB75-DCC9B8B48CB2}" type="sibTrans" cxnId="{E8C4382F-D756-41AC-88EE-01C1F7BF6733}">
      <dgm:prSet/>
      <dgm:spPr/>
      <dgm:t>
        <a:bodyPr/>
        <a:lstStyle/>
        <a:p>
          <a:endParaRPr lang="es-ES" sz="2000"/>
        </a:p>
      </dgm:t>
    </dgm:pt>
    <dgm:pt modelId="{83FC96E7-BC5B-4F45-9CA5-845DBA6CCD93}">
      <dgm:prSet custT="1"/>
      <dgm:spPr/>
      <dgm:t>
        <a:bodyPr/>
        <a:lstStyle/>
        <a:p>
          <a:pPr rtl="0"/>
          <a:r>
            <a:rPr lang="es-ES" sz="900"/>
            <a:t>La función de la CPU es almacenar y ejecutar los programas de software. </a:t>
          </a:r>
          <a:endParaRPr lang="en-US" sz="900"/>
        </a:p>
      </dgm:t>
    </dgm:pt>
    <dgm:pt modelId="{8EBDC11B-DF1E-4E90-B1D5-7A79E96C6492}" type="parTrans" cxnId="{B2952D58-74BA-414C-8409-8BA22D99846C}">
      <dgm:prSet/>
      <dgm:spPr/>
      <dgm:t>
        <a:bodyPr/>
        <a:lstStyle/>
        <a:p>
          <a:endParaRPr lang="es-ES" sz="2000"/>
        </a:p>
      </dgm:t>
    </dgm:pt>
    <dgm:pt modelId="{27EB2D62-88D7-4979-A919-FFC8B648FA70}" type="sibTrans" cxnId="{B2952D58-74BA-414C-8409-8BA22D99846C}">
      <dgm:prSet/>
      <dgm:spPr/>
      <dgm:t>
        <a:bodyPr/>
        <a:lstStyle/>
        <a:p>
          <a:endParaRPr lang="es-ES" sz="2000"/>
        </a:p>
      </dgm:t>
    </dgm:pt>
    <dgm:pt modelId="{C921BE50-BFA4-4F93-A11D-F939E5621D13}">
      <dgm:prSet custT="1"/>
      <dgm:spPr/>
      <dgm:t>
        <a:bodyPr/>
        <a:lstStyle/>
        <a:p>
          <a:pPr rtl="0"/>
          <a:r>
            <a:rPr lang="es-ES" sz="900"/>
            <a:t>Es la parte que se encarga del procesamiento de la información y está basado en un microprocesador y memorias.</a:t>
          </a:r>
          <a:endParaRPr lang="en-US" sz="900"/>
        </a:p>
      </dgm:t>
    </dgm:pt>
    <dgm:pt modelId="{B217BEDC-71CD-4247-BE3C-DDF3BB14633B}" type="parTrans" cxnId="{2850C4CB-EFCC-4E48-B343-E9539BF651C6}">
      <dgm:prSet/>
      <dgm:spPr/>
      <dgm:t>
        <a:bodyPr/>
        <a:lstStyle/>
        <a:p>
          <a:endParaRPr lang="es-ES" sz="2000"/>
        </a:p>
      </dgm:t>
    </dgm:pt>
    <dgm:pt modelId="{B6BBF8BC-79D5-40E0-AC74-D8E7D042384B}" type="sibTrans" cxnId="{2850C4CB-EFCC-4E48-B343-E9539BF651C6}">
      <dgm:prSet/>
      <dgm:spPr/>
      <dgm:t>
        <a:bodyPr/>
        <a:lstStyle/>
        <a:p>
          <a:endParaRPr lang="es-ES" sz="2000"/>
        </a:p>
      </dgm:t>
    </dgm:pt>
    <dgm:pt modelId="{D572F1FD-7280-4EBA-A12D-4539F170280D}">
      <dgm:prSet custT="1"/>
      <dgm:spPr/>
      <dgm:t>
        <a:bodyPr/>
        <a:lstStyle/>
        <a:p>
          <a:pPr rtl="0"/>
          <a:r>
            <a:rPr lang="es-ES" sz="900"/>
            <a:t>La unidad de memoria se comunica con el microprocesador para leer y escribir información.</a:t>
          </a:r>
          <a:endParaRPr lang="en-US" sz="900"/>
        </a:p>
      </dgm:t>
    </dgm:pt>
    <dgm:pt modelId="{0B16724E-7BEC-4C1E-B2FE-51101EA37F1C}" type="parTrans" cxnId="{33857D56-5465-428D-AC0A-9FFAA154869A}">
      <dgm:prSet/>
      <dgm:spPr/>
      <dgm:t>
        <a:bodyPr/>
        <a:lstStyle/>
        <a:p>
          <a:endParaRPr lang="es-ES" sz="2000"/>
        </a:p>
      </dgm:t>
    </dgm:pt>
    <dgm:pt modelId="{B15843A3-1442-4EE7-91A2-828A98B48B20}" type="sibTrans" cxnId="{33857D56-5465-428D-AC0A-9FFAA154869A}">
      <dgm:prSet/>
      <dgm:spPr/>
      <dgm:t>
        <a:bodyPr/>
        <a:lstStyle/>
        <a:p>
          <a:endParaRPr lang="es-ES" sz="2000"/>
        </a:p>
      </dgm:t>
    </dgm:pt>
    <dgm:pt modelId="{1DD573EA-A5F6-4B36-B8C9-BA705907534E}">
      <dgm:prSet custT="1"/>
      <dgm:spPr/>
      <dgm:t>
        <a:bodyPr/>
        <a:lstStyle/>
        <a:p>
          <a:pPr rtl="0"/>
          <a:r>
            <a:rPr lang="es-ES" sz="2400" b="1"/>
            <a:t>Sistema de memoria</a:t>
          </a:r>
          <a:endParaRPr lang="en-US" sz="2400"/>
        </a:p>
      </dgm:t>
    </dgm:pt>
    <dgm:pt modelId="{FB9AB13F-1F76-470C-A1E6-54A4D9F27BDB}" type="parTrans" cxnId="{DDEF79CD-5B55-4ABA-8EA2-F31F140978AF}">
      <dgm:prSet/>
      <dgm:spPr/>
      <dgm:t>
        <a:bodyPr/>
        <a:lstStyle/>
        <a:p>
          <a:endParaRPr lang="es-ES" sz="2000"/>
        </a:p>
      </dgm:t>
    </dgm:pt>
    <dgm:pt modelId="{03E2985E-A37E-433E-9EA3-CE29E08789FB}" type="sibTrans" cxnId="{DDEF79CD-5B55-4ABA-8EA2-F31F140978AF}">
      <dgm:prSet/>
      <dgm:spPr/>
      <dgm:t>
        <a:bodyPr/>
        <a:lstStyle/>
        <a:p>
          <a:endParaRPr lang="es-ES" sz="2000"/>
        </a:p>
      </dgm:t>
    </dgm:pt>
    <dgm:pt modelId="{355BA90B-CC6F-4738-9876-9FB4709CB6F0}">
      <dgm:prSet custT="1"/>
      <dgm:spPr/>
      <dgm:t>
        <a:bodyPr/>
        <a:lstStyle/>
        <a:p>
          <a:pPr rtl="0"/>
          <a:r>
            <a:rPr lang="es-ES" sz="900" dirty="0"/>
            <a:t>Todo PLC posee una memoria organizada en área de trabajo específicas que son:</a:t>
          </a:r>
          <a:endParaRPr lang="en-US" sz="900" dirty="0"/>
        </a:p>
      </dgm:t>
    </dgm:pt>
    <dgm:pt modelId="{124213FE-28CB-4AC7-88F9-22B3FB275AC1}" type="parTrans" cxnId="{9B37962A-2574-45E4-8761-172C6D391A50}">
      <dgm:prSet/>
      <dgm:spPr/>
      <dgm:t>
        <a:bodyPr/>
        <a:lstStyle/>
        <a:p>
          <a:endParaRPr lang="es-ES" sz="2000"/>
        </a:p>
      </dgm:t>
    </dgm:pt>
    <dgm:pt modelId="{D4D0D219-D0FF-49BA-B5F9-9A19AA21B45F}" type="sibTrans" cxnId="{9B37962A-2574-45E4-8761-172C6D391A50}">
      <dgm:prSet/>
      <dgm:spPr/>
      <dgm:t>
        <a:bodyPr/>
        <a:lstStyle/>
        <a:p>
          <a:endParaRPr lang="es-ES" sz="2000"/>
        </a:p>
      </dgm:t>
    </dgm:pt>
    <dgm:pt modelId="{E795F79E-3BAC-46F8-80BC-35461A89DF77}">
      <dgm:prSet custT="1"/>
      <dgm:spPr/>
      <dgm:t>
        <a:bodyPr/>
        <a:lstStyle/>
        <a:p>
          <a:pPr rtl="0"/>
          <a:r>
            <a:rPr lang="es-ES" sz="900" dirty="0"/>
            <a:t>ROM (</a:t>
          </a:r>
          <a:r>
            <a:rPr lang="es-ES" sz="900" dirty="0" err="1"/>
            <a:t>Read</a:t>
          </a:r>
          <a:r>
            <a:rPr lang="es-ES" sz="900" dirty="0"/>
            <a:t> </a:t>
          </a:r>
          <a:r>
            <a:rPr lang="es-ES" sz="900" dirty="0" err="1"/>
            <a:t>only</a:t>
          </a:r>
          <a:r>
            <a:rPr lang="es-ES" sz="900" dirty="0"/>
            <a:t> </a:t>
          </a:r>
          <a:r>
            <a:rPr lang="es-ES" sz="900" dirty="0" err="1"/>
            <a:t>memory</a:t>
          </a:r>
          <a:r>
            <a:rPr lang="es-ES" sz="900" dirty="0"/>
            <a:t>). Memoria de solo lectura o memoria del sistema operativo y no es accesible por el usuario, allí se almacenan los programas.</a:t>
          </a:r>
          <a:endParaRPr lang="en-US" sz="900" dirty="0"/>
        </a:p>
      </dgm:t>
    </dgm:pt>
    <dgm:pt modelId="{A15841D4-11FC-48BE-9654-341B806A302B}" type="parTrans" cxnId="{C308006A-07BB-4FB1-A7BD-F42D97D77604}">
      <dgm:prSet/>
      <dgm:spPr/>
      <dgm:t>
        <a:bodyPr/>
        <a:lstStyle/>
        <a:p>
          <a:endParaRPr lang="es-ES" sz="2000"/>
        </a:p>
      </dgm:t>
    </dgm:pt>
    <dgm:pt modelId="{9BE65833-DCEE-4D44-A8DE-7EF9C30AD035}" type="sibTrans" cxnId="{C308006A-07BB-4FB1-A7BD-F42D97D77604}">
      <dgm:prSet/>
      <dgm:spPr/>
      <dgm:t>
        <a:bodyPr/>
        <a:lstStyle/>
        <a:p>
          <a:endParaRPr lang="es-ES" sz="2000"/>
        </a:p>
      </dgm:t>
    </dgm:pt>
    <dgm:pt modelId="{00940C1D-A9B4-4AD0-9344-0B60A5D4E482}">
      <dgm:prSet custT="1"/>
      <dgm:spPr/>
      <dgm:t>
        <a:bodyPr/>
        <a:lstStyle/>
        <a:p>
          <a:pPr rtl="0"/>
          <a:r>
            <a:rPr lang="es-ES" sz="900" dirty="0"/>
            <a:t>RAM (</a:t>
          </a:r>
          <a:r>
            <a:rPr lang="es-ES" sz="900" dirty="0" err="1"/>
            <a:t>Random</a:t>
          </a:r>
          <a:r>
            <a:rPr lang="es-ES" sz="900" dirty="0"/>
            <a:t> </a:t>
          </a:r>
          <a:r>
            <a:rPr lang="es-ES" sz="900" dirty="0" err="1"/>
            <a:t>access</a:t>
          </a:r>
          <a:r>
            <a:rPr lang="es-ES" sz="900" dirty="0"/>
            <a:t> </a:t>
          </a:r>
          <a:r>
            <a:rPr lang="es-ES" sz="900" dirty="0" err="1"/>
            <a:t>memory</a:t>
          </a:r>
          <a:r>
            <a:rPr lang="es-ES" sz="900" dirty="0"/>
            <a:t>). Memoria de acceso aleatorio, memoria de datos o memoria de usuario, es una memoria volátil, almacena la información de las variables de entrada y salida.</a:t>
          </a:r>
          <a:endParaRPr lang="en-US" sz="900" dirty="0"/>
        </a:p>
      </dgm:t>
    </dgm:pt>
    <dgm:pt modelId="{5079D4B2-59C5-4A3E-A1D9-20A62EF70E5B}" type="parTrans" cxnId="{A102A9A4-57D1-4A5A-9DF3-0AAC71549474}">
      <dgm:prSet/>
      <dgm:spPr/>
      <dgm:t>
        <a:bodyPr/>
        <a:lstStyle/>
        <a:p>
          <a:endParaRPr lang="es-ES" sz="2000"/>
        </a:p>
      </dgm:t>
    </dgm:pt>
    <dgm:pt modelId="{85E0A483-DC62-4723-9A8B-AA3F92C8F5EA}" type="sibTrans" cxnId="{A102A9A4-57D1-4A5A-9DF3-0AAC71549474}">
      <dgm:prSet/>
      <dgm:spPr/>
      <dgm:t>
        <a:bodyPr/>
        <a:lstStyle/>
        <a:p>
          <a:endParaRPr lang="es-ES" sz="2000"/>
        </a:p>
      </dgm:t>
    </dgm:pt>
    <dgm:pt modelId="{F55E708C-DEAE-49E4-AB34-39E01555BF6E}">
      <dgm:prSet custT="1"/>
      <dgm:spPr/>
      <dgm:t>
        <a:bodyPr/>
        <a:lstStyle/>
        <a:p>
          <a:pPr rtl="0"/>
          <a:r>
            <a:rPr lang="es-ES" sz="900" dirty="0"/>
            <a:t>Memoria insertable (EPROM, EEPROM). Si se quiere garantizar totalmente el contenido de la información sin que se pierda el programa efectuado, éste deberá almacenarse y grabarse en memorias EPROM o EEPROM que son de tipo chips.</a:t>
          </a:r>
          <a:endParaRPr lang="en-US" sz="900" dirty="0"/>
        </a:p>
      </dgm:t>
    </dgm:pt>
    <dgm:pt modelId="{0FEDFA14-C2F9-43F7-BAFD-398A5B612A03}" type="parTrans" cxnId="{1D4C19D7-4A74-4A5C-A69A-4D7534C37DD0}">
      <dgm:prSet/>
      <dgm:spPr/>
      <dgm:t>
        <a:bodyPr/>
        <a:lstStyle/>
        <a:p>
          <a:endParaRPr lang="es-ES" sz="2000"/>
        </a:p>
      </dgm:t>
    </dgm:pt>
    <dgm:pt modelId="{6691DCFC-5C58-4699-AF65-45073CCB063D}" type="sibTrans" cxnId="{1D4C19D7-4A74-4A5C-A69A-4D7534C37DD0}">
      <dgm:prSet/>
      <dgm:spPr/>
      <dgm:t>
        <a:bodyPr/>
        <a:lstStyle/>
        <a:p>
          <a:endParaRPr lang="es-ES" sz="2000"/>
        </a:p>
      </dgm:t>
    </dgm:pt>
    <dgm:pt modelId="{A076907A-DDEC-4114-A066-5DD02E9D913F}" type="pres">
      <dgm:prSet presAssocID="{429B8CEA-B08F-4F8D-8776-BD9C61101E93}" presName="diagram" presStyleCnt="0">
        <dgm:presLayoutVars>
          <dgm:chPref val="1"/>
          <dgm:dir/>
          <dgm:animOne val="branch"/>
          <dgm:animLvl val="lvl"/>
          <dgm:resizeHandles/>
        </dgm:presLayoutVars>
      </dgm:prSet>
      <dgm:spPr/>
    </dgm:pt>
    <dgm:pt modelId="{73976FF3-46D3-4823-9FC5-5DFF8FE7666D}" type="pres">
      <dgm:prSet presAssocID="{585FEC03-4DDB-40B5-9B9C-9B3779203852}" presName="root" presStyleCnt="0"/>
      <dgm:spPr/>
    </dgm:pt>
    <dgm:pt modelId="{92831A58-D7E2-4CD8-B120-4904B28CA3BA}" type="pres">
      <dgm:prSet presAssocID="{585FEC03-4DDB-40B5-9B9C-9B3779203852}" presName="rootComposite" presStyleCnt="0"/>
      <dgm:spPr/>
    </dgm:pt>
    <dgm:pt modelId="{A8A5E586-694F-4A1C-B6ED-463BC9145A2A}" type="pres">
      <dgm:prSet presAssocID="{585FEC03-4DDB-40B5-9B9C-9B3779203852}" presName="rootText" presStyleLbl="node1" presStyleIdx="0" presStyleCnt="4"/>
      <dgm:spPr/>
    </dgm:pt>
    <dgm:pt modelId="{551A24B9-D55B-4597-8D47-27CBE85E819F}" type="pres">
      <dgm:prSet presAssocID="{585FEC03-4DDB-40B5-9B9C-9B3779203852}" presName="rootConnector" presStyleLbl="node1" presStyleIdx="0" presStyleCnt="4"/>
      <dgm:spPr/>
    </dgm:pt>
    <dgm:pt modelId="{39C8ECE9-4BAD-4EE8-90DA-C62F58103103}" type="pres">
      <dgm:prSet presAssocID="{585FEC03-4DDB-40B5-9B9C-9B3779203852}" presName="childShape" presStyleCnt="0"/>
      <dgm:spPr/>
    </dgm:pt>
    <dgm:pt modelId="{A0392A70-2D63-4373-88B6-D32D35A36738}" type="pres">
      <dgm:prSet presAssocID="{F94E1132-1DA5-4ABD-9443-69E64C8C222F}" presName="Name13" presStyleLbl="parChTrans1D2" presStyleIdx="0" presStyleCnt="13"/>
      <dgm:spPr/>
    </dgm:pt>
    <dgm:pt modelId="{C0F0DD54-DDD1-4CE7-A660-8352743C2138}" type="pres">
      <dgm:prSet presAssocID="{4087B2A4-A4EF-4A17-97BB-8CDDAAD8D3BA}" presName="childText" presStyleLbl="bgAcc1" presStyleIdx="0" presStyleCnt="13">
        <dgm:presLayoutVars>
          <dgm:bulletEnabled val="1"/>
        </dgm:presLayoutVars>
      </dgm:prSet>
      <dgm:spPr/>
    </dgm:pt>
    <dgm:pt modelId="{F62D8101-D27D-4587-83A2-05CF9DABAFCB}" type="pres">
      <dgm:prSet presAssocID="{298F1483-8DEA-43FF-A576-9133F7219927}" presName="Name13" presStyleLbl="parChTrans1D2" presStyleIdx="1" presStyleCnt="13"/>
      <dgm:spPr/>
    </dgm:pt>
    <dgm:pt modelId="{9661EBB8-E685-458F-B5D8-316B2849648C}" type="pres">
      <dgm:prSet presAssocID="{16CEF557-1F91-4259-9E0A-8A1F8F4CA45F}" presName="childText" presStyleLbl="bgAcc1" presStyleIdx="1" presStyleCnt="13">
        <dgm:presLayoutVars>
          <dgm:bulletEnabled val="1"/>
        </dgm:presLayoutVars>
      </dgm:prSet>
      <dgm:spPr/>
    </dgm:pt>
    <dgm:pt modelId="{0AB15C42-61D5-4E01-8C9C-1FB9A3125E69}" type="pres">
      <dgm:prSet presAssocID="{3F62E610-0B02-468D-BF53-FAE186E889FA}" presName="Name13" presStyleLbl="parChTrans1D2" presStyleIdx="2" presStyleCnt="13"/>
      <dgm:spPr/>
    </dgm:pt>
    <dgm:pt modelId="{538C0949-4748-4F00-AE07-A0C0234331A7}" type="pres">
      <dgm:prSet presAssocID="{014F7E09-CBC4-416F-A0FE-39877918B7D6}" presName="childText" presStyleLbl="bgAcc1" presStyleIdx="2" presStyleCnt="13">
        <dgm:presLayoutVars>
          <dgm:bulletEnabled val="1"/>
        </dgm:presLayoutVars>
      </dgm:prSet>
      <dgm:spPr/>
    </dgm:pt>
    <dgm:pt modelId="{12962F9C-A96B-4E3F-82B4-E97678EB5DDE}" type="pres">
      <dgm:prSet presAssocID="{B1601EE1-C8BE-4433-8ECF-46CC52A60241}" presName="Name13" presStyleLbl="parChTrans1D2" presStyleIdx="3" presStyleCnt="13"/>
      <dgm:spPr/>
    </dgm:pt>
    <dgm:pt modelId="{2E08B13F-416A-4BA9-B5F0-C65958E83FB7}" type="pres">
      <dgm:prSet presAssocID="{2A1DE68A-DC83-49CB-811B-DCBDD5CF2859}" presName="childText" presStyleLbl="bgAcc1" presStyleIdx="3" presStyleCnt="13">
        <dgm:presLayoutVars>
          <dgm:bulletEnabled val="1"/>
        </dgm:presLayoutVars>
      </dgm:prSet>
      <dgm:spPr/>
    </dgm:pt>
    <dgm:pt modelId="{31C14F50-8508-4F52-BE3B-6C32C162B78B}" type="pres">
      <dgm:prSet presAssocID="{3391DF01-29AA-4050-B9D1-9522FBCE1F94}" presName="root" presStyleCnt="0"/>
      <dgm:spPr/>
    </dgm:pt>
    <dgm:pt modelId="{7AC9F0F3-0510-4DB4-B4DA-BC233C0E90AC}" type="pres">
      <dgm:prSet presAssocID="{3391DF01-29AA-4050-B9D1-9522FBCE1F94}" presName="rootComposite" presStyleCnt="0"/>
      <dgm:spPr/>
    </dgm:pt>
    <dgm:pt modelId="{51F88582-12A6-48BA-ADD4-909248CD8547}" type="pres">
      <dgm:prSet presAssocID="{3391DF01-29AA-4050-B9D1-9522FBCE1F94}" presName="rootText" presStyleLbl="node1" presStyleIdx="1" presStyleCnt="4"/>
      <dgm:spPr/>
    </dgm:pt>
    <dgm:pt modelId="{FFB02DAC-D3B1-450B-B6A3-658F10718ABB}" type="pres">
      <dgm:prSet presAssocID="{3391DF01-29AA-4050-B9D1-9522FBCE1F94}" presName="rootConnector" presStyleLbl="node1" presStyleIdx="1" presStyleCnt="4"/>
      <dgm:spPr/>
    </dgm:pt>
    <dgm:pt modelId="{93F11BC1-8B54-418C-8C9D-BF728D7E92A1}" type="pres">
      <dgm:prSet presAssocID="{3391DF01-29AA-4050-B9D1-9522FBCE1F94}" presName="childShape" presStyleCnt="0"/>
      <dgm:spPr/>
    </dgm:pt>
    <dgm:pt modelId="{1E109A1B-0D6D-4D55-9806-294CF178E67E}" type="pres">
      <dgm:prSet presAssocID="{1BE4A366-B7B4-4AE3-B79D-1005D69F4E2A}" presName="Name13" presStyleLbl="parChTrans1D2" presStyleIdx="4" presStyleCnt="13"/>
      <dgm:spPr/>
    </dgm:pt>
    <dgm:pt modelId="{85CAD386-9C24-4A6A-B6E2-E87AB1B6210F}" type="pres">
      <dgm:prSet presAssocID="{D036F86E-5A42-4147-ACDF-5C508175B3AC}" presName="childText" presStyleLbl="bgAcc1" presStyleIdx="4" presStyleCnt="13">
        <dgm:presLayoutVars>
          <dgm:bulletEnabled val="1"/>
        </dgm:presLayoutVars>
      </dgm:prSet>
      <dgm:spPr/>
    </dgm:pt>
    <dgm:pt modelId="{ED43CC87-8CE3-457F-A3C8-CD2FDBE5D08C}" type="pres">
      <dgm:prSet presAssocID="{65624C57-6217-401D-A94C-6CD2FCF9537B}" presName="Name13" presStyleLbl="parChTrans1D2" presStyleIdx="5" presStyleCnt="13"/>
      <dgm:spPr/>
    </dgm:pt>
    <dgm:pt modelId="{E4EE816A-4CFE-45B7-87D9-18AA07E158FE}" type="pres">
      <dgm:prSet presAssocID="{99116835-84D9-444F-9712-90D4F203999D}" presName="childText" presStyleLbl="bgAcc1" presStyleIdx="5" presStyleCnt="13">
        <dgm:presLayoutVars>
          <dgm:bulletEnabled val="1"/>
        </dgm:presLayoutVars>
      </dgm:prSet>
      <dgm:spPr/>
    </dgm:pt>
    <dgm:pt modelId="{BF567BBD-4ABF-4DF7-8002-9844A709D731}" type="pres">
      <dgm:prSet presAssocID="{7947BCB3-089E-4A96-AD94-25DA35905CEB}" presName="root" presStyleCnt="0"/>
      <dgm:spPr/>
    </dgm:pt>
    <dgm:pt modelId="{B3796F50-BA77-415A-9A08-7752BCE6B329}" type="pres">
      <dgm:prSet presAssocID="{7947BCB3-089E-4A96-AD94-25DA35905CEB}" presName="rootComposite" presStyleCnt="0"/>
      <dgm:spPr/>
    </dgm:pt>
    <dgm:pt modelId="{D0A2079E-807E-4835-8993-3CAC11363A1B}" type="pres">
      <dgm:prSet presAssocID="{7947BCB3-089E-4A96-AD94-25DA35905CEB}" presName="rootText" presStyleLbl="node1" presStyleIdx="2" presStyleCnt="4" custScaleX="116514" custLinFactNeighborY="-2897"/>
      <dgm:spPr/>
    </dgm:pt>
    <dgm:pt modelId="{CD3BA680-DC15-4392-BD18-6633D7E3143A}" type="pres">
      <dgm:prSet presAssocID="{7947BCB3-089E-4A96-AD94-25DA35905CEB}" presName="rootConnector" presStyleLbl="node1" presStyleIdx="2" presStyleCnt="4"/>
      <dgm:spPr/>
    </dgm:pt>
    <dgm:pt modelId="{9E827B7B-E74D-4D3A-828E-9F0EE1D57634}" type="pres">
      <dgm:prSet presAssocID="{7947BCB3-089E-4A96-AD94-25DA35905CEB}" presName="childShape" presStyleCnt="0"/>
      <dgm:spPr/>
    </dgm:pt>
    <dgm:pt modelId="{C0A45905-C8BD-4A98-A80F-F3BA65C3F89E}" type="pres">
      <dgm:prSet presAssocID="{8EBDC11B-DF1E-4E90-B1D5-7A79E96C6492}" presName="Name13" presStyleLbl="parChTrans1D2" presStyleIdx="6" presStyleCnt="13"/>
      <dgm:spPr/>
    </dgm:pt>
    <dgm:pt modelId="{1EBB7A41-2E1F-4410-A7FA-4F4618DA73E9}" type="pres">
      <dgm:prSet presAssocID="{83FC96E7-BC5B-4F45-9CA5-845DBA6CCD93}" presName="childText" presStyleLbl="bgAcc1" presStyleIdx="6" presStyleCnt="13">
        <dgm:presLayoutVars>
          <dgm:bulletEnabled val="1"/>
        </dgm:presLayoutVars>
      </dgm:prSet>
      <dgm:spPr/>
    </dgm:pt>
    <dgm:pt modelId="{CC99BB30-2CAE-4D1D-BE4A-87E0C552DC29}" type="pres">
      <dgm:prSet presAssocID="{B217BEDC-71CD-4247-BE3C-DDF3BB14633B}" presName="Name13" presStyleLbl="parChTrans1D2" presStyleIdx="7" presStyleCnt="13"/>
      <dgm:spPr/>
    </dgm:pt>
    <dgm:pt modelId="{4EF16229-4D03-4891-AB40-759733FD9628}" type="pres">
      <dgm:prSet presAssocID="{C921BE50-BFA4-4F93-A11D-F939E5621D13}" presName="childText" presStyleLbl="bgAcc1" presStyleIdx="7" presStyleCnt="13">
        <dgm:presLayoutVars>
          <dgm:bulletEnabled val="1"/>
        </dgm:presLayoutVars>
      </dgm:prSet>
      <dgm:spPr/>
    </dgm:pt>
    <dgm:pt modelId="{D93C8625-6391-45BA-99E2-3255534B0042}" type="pres">
      <dgm:prSet presAssocID="{0B16724E-7BEC-4C1E-B2FE-51101EA37F1C}" presName="Name13" presStyleLbl="parChTrans1D2" presStyleIdx="8" presStyleCnt="13"/>
      <dgm:spPr/>
    </dgm:pt>
    <dgm:pt modelId="{72038A4D-1A1C-4E3A-AC9B-CAEEA3FB7188}" type="pres">
      <dgm:prSet presAssocID="{D572F1FD-7280-4EBA-A12D-4539F170280D}" presName="childText" presStyleLbl="bgAcc1" presStyleIdx="8" presStyleCnt="13">
        <dgm:presLayoutVars>
          <dgm:bulletEnabled val="1"/>
        </dgm:presLayoutVars>
      </dgm:prSet>
      <dgm:spPr/>
    </dgm:pt>
    <dgm:pt modelId="{2FEC1F05-7CD3-48F7-8E39-68EE26AE5A8A}" type="pres">
      <dgm:prSet presAssocID="{1DD573EA-A5F6-4B36-B8C9-BA705907534E}" presName="root" presStyleCnt="0"/>
      <dgm:spPr/>
    </dgm:pt>
    <dgm:pt modelId="{B6321710-53F9-403F-9322-0E7A5848463C}" type="pres">
      <dgm:prSet presAssocID="{1DD573EA-A5F6-4B36-B8C9-BA705907534E}" presName="rootComposite" presStyleCnt="0"/>
      <dgm:spPr/>
    </dgm:pt>
    <dgm:pt modelId="{068955AA-91B9-4104-BF1E-A6911D338FC9}" type="pres">
      <dgm:prSet presAssocID="{1DD573EA-A5F6-4B36-B8C9-BA705907534E}" presName="rootText" presStyleLbl="node1" presStyleIdx="3" presStyleCnt="4"/>
      <dgm:spPr/>
    </dgm:pt>
    <dgm:pt modelId="{5CFA4381-02F5-48F7-9D21-2EE525442B72}" type="pres">
      <dgm:prSet presAssocID="{1DD573EA-A5F6-4B36-B8C9-BA705907534E}" presName="rootConnector" presStyleLbl="node1" presStyleIdx="3" presStyleCnt="4"/>
      <dgm:spPr/>
    </dgm:pt>
    <dgm:pt modelId="{8DD59566-FAA8-45C0-B742-B80FFB3E8819}" type="pres">
      <dgm:prSet presAssocID="{1DD573EA-A5F6-4B36-B8C9-BA705907534E}" presName="childShape" presStyleCnt="0"/>
      <dgm:spPr/>
    </dgm:pt>
    <dgm:pt modelId="{B455062C-9A1D-4877-8E0D-BC575B683FCD}" type="pres">
      <dgm:prSet presAssocID="{124213FE-28CB-4AC7-88F9-22B3FB275AC1}" presName="Name13" presStyleLbl="parChTrans1D2" presStyleIdx="9" presStyleCnt="13"/>
      <dgm:spPr/>
    </dgm:pt>
    <dgm:pt modelId="{C046209C-6E57-45BC-91EC-85ABB2AAF609}" type="pres">
      <dgm:prSet presAssocID="{355BA90B-CC6F-4738-9876-9FB4709CB6F0}" presName="childText" presStyleLbl="bgAcc1" presStyleIdx="9" presStyleCnt="13" custScaleX="186494">
        <dgm:presLayoutVars>
          <dgm:bulletEnabled val="1"/>
        </dgm:presLayoutVars>
      </dgm:prSet>
      <dgm:spPr/>
    </dgm:pt>
    <dgm:pt modelId="{7A390AB5-E574-4DB8-87D2-9B7B9E675AD3}" type="pres">
      <dgm:prSet presAssocID="{A15841D4-11FC-48BE-9654-341B806A302B}" presName="Name13" presStyleLbl="parChTrans1D2" presStyleIdx="10" presStyleCnt="13"/>
      <dgm:spPr/>
    </dgm:pt>
    <dgm:pt modelId="{4773E721-4FC7-47B0-8282-F7B9C18E824D}" type="pres">
      <dgm:prSet presAssocID="{E795F79E-3BAC-46F8-80BC-35461A89DF77}" presName="childText" presStyleLbl="bgAcc1" presStyleIdx="10" presStyleCnt="13" custScaleX="184218">
        <dgm:presLayoutVars>
          <dgm:bulletEnabled val="1"/>
        </dgm:presLayoutVars>
      </dgm:prSet>
      <dgm:spPr/>
    </dgm:pt>
    <dgm:pt modelId="{E5AD0310-F750-430C-949E-3001C2278347}" type="pres">
      <dgm:prSet presAssocID="{5079D4B2-59C5-4A3E-A1D9-20A62EF70E5B}" presName="Name13" presStyleLbl="parChTrans1D2" presStyleIdx="11" presStyleCnt="13"/>
      <dgm:spPr/>
    </dgm:pt>
    <dgm:pt modelId="{F195CEE1-B3FD-479A-B5B2-6F231652715B}" type="pres">
      <dgm:prSet presAssocID="{00940C1D-A9B4-4AD0-9344-0B60A5D4E482}" presName="childText" presStyleLbl="bgAcc1" presStyleIdx="11" presStyleCnt="13" custScaleX="176294">
        <dgm:presLayoutVars>
          <dgm:bulletEnabled val="1"/>
        </dgm:presLayoutVars>
      </dgm:prSet>
      <dgm:spPr/>
    </dgm:pt>
    <dgm:pt modelId="{251216B1-143A-4F7A-95E2-73D973459965}" type="pres">
      <dgm:prSet presAssocID="{0FEDFA14-C2F9-43F7-BAFD-398A5B612A03}" presName="Name13" presStyleLbl="parChTrans1D2" presStyleIdx="12" presStyleCnt="13"/>
      <dgm:spPr/>
    </dgm:pt>
    <dgm:pt modelId="{E6F2C459-ECD0-4FCD-8833-15D79FFDC64F}" type="pres">
      <dgm:prSet presAssocID="{F55E708C-DEAE-49E4-AB34-39E01555BF6E}" presName="childText" presStyleLbl="bgAcc1" presStyleIdx="12" presStyleCnt="13" custScaleX="180847">
        <dgm:presLayoutVars>
          <dgm:bulletEnabled val="1"/>
        </dgm:presLayoutVars>
      </dgm:prSet>
      <dgm:spPr/>
    </dgm:pt>
  </dgm:ptLst>
  <dgm:cxnLst>
    <dgm:cxn modelId="{5199FE0A-CC13-4BFE-B1B5-54B991441F36}" srcId="{585FEC03-4DDB-40B5-9B9C-9B3779203852}" destId="{014F7E09-CBC4-416F-A0FE-39877918B7D6}" srcOrd="2" destOrd="0" parTransId="{3F62E610-0B02-468D-BF53-FAE186E889FA}" sibTransId="{5BB20784-A4C2-44DC-AD57-F3D0A967B880}"/>
    <dgm:cxn modelId="{A71A8410-8EEB-4228-8582-6A76C6CA967D}" type="presOf" srcId="{3F62E610-0B02-468D-BF53-FAE186E889FA}" destId="{0AB15C42-61D5-4E01-8C9C-1FB9A3125E69}" srcOrd="0" destOrd="0" presId="urn:microsoft.com/office/officeart/2005/8/layout/hierarchy3"/>
    <dgm:cxn modelId="{53323A12-6EBB-4702-86E9-7D87A39F4828}" type="presOf" srcId="{16CEF557-1F91-4259-9E0A-8A1F8F4CA45F}" destId="{9661EBB8-E685-458F-B5D8-316B2849648C}" srcOrd="0" destOrd="0" presId="urn:microsoft.com/office/officeart/2005/8/layout/hierarchy3"/>
    <dgm:cxn modelId="{9B37962A-2574-45E4-8761-172C6D391A50}" srcId="{1DD573EA-A5F6-4B36-B8C9-BA705907534E}" destId="{355BA90B-CC6F-4738-9876-9FB4709CB6F0}" srcOrd="0" destOrd="0" parTransId="{124213FE-28CB-4AC7-88F9-22B3FB275AC1}" sibTransId="{D4D0D219-D0FF-49BA-B5F9-9A19AA21B45F}"/>
    <dgm:cxn modelId="{39E8682B-6DCA-4B99-8C10-8A514BB15F19}" type="presOf" srcId="{014F7E09-CBC4-416F-A0FE-39877918B7D6}" destId="{538C0949-4748-4F00-AE07-A0C0234331A7}" srcOrd="0" destOrd="0" presId="urn:microsoft.com/office/officeart/2005/8/layout/hierarchy3"/>
    <dgm:cxn modelId="{A2B6832D-3657-47D2-824B-9D71492B5DA0}" type="presOf" srcId="{585FEC03-4DDB-40B5-9B9C-9B3779203852}" destId="{A8A5E586-694F-4A1C-B6ED-463BC9145A2A}" srcOrd="0" destOrd="0" presId="urn:microsoft.com/office/officeart/2005/8/layout/hierarchy3"/>
    <dgm:cxn modelId="{E8C4382F-D756-41AC-88EE-01C1F7BF6733}" srcId="{429B8CEA-B08F-4F8D-8776-BD9C61101E93}" destId="{7947BCB3-089E-4A96-AD94-25DA35905CEB}" srcOrd="2" destOrd="0" parTransId="{16C74BAF-B77C-4FEB-A82C-FFDBC966F59A}" sibTransId="{FA253F66-8403-4BD3-AB75-DCC9B8B48CB2}"/>
    <dgm:cxn modelId="{B6295B33-FA13-4260-8034-C28561C1E7D7}" type="presOf" srcId="{355BA90B-CC6F-4738-9876-9FB4709CB6F0}" destId="{C046209C-6E57-45BC-91EC-85ABB2AAF609}" srcOrd="0" destOrd="0" presId="urn:microsoft.com/office/officeart/2005/8/layout/hierarchy3"/>
    <dgm:cxn modelId="{0173585C-0CEB-4E38-886A-3FB3B6698D41}" type="presOf" srcId="{B1601EE1-C8BE-4433-8ECF-46CC52A60241}" destId="{12962F9C-A96B-4E3F-82B4-E97678EB5DDE}" srcOrd="0" destOrd="0" presId="urn:microsoft.com/office/officeart/2005/8/layout/hierarchy3"/>
    <dgm:cxn modelId="{18A0DC5D-2EC0-448E-9C78-B49056E54CD8}" type="presOf" srcId="{83FC96E7-BC5B-4F45-9CA5-845DBA6CCD93}" destId="{1EBB7A41-2E1F-4410-A7FA-4F4618DA73E9}" srcOrd="0" destOrd="0" presId="urn:microsoft.com/office/officeart/2005/8/layout/hierarchy3"/>
    <dgm:cxn modelId="{87CF3B41-FAD5-48B7-A59B-B42968A1A6C6}" type="presOf" srcId="{F94E1132-1DA5-4ABD-9443-69E64C8C222F}" destId="{A0392A70-2D63-4373-88B6-D32D35A36738}" srcOrd="0" destOrd="0" presId="urn:microsoft.com/office/officeart/2005/8/layout/hierarchy3"/>
    <dgm:cxn modelId="{33B60A64-E6DE-4235-8C69-8CB410E13451}" srcId="{429B8CEA-B08F-4F8D-8776-BD9C61101E93}" destId="{3391DF01-29AA-4050-B9D1-9522FBCE1F94}" srcOrd="1" destOrd="0" parTransId="{277A3F27-5805-46EE-A782-E7C4565BDE81}" sibTransId="{FAF67A41-0D8D-470D-8E48-4C9B625591C1}"/>
    <dgm:cxn modelId="{A40A0C44-0B60-47B6-A2F1-A8616558D96D}" type="presOf" srcId="{5079D4B2-59C5-4A3E-A1D9-20A62EF70E5B}" destId="{E5AD0310-F750-430C-949E-3001C2278347}" srcOrd="0" destOrd="0" presId="urn:microsoft.com/office/officeart/2005/8/layout/hierarchy3"/>
    <dgm:cxn modelId="{0F837466-DC64-462C-8A9D-8172998AA839}" type="presOf" srcId="{C921BE50-BFA4-4F93-A11D-F939E5621D13}" destId="{4EF16229-4D03-4891-AB40-759733FD9628}" srcOrd="0" destOrd="0" presId="urn:microsoft.com/office/officeart/2005/8/layout/hierarchy3"/>
    <dgm:cxn modelId="{EC3E8046-5D66-42F9-9F7D-223EF1C14BC3}" type="presOf" srcId="{D572F1FD-7280-4EBA-A12D-4539F170280D}" destId="{72038A4D-1A1C-4E3A-AC9B-CAEEA3FB7188}" srcOrd="0" destOrd="0" presId="urn:microsoft.com/office/officeart/2005/8/layout/hierarchy3"/>
    <dgm:cxn modelId="{C308006A-07BB-4FB1-A7BD-F42D97D77604}" srcId="{1DD573EA-A5F6-4B36-B8C9-BA705907534E}" destId="{E795F79E-3BAC-46F8-80BC-35461A89DF77}" srcOrd="1" destOrd="0" parTransId="{A15841D4-11FC-48BE-9654-341B806A302B}" sibTransId="{9BE65833-DCEE-4D44-A8DE-7EF9C30AD035}"/>
    <dgm:cxn modelId="{8FA5AA6A-8107-4033-AF54-9516FE31516C}" type="presOf" srcId="{3391DF01-29AA-4050-B9D1-9522FBCE1F94}" destId="{51F88582-12A6-48BA-ADD4-909248CD8547}" srcOrd="0" destOrd="0" presId="urn:microsoft.com/office/officeart/2005/8/layout/hierarchy3"/>
    <dgm:cxn modelId="{80C67A6C-FC38-4143-BD98-282B4D00C6D4}" type="presOf" srcId="{4087B2A4-A4EF-4A17-97BB-8CDDAAD8D3BA}" destId="{C0F0DD54-DDD1-4CE7-A660-8352743C2138}" srcOrd="0" destOrd="0" presId="urn:microsoft.com/office/officeart/2005/8/layout/hierarchy3"/>
    <dgm:cxn modelId="{F981044D-66AE-49E1-AA36-B22D5E9B57AB}" type="presOf" srcId="{0FEDFA14-C2F9-43F7-BAFD-398A5B612A03}" destId="{251216B1-143A-4F7A-95E2-73D973459965}" srcOrd="0" destOrd="0" presId="urn:microsoft.com/office/officeart/2005/8/layout/hierarchy3"/>
    <dgm:cxn modelId="{B607326D-4FCA-49BC-BE7F-89BFA589A723}" type="presOf" srcId="{F55E708C-DEAE-49E4-AB34-39E01555BF6E}" destId="{E6F2C459-ECD0-4FCD-8833-15D79FFDC64F}" srcOrd="0" destOrd="0" presId="urn:microsoft.com/office/officeart/2005/8/layout/hierarchy3"/>
    <dgm:cxn modelId="{81EC7A50-75C1-4EC9-AD2C-4DF12D58744D}" type="presOf" srcId="{3391DF01-29AA-4050-B9D1-9522FBCE1F94}" destId="{FFB02DAC-D3B1-450B-B6A3-658F10718ABB}" srcOrd="1" destOrd="0" presId="urn:microsoft.com/office/officeart/2005/8/layout/hierarchy3"/>
    <dgm:cxn modelId="{9CAC5551-F06D-42AE-91C3-5ACD00779AD1}" srcId="{585FEC03-4DDB-40B5-9B9C-9B3779203852}" destId="{16CEF557-1F91-4259-9E0A-8A1F8F4CA45F}" srcOrd="1" destOrd="0" parTransId="{298F1483-8DEA-43FF-A576-9133F7219927}" sibTransId="{46ED8A67-51F0-4870-AF95-3D5BAA0B28F1}"/>
    <dgm:cxn modelId="{5A717873-1BC0-41BA-8B5A-2887E0814842}" type="presOf" srcId="{99116835-84D9-444F-9712-90D4F203999D}" destId="{E4EE816A-4CFE-45B7-87D9-18AA07E158FE}" srcOrd="0" destOrd="0" presId="urn:microsoft.com/office/officeart/2005/8/layout/hierarchy3"/>
    <dgm:cxn modelId="{A589B554-06D0-4C26-BA1E-E8471E583508}" srcId="{429B8CEA-B08F-4F8D-8776-BD9C61101E93}" destId="{585FEC03-4DDB-40B5-9B9C-9B3779203852}" srcOrd="0" destOrd="0" parTransId="{8E2A058E-2CB4-4E1E-9E1B-59349287BAB0}" sibTransId="{4DD144F1-295D-4385-A4FA-5E2F00EC6C83}"/>
    <dgm:cxn modelId="{65BA0C55-4192-4AD0-8B3B-B2474546DD03}" type="presOf" srcId="{00940C1D-A9B4-4AD0-9344-0B60A5D4E482}" destId="{F195CEE1-B3FD-479A-B5B2-6F231652715B}" srcOrd="0" destOrd="0" presId="urn:microsoft.com/office/officeart/2005/8/layout/hierarchy3"/>
    <dgm:cxn modelId="{33857D56-5465-428D-AC0A-9FFAA154869A}" srcId="{7947BCB3-089E-4A96-AD94-25DA35905CEB}" destId="{D572F1FD-7280-4EBA-A12D-4539F170280D}" srcOrd="2" destOrd="0" parTransId="{0B16724E-7BEC-4C1E-B2FE-51101EA37F1C}" sibTransId="{B15843A3-1442-4EE7-91A2-828A98B48B20}"/>
    <dgm:cxn modelId="{B2952D58-74BA-414C-8409-8BA22D99846C}" srcId="{7947BCB3-089E-4A96-AD94-25DA35905CEB}" destId="{83FC96E7-BC5B-4F45-9CA5-845DBA6CCD93}" srcOrd="0" destOrd="0" parTransId="{8EBDC11B-DF1E-4E90-B1D5-7A79E96C6492}" sibTransId="{27EB2D62-88D7-4979-A919-FFC8B648FA70}"/>
    <dgm:cxn modelId="{B62BDD58-5801-4806-8BD1-A4610FE8C70C}" srcId="{585FEC03-4DDB-40B5-9B9C-9B3779203852}" destId="{2A1DE68A-DC83-49CB-811B-DCBDD5CF2859}" srcOrd="3" destOrd="0" parTransId="{B1601EE1-C8BE-4433-8ECF-46CC52A60241}" sibTransId="{1222C911-5AB9-47B6-9E8E-2FACA3735BFC}"/>
    <dgm:cxn modelId="{39609C86-172C-4A1F-9E65-793DC418C8CA}" type="presOf" srcId="{E795F79E-3BAC-46F8-80BC-35461A89DF77}" destId="{4773E721-4FC7-47B0-8282-F7B9C18E824D}" srcOrd="0" destOrd="0" presId="urn:microsoft.com/office/officeart/2005/8/layout/hierarchy3"/>
    <dgm:cxn modelId="{F7CAC39A-0AE7-4FC5-9236-47C2FAF52361}" srcId="{585FEC03-4DDB-40B5-9B9C-9B3779203852}" destId="{4087B2A4-A4EF-4A17-97BB-8CDDAAD8D3BA}" srcOrd="0" destOrd="0" parTransId="{F94E1132-1DA5-4ABD-9443-69E64C8C222F}" sibTransId="{4A13749D-0526-47E0-A063-AA6B6A72A496}"/>
    <dgm:cxn modelId="{5838D19C-DC69-4E36-8468-9C7E719E6907}" type="presOf" srcId="{7947BCB3-089E-4A96-AD94-25DA35905CEB}" destId="{D0A2079E-807E-4835-8993-3CAC11363A1B}" srcOrd="0" destOrd="0" presId="urn:microsoft.com/office/officeart/2005/8/layout/hierarchy3"/>
    <dgm:cxn modelId="{7EBF22A2-6EB9-46EE-B985-D08B99EBA620}" type="presOf" srcId="{7947BCB3-089E-4A96-AD94-25DA35905CEB}" destId="{CD3BA680-DC15-4392-BD18-6633D7E3143A}" srcOrd="1" destOrd="0" presId="urn:microsoft.com/office/officeart/2005/8/layout/hierarchy3"/>
    <dgm:cxn modelId="{A102A9A4-57D1-4A5A-9DF3-0AAC71549474}" srcId="{1DD573EA-A5F6-4B36-B8C9-BA705907534E}" destId="{00940C1D-A9B4-4AD0-9344-0B60A5D4E482}" srcOrd="2" destOrd="0" parTransId="{5079D4B2-59C5-4A3E-A1D9-20A62EF70E5B}" sibTransId="{85E0A483-DC62-4723-9A8B-AA3F92C8F5EA}"/>
    <dgm:cxn modelId="{22D8A6AF-31DE-4569-AA86-F2173C605B13}" type="presOf" srcId="{585FEC03-4DDB-40B5-9B9C-9B3779203852}" destId="{551A24B9-D55B-4597-8D47-27CBE85E819F}" srcOrd="1" destOrd="0" presId="urn:microsoft.com/office/officeart/2005/8/layout/hierarchy3"/>
    <dgm:cxn modelId="{FABE1BB0-CE64-4D12-9CCF-4587BD81474A}" type="presOf" srcId="{B217BEDC-71CD-4247-BE3C-DDF3BB14633B}" destId="{CC99BB30-2CAE-4D1D-BE4A-87E0C552DC29}" srcOrd="0" destOrd="0" presId="urn:microsoft.com/office/officeart/2005/8/layout/hierarchy3"/>
    <dgm:cxn modelId="{BE035BB1-0A0D-4C32-9D79-2A9C3114B2EF}" type="presOf" srcId="{1DD573EA-A5F6-4B36-B8C9-BA705907534E}" destId="{5CFA4381-02F5-48F7-9D21-2EE525442B72}" srcOrd="1" destOrd="0" presId="urn:microsoft.com/office/officeart/2005/8/layout/hierarchy3"/>
    <dgm:cxn modelId="{ED1A33B4-E9DF-4B13-BD89-2C3C1042EA01}" type="presOf" srcId="{298F1483-8DEA-43FF-A576-9133F7219927}" destId="{F62D8101-D27D-4587-83A2-05CF9DABAFCB}" srcOrd="0" destOrd="0" presId="urn:microsoft.com/office/officeart/2005/8/layout/hierarchy3"/>
    <dgm:cxn modelId="{DF1413B6-0296-40BC-9A47-10626478D8E6}" type="presOf" srcId="{A15841D4-11FC-48BE-9654-341B806A302B}" destId="{7A390AB5-E574-4DB8-87D2-9B7B9E675AD3}" srcOrd="0" destOrd="0" presId="urn:microsoft.com/office/officeart/2005/8/layout/hierarchy3"/>
    <dgm:cxn modelId="{0FC42ABB-19E2-413B-8290-B96219401877}" type="presOf" srcId="{0B16724E-7BEC-4C1E-B2FE-51101EA37F1C}" destId="{D93C8625-6391-45BA-99E2-3255534B0042}" srcOrd="0" destOrd="0" presId="urn:microsoft.com/office/officeart/2005/8/layout/hierarchy3"/>
    <dgm:cxn modelId="{0DA943C1-F652-486E-93BF-69BDF7360632}" type="presOf" srcId="{429B8CEA-B08F-4F8D-8776-BD9C61101E93}" destId="{A076907A-DDEC-4114-A066-5DD02E9D913F}" srcOrd="0" destOrd="0" presId="urn:microsoft.com/office/officeart/2005/8/layout/hierarchy3"/>
    <dgm:cxn modelId="{73152AC5-A920-4823-9DF6-97B51C63670E}" type="presOf" srcId="{124213FE-28CB-4AC7-88F9-22B3FB275AC1}" destId="{B455062C-9A1D-4877-8E0D-BC575B683FCD}" srcOrd="0" destOrd="0" presId="urn:microsoft.com/office/officeart/2005/8/layout/hierarchy3"/>
    <dgm:cxn modelId="{36967AC6-1539-45B4-9B84-D79790AA0122}" srcId="{3391DF01-29AA-4050-B9D1-9522FBCE1F94}" destId="{D036F86E-5A42-4147-ACDF-5C508175B3AC}" srcOrd="0" destOrd="0" parTransId="{1BE4A366-B7B4-4AE3-B79D-1005D69F4E2A}" sibTransId="{E73D66F4-F18D-43E0-89E1-6BBCF3B853FA}"/>
    <dgm:cxn modelId="{6B5FB4CB-5CAE-4EFA-B2F1-CEFCE04675F4}" type="presOf" srcId="{1BE4A366-B7B4-4AE3-B79D-1005D69F4E2A}" destId="{1E109A1B-0D6D-4D55-9806-294CF178E67E}" srcOrd="0" destOrd="0" presId="urn:microsoft.com/office/officeart/2005/8/layout/hierarchy3"/>
    <dgm:cxn modelId="{2850C4CB-EFCC-4E48-B343-E9539BF651C6}" srcId="{7947BCB3-089E-4A96-AD94-25DA35905CEB}" destId="{C921BE50-BFA4-4F93-A11D-F939E5621D13}" srcOrd="1" destOrd="0" parTransId="{B217BEDC-71CD-4247-BE3C-DDF3BB14633B}" sibTransId="{B6BBF8BC-79D5-40E0-AC74-D8E7D042384B}"/>
    <dgm:cxn modelId="{DDEF79CD-5B55-4ABA-8EA2-F31F140978AF}" srcId="{429B8CEA-B08F-4F8D-8776-BD9C61101E93}" destId="{1DD573EA-A5F6-4B36-B8C9-BA705907534E}" srcOrd="3" destOrd="0" parTransId="{FB9AB13F-1F76-470C-A1E6-54A4D9F27BDB}" sibTransId="{03E2985E-A37E-433E-9EA3-CE29E08789FB}"/>
    <dgm:cxn modelId="{0846ACD1-3483-4C9C-B694-99854F1ECB6C}" type="presOf" srcId="{8EBDC11B-DF1E-4E90-B1D5-7A79E96C6492}" destId="{C0A45905-C8BD-4A98-A80F-F3BA65C3F89E}" srcOrd="0" destOrd="0" presId="urn:microsoft.com/office/officeart/2005/8/layout/hierarchy3"/>
    <dgm:cxn modelId="{93745AD3-7CC5-4208-92F7-AA0A92B87DA0}" type="presOf" srcId="{65624C57-6217-401D-A94C-6CD2FCF9537B}" destId="{ED43CC87-8CE3-457F-A3C8-CD2FDBE5D08C}" srcOrd="0" destOrd="0" presId="urn:microsoft.com/office/officeart/2005/8/layout/hierarchy3"/>
    <dgm:cxn modelId="{1D4C19D7-4A74-4A5C-A69A-4D7534C37DD0}" srcId="{1DD573EA-A5F6-4B36-B8C9-BA705907534E}" destId="{F55E708C-DEAE-49E4-AB34-39E01555BF6E}" srcOrd="3" destOrd="0" parTransId="{0FEDFA14-C2F9-43F7-BAFD-398A5B612A03}" sibTransId="{6691DCFC-5C58-4699-AF65-45073CCB063D}"/>
    <dgm:cxn modelId="{7CAED0E5-0F88-4601-9DD9-A43463E82D2F}" srcId="{3391DF01-29AA-4050-B9D1-9522FBCE1F94}" destId="{99116835-84D9-444F-9712-90D4F203999D}" srcOrd="1" destOrd="0" parTransId="{65624C57-6217-401D-A94C-6CD2FCF9537B}" sibTransId="{C2A8FEF6-AAAA-4EB5-A70A-561E74B00328}"/>
    <dgm:cxn modelId="{9004C3F3-DFE3-48D0-9614-8ADBC7D44FE3}" type="presOf" srcId="{2A1DE68A-DC83-49CB-811B-DCBDD5CF2859}" destId="{2E08B13F-416A-4BA9-B5F0-C65958E83FB7}" srcOrd="0" destOrd="0" presId="urn:microsoft.com/office/officeart/2005/8/layout/hierarchy3"/>
    <dgm:cxn modelId="{EAFD69FA-4C74-4F93-B21D-51665798EA35}" type="presOf" srcId="{D036F86E-5A42-4147-ACDF-5C508175B3AC}" destId="{85CAD386-9C24-4A6A-B6E2-E87AB1B6210F}" srcOrd="0" destOrd="0" presId="urn:microsoft.com/office/officeart/2005/8/layout/hierarchy3"/>
    <dgm:cxn modelId="{484DC9FF-BC91-46A1-97FC-FEEE79C9BF22}" type="presOf" srcId="{1DD573EA-A5F6-4B36-B8C9-BA705907534E}" destId="{068955AA-91B9-4104-BF1E-A6911D338FC9}" srcOrd="0" destOrd="0" presId="urn:microsoft.com/office/officeart/2005/8/layout/hierarchy3"/>
    <dgm:cxn modelId="{9C5F650C-2EB3-4DA2-8C51-87BCF03A5199}" type="presParOf" srcId="{A076907A-DDEC-4114-A066-5DD02E9D913F}" destId="{73976FF3-46D3-4823-9FC5-5DFF8FE7666D}" srcOrd="0" destOrd="0" presId="urn:microsoft.com/office/officeart/2005/8/layout/hierarchy3"/>
    <dgm:cxn modelId="{F348368C-26F9-4A36-852B-F6A38AAA21F5}" type="presParOf" srcId="{73976FF3-46D3-4823-9FC5-5DFF8FE7666D}" destId="{92831A58-D7E2-4CD8-B120-4904B28CA3BA}" srcOrd="0" destOrd="0" presId="urn:microsoft.com/office/officeart/2005/8/layout/hierarchy3"/>
    <dgm:cxn modelId="{FF2A2977-9BAA-4EA8-A3BD-3BD0CB36CC8B}" type="presParOf" srcId="{92831A58-D7E2-4CD8-B120-4904B28CA3BA}" destId="{A8A5E586-694F-4A1C-B6ED-463BC9145A2A}" srcOrd="0" destOrd="0" presId="urn:microsoft.com/office/officeart/2005/8/layout/hierarchy3"/>
    <dgm:cxn modelId="{F5A5715F-A7E3-41AA-8C13-13D9E212B9BA}" type="presParOf" srcId="{92831A58-D7E2-4CD8-B120-4904B28CA3BA}" destId="{551A24B9-D55B-4597-8D47-27CBE85E819F}" srcOrd="1" destOrd="0" presId="urn:microsoft.com/office/officeart/2005/8/layout/hierarchy3"/>
    <dgm:cxn modelId="{3A04182B-599A-4BAB-A5B8-DB7029685840}" type="presParOf" srcId="{73976FF3-46D3-4823-9FC5-5DFF8FE7666D}" destId="{39C8ECE9-4BAD-4EE8-90DA-C62F58103103}" srcOrd="1" destOrd="0" presId="urn:microsoft.com/office/officeart/2005/8/layout/hierarchy3"/>
    <dgm:cxn modelId="{0A4471EF-DF5F-4594-A9EE-F658A3FFECEF}" type="presParOf" srcId="{39C8ECE9-4BAD-4EE8-90DA-C62F58103103}" destId="{A0392A70-2D63-4373-88B6-D32D35A36738}" srcOrd="0" destOrd="0" presId="urn:microsoft.com/office/officeart/2005/8/layout/hierarchy3"/>
    <dgm:cxn modelId="{01619975-37D8-4A2B-A2B5-60F342E3AD21}" type="presParOf" srcId="{39C8ECE9-4BAD-4EE8-90DA-C62F58103103}" destId="{C0F0DD54-DDD1-4CE7-A660-8352743C2138}" srcOrd="1" destOrd="0" presId="urn:microsoft.com/office/officeart/2005/8/layout/hierarchy3"/>
    <dgm:cxn modelId="{E8898232-B174-42C3-B85A-F31B8F897571}" type="presParOf" srcId="{39C8ECE9-4BAD-4EE8-90DA-C62F58103103}" destId="{F62D8101-D27D-4587-83A2-05CF9DABAFCB}" srcOrd="2" destOrd="0" presId="urn:microsoft.com/office/officeart/2005/8/layout/hierarchy3"/>
    <dgm:cxn modelId="{ED4AF6D8-E413-44DB-A4AE-13C835A0D528}" type="presParOf" srcId="{39C8ECE9-4BAD-4EE8-90DA-C62F58103103}" destId="{9661EBB8-E685-458F-B5D8-316B2849648C}" srcOrd="3" destOrd="0" presId="urn:microsoft.com/office/officeart/2005/8/layout/hierarchy3"/>
    <dgm:cxn modelId="{AF08B09E-EFB4-46C0-B835-13A8F28E394C}" type="presParOf" srcId="{39C8ECE9-4BAD-4EE8-90DA-C62F58103103}" destId="{0AB15C42-61D5-4E01-8C9C-1FB9A3125E69}" srcOrd="4" destOrd="0" presId="urn:microsoft.com/office/officeart/2005/8/layout/hierarchy3"/>
    <dgm:cxn modelId="{D94585E1-40EE-4C2E-B1C6-16C10C3DBEA5}" type="presParOf" srcId="{39C8ECE9-4BAD-4EE8-90DA-C62F58103103}" destId="{538C0949-4748-4F00-AE07-A0C0234331A7}" srcOrd="5" destOrd="0" presId="urn:microsoft.com/office/officeart/2005/8/layout/hierarchy3"/>
    <dgm:cxn modelId="{D592043B-A8E9-48BD-95D6-1E2D6EDB19AB}" type="presParOf" srcId="{39C8ECE9-4BAD-4EE8-90DA-C62F58103103}" destId="{12962F9C-A96B-4E3F-82B4-E97678EB5DDE}" srcOrd="6" destOrd="0" presId="urn:microsoft.com/office/officeart/2005/8/layout/hierarchy3"/>
    <dgm:cxn modelId="{B572A1CE-3FCC-40E2-BCE3-6C7EC08C111F}" type="presParOf" srcId="{39C8ECE9-4BAD-4EE8-90DA-C62F58103103}" destId="{2E08B13F-416A-4BA9-B5F0-C65958E83FB7}" srcOrd="7" destOrd="0" presId="urn:microsoft.com/office/officeart/2005/8/layout/hierarchy3"/>
    <dgm:cxn modelId="{52018391-DCC3-4BDD-B55C-7E062F06C791}" type="presParOf" srcId="{A076907A-DDEC-4114-A066-5DD02E9D913F}" destId="{31C14F50-8508-4F52-BE3B-6C32C162B78B}" srcOrd="1" destOrd="0" presId="urn:microsoft.com/office/officeart/2005/8/layout/hierarchy3"/>
    <dgm:cxn modelId="{0816F23A-3DDA-4595-8672-5C732FEA51FF}" type="presParOf" srcId="{31C14F50-8508-4F52-BE3B-6C32C162B78B}" destId="{7AC9F0F3-0510-4DB4-B4DA-BC233C0E90AC}" srcOrd="0" destOrd="0" presId="urn:microsoft.com/office/officeart/2005/8/layout/hierarchy3"/>
    <dgm:cxn modelId="{CE61870C-0409-44C2-980A-82149B4E7612}" type="presParOf" srcId="{7AC9F0F3-0510-4DB4-B4DA-BC233C0E90AC}" destId="{51F88582-12A6-48BA-ADD4-909248CD8547}" srcOrd="0" destOrd="0" presId="urn:microsoft.com/office/officeart/2005/8/layout/hierarchy3"/>
    <dgm:cxn modelId="{7B16F690-631A-4AF1-B29A-45BD321D0470}" type="presParOf" srcId="{7AC9F0F3-0510-4DB4-B4DA-BC233C0E90AC}" destId="{FFB02DAC-D3B1-450B-B6A3-658F10718ABB}" srcOrd="1" destOrd="0" presId="urn:microsoft.com/office/officeart/2005/8/layout/hierarchy3"/>
    <dgm:cxn modelId="{23743E85-4323-4FE5-B916-68385E2A72CC}" type="presParOf" srcId="{31C14F50-8508-4F52-BE3B-6C32C162B78B}" destId="{93F11BC1-8B54-418C-8C9D-BF728D7E92A1}" srcOrd="1" destOrd="0" presId="urn:microsoft.com/office/officeart/2005/8/layout/hierarchy3"/>
    <dgm:cxn modelId="{300F44C1-6E2B-4C49-87D2-490D5FD51499}" type="presParOf" srcId="{93F11BC1-8B54-418C-8C9D-BF728D7E92A1}" destId="{1E109A1B-0D6D-4D55-9806-294CF178E67E}" srcOrd="0" destOrd="0" presId="urn:microsoft.com/office/officeart/2005/8/layout/hierarchy3"/>
    <dgm:cxn modelId="{2C0CCE86-7687-4FE8-9A23-9CA1BBC88049}" type="presParOf" srcId="{93F11BC1-8B54-418C-8C9D-BF728D7E92A1}" destId="{85CAD386-9C24-4A6A-B6E2-E87AB1B6210F}" srcOrd="1" destOrd="0" presId="urn:microsoft.com/office/officeart/2005/8/layout/hierarchy3"/>
    <dgm:cxn modelId="{C71C3AA9-71F5-4E64-932F-2E22E8B98B4F}" type="presParOf" srcId="{93F11BC1-8B54-418C-8C9D-BF728D7E92A1}" destId="{ED43CC87-8CE3-457F-A3C8-CD2FDBE5D08C}" srcOrd="2" destOrd="0" presId="urn:microsoft.com/office/officeart/2005/8/layout/hierarchy3"/>
    <dgm:cxn modelId="{8779CCBE-4182-4129-BA59-EAB4D216EDD6}" type="presParOf" srcId="{93F11BC1-8B54-418C-8C9D-BF728D7E92A1}" destId="{E4EE816A-4CFE-45B7-87D9-18AA07E158FE}" srcOrd="3" destOrd="0" presId="urn:microsoft.com/office/officeart/2005/8/layout/hierarchy3"/>
    <dgm:cxn modelId="{5A3C371C-3E7D-4A94-B960-7638D7FA0FCB}" type="presParOf" srcId="{A076907A-DDEC-4114-A066-5DD02E9D913F}" destId="{BF567BBD-4ABF-4DF7-8002-9844A709D731}" srcOrd="2" destOrd="0" presId="urn:microsoft.com/office/officeart/2005/8/layout/hierarchy3"/>
    <dgm:cxn modelId="{445A804F-A9FF-4DB2-9AF6-09D34B5AD83F}" type="presParOf" srcId="{BF567BBD-4ABF-4DF7-8002-9844A709D731}" destId="{B3796F50-BA77-415A-9A08-7752BCE6B329}" srcOrd="0" destOrd="0" presId="urn:microsoft.com/office/officeart/2005/8/layout/hierarchy3"/>
    <dgm:cxn modelId="{D2E12CBF-07C4-4945-A327-817523F3A13E}" type="presParOf" srcId="{B3796F50-BA77-415A-9A08-7752BCE6B329}" destId="{D0A2079E-807E-4835-8993-3CAC11363A1B}" srcOrd="0" destOrd="0" presId="urn:microsoft.com/office/officeart/2005/8/layout/hierarchy3"/>
    <dgm:cxn modelId="{B7F85E54-C45E-481E-97EC-DAEE1FDE413B}" type="presParOf" srcId="{B3796F50-BA77-415A-9A08-7752BCE6B329}" destId="{CD3BA680-DC15-4392-BD18-6633D7E3143A}" srcOrd="1" destOrd="0" presId="urn:microsoft.com/office/officeart/2005/8/layout/hierarchy3"/>
    <dgm:cxn modelId="{1ADF08F7-CD36-400B-AD44-D8820207C3D6}" type="presParOf" srcId="{BF567BBD-4ABF-4DF7-8002-9844A709D731}" destId="{9E827B7B-E74D-4D3A-828E-9F0EE1D57634}" srcOrd="1" destOrd="0" presId="urn:microsoft.com/office/officeart/2005/8/layout/hierarchy3"/>
    <dgm:cxn modelId="{E668E0A1-0AA7-4819-8035-AEC095C2F9DC}" type="presParOf" srcId="{9E827B7B-E74D-4D3A-828E-9F0EE1D57634}" destId="{C0A45905-C8BD-4A98-A80F-F3BA65C3F89E}" srcOrd="0" destOrd="0" presId="urn:microsoft.com/office/officeart/2005/8/layout/hierarchy3"/>
    <dgm:cxn modelId="{85B37D35-A575-41BD-84F6-FC49251367C6}" type="presParOf" srcId="{9E827B7B-E74D-4D3A-828E-9F0EE1D57634}" destId="{1EBB7A41-2E1F-4410-A7FA-4F4618DA73E9}" srcOrd="1" destOrd="0" presId="urn:microsoft.com/office/officeart/2005/8/layout/hierarchy3"/>
    <dgm:cxn modelId="{DC94EBEC-6654-4B7C-8053-7FAC572FF118}" type="presParOf" srcId="{9E827B7B-E74D-4D3A-828E-9F0EE1D57634}" destId="{CC99BB30-2CAE-4D1D-BE4A-87E0C552DC29}" srcOrd="2" destOrd="0" presId="urn:microsoft.com/office/officeart/2005/8/layout/hierarchy3"/>
    <dgm:cxn modelId="{D1F1724D-7CBD-4CD0-8193-E022BD860619}" type="presParOf" srcId="{9E827B7B-E74D-4D3A-828E-9F0EE1D57634}" destId="{4EF16229-4D03-4891-AB40-759733FD9628}" srcOrd="3" destOrd="0" presId="urn:microsoft.com/office/officeart/2005/8/layout/hierarchy3"/>
    <dgm:cxn modelId="{C84AF2E7-2C4E-4063-A88B-B19332AD9069}" type="presParOf" srcId="{9E827B7B-E74D-4D3A-828E-9F0EE1D57634}" destId="{D93C8625-6391-45BA-99E2-3255534B0042}" srcOrd="4" destOrd="0" presId="urn:microsoft.com/office/officeart/2005/8/layout/hierarchy3"/>
    <dgm:cxn modelId="{2637A9BA-11BF-4A10-88F9-B2D7702F6608}" type="presParOf" srcId="{9E827B7B-E74D-4D3A-828E-9F0EE1D57634}" destId="{72038A4D-1A1C-4E3A-AC9B-CAEEA3FB7188}" srcOrd="5" destOrd="0" presId="urn:microsoft.com/office/officeart/2005/8/layout/hierarchy3"/>
    <dgm:cxn modelId="{5755110C-ADDB-4A41-8A29-68246FF1D53C}" type="presParOf" srcId="{A076907A-DDEC-4114-A066-5DD02E9D913F}" destId="{2FEC1F05-7CD3-48F7-8E39-68EE26AE5A8A}" srcOrd="3" destOrd="0" presId="urn:microsoft.com/office/officeart/2005/8/layout/hierarchy3"/>
    <dgm:cxn modelId="{5063608B-B254-4C75-B4FB-7B6EB7A81FBA}" type="presParOf" srcId="{2FEC1F05-7CD3-48F7-8E39-68EE26AE5A8A}" destId="{B6321710-53F9-403F-9322-0E7A5848463C}" srcOrd="0" destOrd="0" presId="urn:microsoft.com/office/officeart/2005/8/layout/hierarchy3"/>
    <dgm:cxn modelId="{5637B915-6EEB-4E3A-99D3-A69D1D63C000}" type="presParOf" srcId="{B6321710-53F9-403F-9322-0E7A5848463C}" destId="{068955AA-91B9-4104-BF1E-A6911D338FC9}" srcOrd="0" destOrd="0" presId="urn:microsoft.com/office/officeart/2005/8/layout/hierarchy3"/>
    <dgm:cxn modelId="{A4A5AD7D-5425-4B35-9010-6A37F7DEBF95}" type="presParOf" srcId="{B6321710-53F9-403F-9322-0E7A5848463C}" destId="{5CFA4381-02F5-48F7-9D21-2EE525442B72}" srcOrd="1" destOrd="0" presId="urn:microsoft.com/office/officeart/2005/8/layout/hierarchy3"/>
    <dgm:cxn modelId="{F0D897EA-4B7F-4170-BF47-323B68DAB807}" type="presParOf" srcId="{2FEC1F05-7CD3-48F7-8E39-68EE26AE5A8A}" destId="{8DD59566-FAA8-45C0-B742-B80FFB3E8819}" srcOrd="1" destOrd="0" presId="urn:microsoft.com/office/officeart/2005/8/layout/hierarchy3"/>
    <dgm:cxn modelId="{20DB591D-D4CB-4BA4-A4C9-8671EE8D4C74}" type="presParOf" srcId="{8DD59566-FAA8-45C0-B742-B80FFB3E8819}" destId="{B455062C-9A1D-4877-8E0D-BC575B683FCD}" srcOrd="0" destOrd="0" presId="urn:microsoft.com/office/officeart/2005/8/layout/hierarchy3"/>
    <dgm:cxn modelId="{D17013E0-5154-4A4E-BD0F-3F8BD07CD880}" type="presParOf" srcId="{8DD59566-FAA8-45C0-B742-B80FFB3E8819}" destId="{C046209C-6E57-45BC-91EC-85ABB2AAF609}" srcOrd="1" destOrd="0" presId="urn:microsoft.com/office/officeart/2005/8/layout/hierarchy3"/>
    <dgm:cxn modelId="{C7FB8CB9-54E1-4FF9-A166-3B05D685F19F}" type="presParOf" srcId="{8DD59566-FAA8-45C0-B742-B80FFB3E8819}" destId="{7A390AB5-E574-4DB8-87D2-9B7B9E675AD3}" srcOrd="2" destOrd="0" presId="urn:microsoft.com/office/officeart/2005/8/layout/hierarchy3"/>
    <dgm:cxn modelId="{3F52532B-21A2-4B2D-84BF-AB0D1028CC9B}" type="presParOf" srcId="{8DD59566-FAA8-45C0-B742-B80FFB3E8819}" destId="{4773E721-4FC7-47B0-8282-F7B9C18E824D}" srcOrd="3" destOrd="0" presId="urn:microsoft.com/office/officeart/2005/8/layout/hierarchy3"/>
    <dgm:cxn modelId="{28F65D12-B6A0-495C-BB9C-4BD9CACECD2E}" type="presParOf" srcId="{8DD59566-FAA8-45C0-B742-B80FFB3E8819}" destId="{E5AD0310-F750-430C-949E-3001C2278347}" srcOrd="4" destOrd="0" presId="urn:microsoft.com/office/officeart/2005/8/layout/hierarchy3"/>
    <dgm:cxn modelId="{D38B429A-A021-4460-B4A7-9C60FE8140EB}" type="presParOf" srcId="{8DD59566-FAA8-45C0-B742-B80FFB3E8819}" destId="{F195CEE1-B3FD-479A-B5B2-6F231652715B}" srcOrd="5" destOrd="0" presId="urn:microsoft.com/office/officeart/2005/8/layout/hierarchy3"/>
    <dgm:cxn modelId="{3C5377B7-DFC3-4BC2-967C-19614AE866E2}" type="presParOf" srcId="{8DD59566-FAA8-45C0-B742-B80FFB3E8819}" destId="{251216B1-143A-4F7A-95E2-73D973459965}" srcOrd="6" destOrd="0" presId="urn:microsoft.com/office/officeart/2005/8/layout/hierarchy3"/>
    <dgm:cxn modelId="{CD663A91-776A-4CAB-9F79-3093F5714AB5}" type="presParOf" srcId="{8DD59566-FAA8-45C0-B742-B80FFB3E8819}" destId="{E6F2C459-ECD0-4FCD-8833-15D79FFDC64F}" srcOrd="7"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4">
            <a:lumMod val="75000"/>
          </a:schemeClr>
        </a:solidFill>
      </dgm:spPr>
      <dgm:t>
        <a:bodyPr/>
        <a:lstStyle/>
        <a:p>
          <a:pPr algn="l"/>
          <a:r>
            <a:rPr lang="es-MX" sz="2400" b="0" i="0" dirty="0">
              <a:solidFill>
                <a:schemeClr val="tx1"/>
              </a:solidFill>
            </a:rPr>
            <a:t>Los Controladores Lógicos Programables pueden ampliar su funcionalidad con un hardware que es agregado para permitirle ampliar aspectos como las: entradas digitales, entradas analógicas, salidas digitales, salidas analógicas, salidas tipo relé y por supuesto distintos protocolos de comunicación.</a:t>
          </a:r>
          <a:endParaRPr lang="en-US" sz="2400" dirty="0">
            <a:solidFill>
              <a:schemeClr val="tx1"/>
            </a:solidFill>
          </a:endParaRP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a:solidFill>
              <a:schemeClr val="tx1"/>
            </a:solidFill>
          </a:endParaRPr>
        </a:p>
      </dgm:t>
    </dgm:pt>
    <dgm:pt modelId="{C46FB203-11EC-4A1E-B7B0-07A610E52AC1}">
      <dgm:prSet/>
      <dgm:spPr/>
      <dgm:t>
        <a:bodyPr/>
        <a:lstStyle/>
        <a:p>
          <a:pPr rtl="0"/>
          <a:r>
            <a:rPr lang="es-MX" b="1" i="0" dirty="0">
              <a:solidFill>
                <a:schemeClr val="tx1"/>
              </a:solidFill>
            </a:rPr>
            <a:t>¿Para qué sirven los módulos de expansión?</a:t>
          </a:r>
        </a:p>
        <a:p>
          <a:r>
            <a:rPr lang="es-MX" b="0" i="0" dirty="0">
              <a:solidFill>
                <a:schemeClr val="tx1"/>
              </a:solidFill>
            </a:rPr>
            <a:t>Los </a:t>
          </a:r>
          <a:r>
            <a:rPr lang="es-MX" b="1" i="0" dirty="0">
              <a:solidFill>
                <a:schemeClr val="tx1"/>
              </a:solidFill>
            </a:rPr>
            <a:t>módulos de expansión </a:t>
          </a:r>
          <a:r>
            <a:rPr lang="es-MX" b="1" i="0" dirty="0" err="1">
              <a:solidFill>
                <a:schemeClr val="tx1"/>
              </a:solidFill>
            </a:rPr>
            <a:t>plc</a:t>
          </a:r>
          <a:r>
            <a:rPr lang="es-MX" b="0" i="0" dirty="0">
              <a:solidFill>
                <a:schemeClr val="tx1"/>
              </a:solidFill>
            </a:rPr>
            <a:t> permiten ampliar el número de entradas y salidas que este posee, cuando su capacidad no cumple con los requerimientos de una aplicación de automatización</a:t>
          </a:r>
          <a:r>
            <a:rPr lang="es-MX" b="0" i="0" dirty="0"/>
            <a:t>.</a:t>
          </a:r>
          <a:endParaRPr lang="es-BO" dirty="0"/>
        </a:p>
      </dgm:t>
    </dgm:pt>
    <dgm:pt modelId="{F949B5CC-B433-4B79-838A-CA900CB5B26F}" type="parTrans" cxnId="{65A9E93D-808E-461E-AD37-B3D5CB7C6468}">
      <dgm:prSet/>
      <dgm:spPr/>
      <dgm:t>
        <a:bodyPr/>
        <a:lstStyle/>
        <a:p>
          <a:endParaRPr lang="es-BO"/>
        </a:p>
      </dgm:t>
    </dgm:pt>
    <dgm:pt modelId="{A283E91F-5AB3-468D-8840-579D2D9D35D7}" type="sibTrans" cxnId="{65A9E93D-808E-461E-AD37-B3D5CB7C6468}">
      <dgm:prSet/>
      <dgm:spPr>
        <a:solidFill>
          <a:srgbClr val="C00000">
            <a:alpha val="90000"/>
          </a:srgbClr>
        </a:solidFill>
      </dgm:spPr>
      <dgm:t>
        <a:bodyPr/>
        <a:lstStyle/>
        <a:p>
          <a:endParaRPr lang="es-BO"/>
        </a:p>
      </dgm:t>
    </dgm:pt>
    <dgm:pt modelId="{90F3E9D3-7972-491A-AA48-C31D080F275F}" type="pres">
      <dgm:prSet presAssocID="{B7F2EA6C-38D2-4D46-8B45-4DA20E4B57E5}" presName="outerComposite" presStyleCnt="0">
        <dgm:presLayoutVars>
          <dgm:chMax val="5"/>
          <dgm:dir/>
          <dgm:resizeHandles val="exact"/>
        </dgm:presLayoutVars>
      </dgm:prSet>
      <dgm:spPr/>
    </dgm:pt>
    <dgm:pt modelId="{2BD8C3FF-3C62-4B46-B3FF-291553E9A516}" type="pres">
      <dgm:prSet presAssocID="{B7F2EA6C-38D2-4D46-8B45-4DA20E4B57E5}" presName="dummyMaxCanvas" presStyleCnt="0">
        <dgm:presLayoutVars/>
      </dgm:prSet>
      <dgm:spPr/>
    </dgm:pt>
    <dgm:pt modelId="{5A2B1C10-E1E0-44FC-A30D-2261CD73E553}" type="pres">
      <dgm:prSet presAssocID="{B7F2EA6C-38D2-4D46-8B45-4DA20E4B57E5}" presName="TwoNodes_1" presStyleLbl="node1" presStyleIdx="0" presStyleCnt="2">
        <dgm:presLayoutVars>
          <dgm:bulletEnabled val="1"/>
        </dgm:presLayoutVars>
      </dgm:prSet>
      <dgm:spPr/>
    </dgm:pt>
    <dgm:pt modelId="{F3CBB8C9-17BE-4B49-9B70-3B5D35E5A670}" type="pres">
      <dgm:prSet presAssocID="{B7F2EA6C-38D2-4D46-8B45-4DA20E4B57E5}" presName="TwoNodes_2" presStyleLbl="node1" presStyleIdx="1" presStyleCnt="2">
        <dgm:presLayoutVars>
          <dgm:bulletEnabled val="1"/>
        </dgm:presLayoutVars>
      </dgm:prSet>
      <dgm:spPr/>
    </dgm:pt>
    <dgm:pt modelId="{BB32A375-81D5-4877-98D5-D48A0F25AABE}" type="pres">
      <dgm:prSet presAssocID="{B7F2EA6C-38D2-4D46-8B45-4DA20E4B57E5}" presName="TwoConn_1-2" presStyleLbl="fgAccFollowNode1" presStyleIdx="0" presStyleCnt="1">
        <dgm:presLayoutVars>
          <dgm:bulletEnabled val="1"/>
        </dgm:presLayoutVars>
      </dgm:prSet>
      <dgm:spPr/>
    </dgm:pt>
    <dgm:pt modelId="{A0CA223D-FAFC-4C2B-898B-1791419D1297}" type="pres">
      <dgm:prSet presAssocID="{B7F2EA6C-38D2-4D46-8B45-4DA20E4B57E5}" presName="TwoNodes_1_text" presStyleLbl="node1" presStyleIdx="1" presStyleCnt="2">
        <dgm:presLayoutVars>
          <dgm:bulletEnabled val="1"/>
        </dgm:presLayoutVars>
      </dgm:prSet>
      <dgm:spPr/>
    </dgm:pt>
    <dgm:pt modelId="{C92A20B6-B183-4C4F-9ACF-E8B0E04F59A6}" type="pres">
      <dgm:prSet presAssocID="{B7F2EA6C-38D2-4D46-8B45-4DA20E4B57E5}" presName="TwoNodes_2_text" presStyleLbl="node1" presStyleIdx="1" presStyleCnt="2">
        <dgm:presLayoutVars>
          <dgm:bulletEnabled val="1"/>
        </dgm:presLayoutVars>
      </dgm:prSet>
      <dgm:spPr/>
    </dgm:pt>
  </dgm:ptLst>
  <dgm:cxnLst>
    <dgm:cxn modelId="{6A2AB903-C721-4079-9154-A8D761EF2325}" type="presOf" srcId="{C46FB203-11EC-4A1E-B7B0-07A610E52AC1}" destId="{C92A20B6-B183-4C4F-9ACF-E8B0E04F59A6}" srcOrd="1" destOrd="0" presId="urn:microsoft.com/office/officeart/2005/8/layout/vProcess5"/>
    <dgm:cxn modelId="{65A9E93D-808E-461E-AD37-B3D5CB7C6468}" srcId="{B7F2EA6C-38D2-4D46-8B45-4DA20E4B57E5}" destId="{C46FB203-11EC-4A1E-B7B0-07A610E52AC1}" srcOrd="1" destOrd="0" parTransId="{F949B5CC-B433-4B79-838A-CA900CB5B26F}" sibTransId="{A283E91F-5AB3-468D-8840-579D2D9D35D7}"/>
    <dgm:cxn modelId="{C1F8F53E-8F4C-4B96-AE17-1ADB950727F8}" type="presOf" srcId="{8984B55C-3E64-439F-A595-395389D28C40}" destId="{5A2B1C10-E1E0-44FC-A30D-2261CD73E553}" srcOrd="0" destOrd="0" presId="urn:microsoft.com/office/officeart/2005/8/layout/vProcess5"/>
    <dgm:cxn modelId="{B064CB60-089E-4EF7-B6B8-B9A03EA414A9}" type="presOf" srcId="{85249E67-F3DF-4771-9AC1-8C6CC49CD264}" destId="{BB32A375-81D5-4877-98D5-D48A0F25AABE}" srcOrd="0" destOrd="0" presId="urn:microsoft.com/office/officeart/2005/8/layout/vProcess5"/>
    <dgm:cxn modelId="{BAFC0D56-4DCA-4A93-818A-1A91542F84A9}" type="presOf" srcId="{C46FB203-11EC-4A1E-B7B0-07A610E52AC1}" destId="{F3CBB8C9-17BE-4B49-9B70-3B5D35E5A670}" srcOrd="0"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9E6857B7-9F88-43C9-92A5-C863DE70934F}" type="presOf" srcId="{B7F2EA6C-38D2-4D46-8B45-4DA20E4B57E5}" destId="{90F3E9D3-7972-491A-AA48-C31D080F275F}" srcOrd="0" destOrd="0" presId="urn:microsoft.com/office/officeart/2005/8/layout/vProcess5"/>
    <dgm:cxn modelId="{90FEFCF6-B355-4897-9DD1-913F629E17A6}" type="presOf" srcId="{8984B55C-3E64-439F-A595-395389D28C40}" destId="{A0CA223D-FAFC-4C2B-898B-1791419D1297}" srcOrd="1" destOrd="0" presId="urn:microsoft.com/office/officeart/2005/8/layout/vProcess5"/>
    <dgm:cxn modelId="{1D9A6A45-A613-4B8F-BE02-8570F379C66E}" type="presParOf" srcId="{90F3E9D3-7972-491A-AA48-C31D080F275F}" destId="{2BD8C3FF-3C62-4B46-B3FF-291553E9A516}" srcOrd="0" destOrd="0" presId="urn:microsoft.com/office/officeart/2005/8/layout/vProcess5"/>
    <dgm:cxn modelId="{C4C57B18-2667-4E0C-A230-25B9813DE1A2}" type="presParOf" srcId="{90F3E9D3-7972-491A-AA48-C31D080F275F}" destId="{5A2B1C10-E1E0-44FC-A30D-2261CD73E553}" srcOrd="1" destOrd="0" presId="urn:microsoft.com/office/officeart/2005/8/layout/vProcess5"/>
    <dgm:cxn modelId="{7DC73989-FCB2-4A6E-BAC0-01F60B9FB94A}" type="presParOf" srcId="{90F3E9D3-7972-491A-AA48-C31D080F275F}" destId="{F3CBB8C9-17BE-4B49-9B70-3B5D35E5A670}" srcOrd="2" destOrd="0" presId="urn:microsoft.com/office/officeart/2005/8/layout/vProcess5"/>
    <dgm:cxn modelId="{0EFA9627-3029-4E38-A8F5-D00FCAA69E48}" type="presParOf" srcId="{90F3E9D3-7972-491A-AA48-C31D080F275F}" destId="{BB32A375-81D5-4877-98D5-D48A0F25AABE}" srcOrd="3" destOrd="0" presId="urn:microsoft.com/office/officeart/2005/8/layout/vProcess5"/>
    <dgm:cxn modelId="{31804B74-FE93-471F-95EA-71CA60F14462}" type="presParOf" srcId="{90F3E9D3-7972-491A-AA48-C31D080F275F}" destId="{A0CA223D-FAFC-4C2B-898B-1791419D1297}" srcOrd="4" destOrd="0" presId="urn:microsoft.com/office/officeart/2005/8/layout/vProcess5"/>
    <dgm:cxn modelId="{1F08394C-345E-4237-A4CC-F0C280CFE390}" type="presParOf" srcId="{90F3E9D3-7972-491A-AA48-C31D080F275F}" destId="{C92A20B6-B183-4C4F-9ACF-E8B0E04F59A6}"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E83EDB05-9EC3-4E64-A4A0-D1AC4EDE79F0}" type="doc">
      <dgm:prSet loTypeId="urn:microsoft.com/office/officeart/2005/8/layout/process4" loCatId="list" qsTypeId="urn:microsoft.com/office/officeart/2005/8/quickstyle/simple1" qsCatId="simple" csTypeId="urn:microsoft.com/office/officeart/2005/8/colors/accent1_2" csCatId="accent1"/>
      <dgm:spPr/>
      <dgm:t>
        <a:bodyPr/>
        <a:lstStyle/>
        <a:p>
          <a:endParaRPr lang="es-ES"/>
        </a:p>
      </dgm:t>
    </dgm:pt>
    <dgm:pt modelId="{1E7C0752-872E-49B2-83BF-85E5583FF4A9}">
      <dgm:prSet custT="1"/>
      <dgm:spPr/>
      <dgm:t>
        <a:bodyPr/>
        <a:lstStyle/>
        <a:p>
          <a:pPr rtl="0"/>
          <a:r>
            <a:rPr lang="es-ES" sz="2400" b="1" dirty="0">
              <a:solidFill>
                <a:schemeClr val="tx1"/>
              </a:solidFill>
            </a:rPr>
            <a:t>Modelo: </a:t>
          </a:r>
          <a:r>
            <a:rPr lang="es-ES" sz="2400" dirty="0">
              <a:solidFill>
                <a:schemeClr val="tx1"/>
              </a:solidFill>
            </a:rPr>
            <a:t>El dosificador </a:t>
          </a:r>
          <a:r>
            <a:rPr lang="es-ES" sz="2400" b="1" dirty="0" err="1">
              <a:solidFill>
                <a:schemeClr val="tx1"/>
              </a:solidFill>
            </a:rPr>
            <a:t>Burkert</a:t>
          </a:r>
          <a:r>
            <a:rPr lang="es-ES" sz="2400" b="1" dirty="0">
              <a:solidFill>
                <a:schemeClr val="tx1"/>
              </a:solidFill>
            </a:rPr>
            <a:t> 8035 </a:t>
          </a:r>
          <a:r>
            <a:rPr lang="es-BO" sz="2400" b="1" dirty="0" err="1">
              <a:solidFill>
                <a:schemeClr val="tx1"/>
              </a:solidFill>
            </a:rPr>
            <a:t>Batch</a:t>
          </a:r>
          <a:r>
            <a:rPr lang="es-BO" sz="2400" b="1" dirty="0">
              <a:solidFill>
                <a:schemeClr val="tx1"/>
              </a:solidFill>
            </a:rPr>
            <a:t>. </a:t>
          </a:r>
          <a:endParaRPr lang="en-US" sz="2400" dirty="0">
            <a:solidFill>
              <a:schemeClr val="tx1"/>
            </a:solidFill>
          </a:endParaRPr>
        </a:p>
      </dgm:t>
    </dgm:pt>
    <dgm:pt modelId="{D8F4D02D-91A6-4050-A3F1-65E201DC6498}" type="parTrans" cxnId="{9FA2F94B-DA1D-40AE-83B3-8BFCE9DD9829}">
      <dgm:prSet/>
      <dgm:spPr/>
      <dgm:t>
        <a:bodyPr/>
        <a:lstStyle/>
        <a:p>
          <a:endParaRPr lang="es-ES" sz="3600">
            <a:solidFill>
              <a:schemeClr val="tx1"/>
            </a:solidFill>
          </a:endParaRPr>
        </a:p>
      </dgm:t>
    </dgm:pt>
    <dgm:pt modelId="{FCA294E8-1CBF-4924-86EE-9FB927123AF9}" type="sibTrans" cxnId="{9FA2F94B-DA1D-40AE-83B3-8BFCE9DD9829}">
      <dgm:prSet/>
      <dgm:spPr/>
      <dgm:t>
        <a:bodyPr/>
        <a:lstStyle/>
        <a:p>
          <a:endParaRPr lang="es-ES" sz="3600">
            <a:solidFill>
              <a:schemeClr val="tx1"/>
            </a:solidFill>
          </a:endParaRPr>
        </a:p>
      </dgm:t>
    </dgm:pt>
    <dgm:pt modelId="{32251051-580F-4788-B7BF-440AE94362ED}">
      <dgm:prSet custT="1"/>
      <dgm:spPr/>
      <dgm:t>
        <a:bodyPr/>
        <a:lstStyle/>
        <a:p>
          <a:pPr rtl="0"/>
          <a:r>
            <a:rPr lang="es-ES" sz="2400" b="1">
              <a:solidFill>
                <a:schemeClr val="tx1"/>
              </a:solidFill>
            </a:rPr>
            <a:t>Función: </a:t>
          </a:r>
          <a:r>
            <a:rPr lang="es-ES" sz="2400">
              <a:solidFill>
                <a:schemeClr val="tx1"/>
              </a:solidFill>
            </a:rPr>
            <a:t>controlar y medir el volumen de líquido proporcionado al sistema.</a:t>
          </a:r>
          <a:endParaRPr lang="en-US" sz="2400">
            <a:solidFill>
              <a:schemeClr val="tx1"/>
            </a:solidFill>
          </a:endParaRPr>
        </a:p>
      </dgm:t>
    </dgm:pt>
    <dgm:pt modelId="{97E843B6-799E-406A-9BE7-81041BB21F29}" type="parTrans" cxnId="{E9ED658D-801A-4EA3-9065-4CD71085086B}">
      <dgm:prSet/>
      <dgm:spPr/>
      <dgm:t>
        <a:bodyPr/>
        <a:lstStyle/>
        <a:p>
          <a:endParaRPr lang="es-ES" sz="3600">
            <a:solidFill>
              <a:schemeClr val="tx1"/>
            </a:solidFill>
          </a:endParaRPr>
        </a:p>
      </dgm:t>
    </dgm:pt>
    <dgm:pt modelId="{FD3F63F1-0163-4029-91D4-B6542B74EE02}" type="sibTrans" cxnId="{E9ED658D-801A-4EA3-9065-4CD71085086B}">
      <dgm:prSet/>
      <dgm:spPr/>
      <dgm:t>
        <a:bodyPr/>
        <a:lstStyle/>
        <a:p>
          <a:endParaRPr lang="es-ES" sz="3600">
            <a:solidFill>
              <a:schemeClr val="tx1"/>
            </a:solidFill>
          </a:endParaRPr>
        </a:p>
      </dgm:t>
    </dgm:pt>
    <dgm:pt modelId="{6BA0CE27-A26F-4C11-AB3A-00746E6C1224}">
      <dgm:prSet custT="1"/>
      <dgm:spPr/>
      <dgm:t>
        <a:bodyPr/>
        <a:lstStyle/>
        <a:p>
          <a:pPr rtl="0"/>
          <a:r>
            <a:rPr lang="es-ES" sz="2400">
              <a:solidFill>
                <a:schemeClr val="tx1"/>
              </a:solidFill>
            </a:rPr>
            <a:t>Proporciona información del caudal de líquido que pasa a través de las tuberías. Todo esto gracias a un rodete que gira en proporción al fluido que pasa por la tubería.</a:t>
          </a:r>
          <a:endParaRPr lang="en-US" sz="2400">
            <a:solidFill>
              <a:schemeClr val="tx1"/>
            </a:solidFill>
          </a:endParaRPr>
        </a:p>
      </dgm:t>
    </dgm:pt>
    <dgm:pt modelId="{CE02078A-9249-4828-9586-06C038E29AED}" type="parTrans" cxnId="{D4DEBD33-7F2F-4490-94B0-971C2323A4A2}">
      <dgm:prSet/>
      <dgm:spPr/>
      <dgm:t>
        <a:bodyPr/>
        <a:lstStyle/>
        <a:p>
          <a:endParaRPr lang="es-ES" sz="3600">
            <a:solidFill>
              <a:schemeClr val="tx1"/>
            </a:solidFill>
          </a:endParaRPr>
        </a:p>
      </dgm:t>
    </dgm:pt>
    <dgm:pt modelId="{D58FD040-D914-4AAC-A31E-0822E970E70A}" type="sibTrans" cxnId="{D4DEBD33-7F2F-4490-94B0-971C2323A4A2}">
      <dgm:prSet/>
      <dgm:spPr/>
      <dgm:t>
        <a:bodyPr/>
        <a:lstStyle/>
        <a:p>
          <a:endParaRPr lang="es-ES" sz="3600">
            <a:solidFill>
              <a:schemeClr val="tx1"/>
            </a:solidFill>
          </a:endParaRPr>
        </a:p>
      </dgm:t>
    </dgm:pt>
    <dgm:pt modelId="{AA0D640F-25CC-4632-AC9D-D1DEA3918F14}">
      <dgm:prSet custT="1"/>
      <dgm:spPr/>
      <dgm:t>
        <a:bodyPr/>
        <a:lstStyle/>
        <a:p>
          <a:pPr rtl="0"/>
          <a:r>
            <a:rPr lang="es-BO" sz="2400" b="1" dirty="0">
              <a:solidFill>
                <a:schemeClr val="tx1"/>
              </a:solidFill>
            </a:rPr>
            <a:t>Tensión de alimentación: </a:t>
          </a:r>
          <a:r>
            <a:rPr lang="es-BO" sz="2400" dirty="0">
              <a:solidFill>
                <a:schemeClr val="tx1"/>
              </a:solidFill>
            </a:rPr>
            <a:t> 115/230 VCA y cuenta con 2 relés para realizar la dosificación.</a:t>
          </a:r>
          <a:endParaRPr lang="en-US" sz="2400" dirty="0">
            <a:solidFill>
              <a:schemeClr val="tx1"/>
            </a:solidFill>
          </a:endParaRPr>
        </a:p>
      </dgm:t>
    </dgm:pt>
    <dgm:pt modelId="{518AC35F-4269-4857-B331-97D2D3A6416E}" type="parTrans" cxnId="{281A59E8-4F95-4CA1-A40F-252A61336540}">
      <dgm:prSet/>
      <dgm:spPr/>
      <dgm:t>
        <a:bodyPr/>
        <a:lstStyle/>
        <a:p>
          <a:endParaRPr lang="es-ES" sz="3600">
            <a:solidFill>
              <a:schemeClr val="tx1"/>
            </a:solidFill>
          </a:endParaRPr>
        </a:p>
      </dgm:t>
    </dgm:pt>
    <dgm:pt modelId="{F9852A08-0686-45AB-B3F7-6CFBBBDEB685}" type="sibTrans" cxnId="{281A59E8-4F95-4CA1-A40F-252A61336540}">
      <dgm:prSet/>
      <dgm:spPr/>
      <dgm:t>
        <a:bodyPr/>
        <a:lstStyle/>
        <a:p>
          <a:endParaRPr lang="es-ES" sz="3600">
            <a:solidFill>
              <a:schemeClr val="tx1"/>
            </a:solidFill>
          </a:endParaRPr>
        </a:p>
      </dgm:t>
    </dgm:pt>
    <dgm:pt modelId="{44B14407-11A7-483D-9D6F-30F858AF6975}" type="pres">
      <dgm:prSet presAssocID="{E83EDB05-9EC3-4E64-A4A0-D1AC4EDE79F0}" presName="Name0" presStyleCnt="0">
        <dgm:presLayoutVars>
          <dgm:dir/>
          <dgm:animLvl val="lvl"/>
          <dgm:resizeHandles val="exact"/>
        </dgm:presLayoutVars>
      </dgm:prSet>
      <dgm:spPr/>
    </dgm:pt>
    <dgm:pt modelId="{DC8A137E-D770-4977-B617-9915DC12F4B9}" type="pres">
      <dgm:prSet presAssocID="{AA0D640F-25CC-4632-AC9D-D1DEA3918F14}" presName="boxAndChildren" presStyleCnt="0"/>
      <dgm:spPr/>
    </dgm:pt>
    <dgm:pt modelId="{17F33FEB-7BC3-43C5-AEE4-CC40A99CE69E}" type="pres">
      <dgm:prSet presAssocID="{AA0D640F-25CC-4632-AC9D-D1DEA3918F14}" presName="parentTextBox" presStyleLbl="node1" presStyleIdx="0" presStyleCnt="4"/>
      <dgm:spPr/>
    </dgm:pt>
    <dgm:pt modelId="{E5C88E31-739D-44BA-BFEE-D5E073934583}" type="pres">
      <dgm:prSet presAssocID="{D58FD040-D914-4AAC-A31E-0822E970E70A}" presName="sp" presStyleCnt="0"/>
      <dgm:spPr/>
    </dgm:pt>
    <dgm:pt modelId="{C7421DEE-B47A-4DF9-AE37-BABD11CB23F9}" type="pres">
      <dgm:prSet presAssocID="{6BA0CE27-A26F-4C11-AB3A-00746E6C1224}" presName="arrowAndChildren" presStyleCnt="0"/>
      <dgm:spPr/>
    </dgm:pt>
    <dgm:pt modelId="{B8CD8FEF-02C1-4ACF-8146-B15C227A835F}" type="pres">
      <dgm:prSet presAssocID="{6BA0CE27-A26F-4C11-AB3A-00746E6C1224}" presName="parentTextArrow" presStyleLbl="node1" presStyleIdx="1" presStyleCnt="4"/>
      <dgm:spPr/>
    </dgm:pt>
    <dgm:pt modelId="{6BC77F6C-00A5-4053-9394-8FA74717908D}" type="pres">
      <dgm:prSet presAssocID="{FD3F63F1-0163-4029-91D4-B6542B74EE02}" presName="sp" presStyleCnt="0"/>
      <dgm:spPr/>
    </dgm:pt>
    <dgm:pt modelId="{20970F9E-9832-49DF-894E-7C87395EA613}" type="pres">
      <dgm:prSet presAssocID="{32251051-580F-4788-B7BF-440AE94362ED}" presName="arrowAndChildren" presStyleCnt="0"/>
      <dgm:spPr/>
    </dgm:pt>
    <dgm:pt modelId="{C0D7DFE7-72EC-42B9-91E1-18C59736A503}" type="pres">
      <dgm:prSet presAssocID="{32251051-580F-4788-B7BF-440AE94362ED}" presName="parentTextArrow" presStyleLbl="node1" presStyleIdx="2" presStyleCnt="4"/>
      <dgm:spPr/>
    </dgm:pt>
    <dgm:pt modelId="{C4538022-FA65-4306-863C-E2B17C6EE229}" type="pres">
      <dgm:prSet presAssocID="{FCA294E8-1CBF-4924-86EE-9FB927123AF9}" presName="sp" presStyleCnt="0"/>
      <dgm:spPr/>
    </dgm:pt>
    <dgm:pt modelId="{44E133DA-70E9-4C00-BB78-72BF0B5457AB}" type="pres">
      <dgm:prSet presAssocID="{1E7C0752-872E-49B2-83BF-85E5583FF4A9}" presName="arrowAndChildren" presStyleCnt="0"/>
      <dgm:spPr/>
    </dgm:pt>
    <dgm:pt modelId="{9D8E7B37-0BC3-4935-9571-A4915BDFEA2D}" type="pres">
      <dgm:prSet presAssocID="{1E7C0752-872E-49B2-83BF-85E5583FF4A9}" presName="parentTextArrow" presStyleLbl="node1" presStyleIdx="3" presStyleCnt="4" custLinFactNeighborX="-552" custLinFactNeighborY="-1254"/>
      <dgm:spPr/>
    </dgm:pt>
  </dgm:ptLst>
  <dgm:cxnLst>
    <dgm:cxn modelId="{D4DEBD33-7F2F-4490-94B0-971C2323A4A2}" srcId="{E83EDB05-9EC3-4E64-A4A0-D1AC4EDE79F0}" destId="{6BA0CE27-A26F-4C11-AB3A-00746E6C1224}" srcOrd="2" destOrd="0" parTransId="{CE02078A-9249-4828-9586-06C038E29AED}" sibTransId="{D58FD040-D914-4AAC-A31E-0822E970E70A}"/>
    <dgm:cxn modelId="{9FA2F94B-DA1D-40AE-83B3-8BFCE9DD9829}" srcId="{E83EDB05-9EC3-4E64-A4A0-D1AC4EDE79F0}" destId="{1E7C0752-872E-49B2-83BF-85E5583FF4A9}" srcOrd="0" destOrd="0" parTransId="{D8F4D02D-91A6-4050-A3F1-65E201DC6498}" sibTransId="{FCA294E8-1CBF-4924-86EE-9FB927123AF9}"/>
    <dgm:cxn modelId="{E9ED658D-801A-4EA3-9065-4CD71085086B}" srcId="{E83EDB05-9EC3-4E64-A4A0-D1AC4EDE79F0}" destId="{32251051-580F-4788-B7BF-440AE94362ED}" srcOrd="1" destOrd="0" parTransId="{97E843B6-799E-406A-9BE7-81041BB21F29}" sibTransId="{FD3F63F1-0163-4029-91D4-B6542B74EE02}"/>
    <dgm:cxn modelId="{6996B89F-C60C-4945-B447-9D4E29CF5EAF}" type="presOf" srcId="{E83EDB05-9EC3-4E64-A4A0-D1AC4EDE79F0}" destId="{44B14407-11A7-483D-9D6F-30F858AF6975}" srcOrd="0" destOrd="0" presId="urn:microsoft.com/office/officeart/2005/8/layout/process4"/>
    <dgm:cxn modelId="{610253B0-BFB8-49F5-88B7-F3B467E2576B}" type="presOf" srcId="{32251051-580F-4788-B7BF-440AE94362ED}" destId="{C0D7DFE7-72EC-42B9-91E1-18C59736A503}" srcOrd="0" destOrd="0" presId="urn:microsoft.com/office/officeart/2005/8/layout/process4"/>
    <dgm:cxn modelId="{F5950BBB-2CF4-451F-A7AE-E4C0466EC1FB}" type="presOf" srcId="{1E7C0752-872E-49B2-83BF-85E5583FF4A9}" destId="{9D8E7B37-0BC3-4935-9571-A4915BDFEA2D}" srcOrd="0" destOrd="0" presId="urn:microsoft.com/office/officeart/2005/8/layout/process4"/>
    <dgm:cxn modelId="{2D0531CF-12DE-42D6-8267-A97E8DA79374}" type="presOf" srcId="{AA0D640F-25CC-4632-AC9D-D1DEA3918F14}" destId="{17F33FEB-7BC3-43C5-AEE4-CC40A99CE69E}" srcOrd="0" destOrd="0" presId="urn:microsoft.com/office/officeart/2005/8/layout/process4"/>
    <dgm:cxn modelId="{DCC199E1-C149-4228-9A1C-AFAF89AA0777}" type="presOf" srcId="{6BA0CE27-A26F-4C11-AB3A-00746E6C1224}" destId="{B8CD8FEF-02C1-4ACF-8146-B15C227A835F}" srcOrd="0" destOrd="0" presId="urn:microsoft.com/office/officeart/2005/8/layout/process4"/>
    <dgm:cxn modelId="{281A59E8-4F95-4CA1-A40F-252A61336540}" srcId="{E83EDB05-9EC3-4E64-A4A0-D1AC4EDE79F0}" destId="{AA0D640F-25CC-4632-AC9D-D1DEA3918F14}" srcOrd="3" destOrd="0" parTransId="{518AC35F-4269-4857-B331-97D2D3A6416E}" sibTransId="{F9852A08-0686-45AB-B3F7-6CFBBBDEB685}"/>
    <dgm:cxn modelId="{72622F19-0717-48F0-BA86-160097966C33}" type="presParOf" srcId="{44B14407-11A7-483D-9D6F-30F858AF6975}" destId="{DC8A137E-D770-4977-B617-9915DC12F4B9}" srcOrd="0" destOrd="0" presId="urn:microsoft.com/office/officeart/2005/8/layout/process4"/>
    <dgm:cxn modelId="{0DA92B6B-3BD4-497C-A9DE-6B00EDE643AC}" type="presParOf" srcId="{DC8A137E-D770-4977-B617-9915DC12F4B9}" destId="{17F33FEB-7BC3-43C5-AEE4-CC40A99CE69E}" srcOrd="0" destOrd="0" presId="urn:microsoft.com/office/officeart/2005/8/layout/process4"/>
    <dgm:cxn modelId="{B2704126-35F8-48F0-A2DC-A39C7B213E69}" type="presParOf" srcId="{44B14407-11A7-483D-9D6F-30F858AF6975}" destId="{E5C88E31-739D-44BA-BFEE-D5E073934583}" srcOrd="1" destOrd="0" presId="urn:microsoft.com/office/officeart/2005/8/layout/process4"/>
    <dgm:cxn modelId="{0B6EB811-D8B7-472A-A74A-1AED37435EAF}" type="presParOf" srcId="{44B14407-11A7-483D-9D6F-30F858AF6975}" destId="{C7421DEE-B47A-4DF9-AE37-BABD11CB23F9}" srcOrd="2" destOrd="0" presId="urn:microsoft.com/office/officeart/2005/8/layout/process4"/>
    <dgm:cxn modelId="{0DC632BE-3B93-43AF-8BBF-53510A947A92}" type="presParOf" srcId="{C7421DEE-B47A-4DF9-AE37-BABD11CB23F9}" destId="{B8CD8FEF-02C1-4ACF-8146-B15C227A835F}" srcOrd="0" destOrd="0" presId="urn:microsoft.com/office/officeart/2005/8/layout/process4"/>
    <dgm:cxn modelId="{C84E69C4-9CEF-49C7-8E80-655F03FD2BCA}" type="presParOf" srcId="{44B14407-11A7-483D-9D6F-30F858AF6975}" destId="{6BC77F6C-00A5-4053-9394-8FA74717908D}" srcOrd="3" destOrd="0" presId="urn:microsoft.com/office/officeart/2005/8/layout/process4"/>
    <dgm:cxn modelId="{464A2F5A-374A-4AF5-84FB-1719D77C37EE}" type="presParOf" srcId="{44B14407-11A7-483D-9D6F-30F858AF6975}" destId="{20970F9E-9832-49DF-894E-7C87395EA613}" srcOrd="4" destOrd="0" presId="urn:microsoft.com/office/officeart/2005/8/layout/process4"/>
    <dgm:cxn modelId="{7469E62C-D8D9-4679-8CE1-7C216DEB7E63}" type="presParOf" srcId="{20970F9E-9832-49DF-894E-7C87395EA613}" destId="{C0D7DFE7-72EC-42B9-91E1-18C59736A503}" srcOrd="0" destOrd="0" presId="urn:microsoft.com/office/officeart/2005/8/layout/process4"/>
    <dgm:cxn modelId="{D6B6A2C6-CB08-4E1E-851C-3DA2DEEA1561}" type="presParOf" srcId="{44B14407-11A7-483D-9D6F-30F858AF6975}" destId="{C4538022-FA65-4306-863C-E2B17C6EE229}" srcOrd="5" destOrd="0" presId="urn:microsoft.com/office/officeart/2005/8/layout/process4"/>
    <dgm:cxn modelId="{CCD0DE35-FCAA-4682-91D2-2738CBC52531}" type="presParOf" srcId="{44B14407-11A7-483D-9D6F-30F858AF6975}" destId="{44E133DA-70E9-4C00-BB78-72BF0B5457AB}" srcOrd="6" destOrd="0" presId="urn:microsoft.com/office/officeart/2005/8/layout/process4"/>
    <dgm:cxn modelId="{34F3FEA8-E03B-479F-B61E-4140C9F8540B}" type="presParOf" srcId="{44E133DA-70E9-4C00-BB78-72BF0B5457AB}" destId="{9D8E7B37-0BC3-4935-9571-A4915BDFEA2D}"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74DE31D-8193-482D-91E9-A1C604DE1C69}"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s-ES"/>
        </a:p>
      </dgm:t>
    </dgm:pt>
    <dgm:pt modelId="{CA13FAE3-C72B-40FB-ABCE-ABD2841361BC}">
      <dgm:prSet custT="1"/>
      <dgm:spPr/>
      <dgm:t>
        <a:bodyPr/>
        <a:lstStyle/>
        <a:p>
          <a:pPr algn="just" rtl="0"/>
          <a:r>
            <a:rPr lang="es-ES" sz="2400" dirty="0">
              <a:solidFill>
                <a:schemeClr val="tx1"/>
              </a:solidFill>
            </a:rPr>
            <a:t>Cuando el líquido fluye a través de la tubería, la rueda de paletas con 4 imanes insertados se pone en rotación, produciendo una señal de medición en el sensor.</a:t>
          </a:r>
          <a:endParaRPr lang="en-US" sz="2400" dirty="0">
            <a:solidFill>
              <a:schemeClr val="tx1"/>
            </a:solidFill>
          </a:endParaRPr>
        </a:p>
      </dgm:t>
    </dgm:pt>
    <dgm:pt modelId="{66B31872-6FEE-4C27-B499-2B97E00361F0}" type="parTrans" cxnId="{D5990BAE-D5A6-4948-B115-F0230963F353}">
      <dgm:prSet/>
      <dgm:spPr/>
      <dgm:t>
        <a:bodyPr/>
        <a:lstStyle/>
        <a:p>
          <a:endParaRPr lang="es-ES" sz="2400">
            <a:solidFill>
              <a:schemeClr val="tx1"/>
            </a:solidFill>
          </a:endParaRPr>
        </a:p>
      </dgm:t>
    </dgm:pt>
    <dgm:pt modelId="{E0927CEE-CB35-430A-8470-FB5CA301B41C}" type="sibTrans" cxnId="{D5990BAE-D5A6-4948-B115-F0230963F353}">
      <dgm:prSet custT="1"/>
      <dgm:spPr/>
      <dgm:t>
        <a:bodyPr/>
        <a:lstStyle/>
        <a:p>
          <a:endParaRPr lang="es-ES" sz="2800">
            <a:solidFill>
              <a:schemeClr val="tx1"/>
            </a:solidFill>
          </a:endParaRPr>
        </a:p>
      </dgm:t>
    </dgm:pt>
    <dgm:pt modelId="{A018C994-DF61-4C14-8114-8D5C2E0C1F87}">
      <dgm:prSet custT="1"/>
      <dgm:spPr/>
      <dgm:t>
        <a:bodyPr/>
        <a:lstStyle/>
        <a:p>
          <a:pPr rtl="0"/>
          <a:r>
            <a:rPr lang="es-ES" sz="2400" b="1" dirty="0">
              <a:solidFill>
                <a:schemeClr val="tx1"/>
              </a:solidFill>
            </a:rPr>
            <a:t>El voltaje inducido modulado en frecuencia es proporcional a la velocidad de flujo del fluido. </a:t>
          </a:r>
          <a:endParaRPr lang="en-US" sz="2400" b="1" dirty="0">
            <a:solidFill>
              <a:schemeClr val="tx1"/>
            </a:solidFill>
          </a:endParaRPr>
        </a:p>
      </dgm:t>
    </dgm:pt>
    <dgm:pt modelId="{862B6754-FAE7-47D7-B7E7-4D65DAE0D2D3}" type="parTrans" cxnId="{8159D039-39A4-4E7D-9190-3A982622A15C}">
      <dgm:prSet/>
      <dgm:spPr/>
      <dgm:t>
        <a:bodyPr/>
        <a:lstStyle/>
        <a:p>
          <a:endParaRPr lang="es-ES" sz="2400">
            <a:solidFill>
              <a:schemeClr val="tx1"/>
            </a:solidFill>
          </a:endParaRPr>
        </a:p>
      </dgm:t>
    </dgm:pt>
    <dgm:pt modelId="{AD16BF4C-6A40-4CBF-A0E8-4FB122F9FBCA}" type="sibTrans" cxnId="{8159D039-39A4-4E7D-9190-3A982622A15C}">
      <dgm:prSet custT="1"/>
      <dgm:spPr/>
      <dgm:t>
        <a:bodyPr/>
        <a:lstStyle/>
        <a:p>
          <a:endParaRPr lang="es-ES" sz="2800">
            <a:solidFill>
              <a:schemeClr val="tx1"/>
            </a:solidFill>
          </a:endParaRPr>
        </a:p>
      </dgm:t>
    </dgm:pt>
    <dgm:pt modelId="{BD025BC7-ACA3-442E-951D-70A0AE79D77B}">
      <dgm:prSet custT="1"/>
      <dgm:spPr/>
      <dgm:t>
        <a:bodyPr/>
        <a:lstStyle/>
        <a:p>
          <a:pPr rtl="0"/>
          <a:r>
            <a:rPr lang="es-ES" sz="2000" dirty="0">
              <a:solidFill>
                <a:schemeClr val="tx1"/>
              </a:solidFill>
            </a:rPr>
            <a:t>Los valores nominales de presión y temperatura deben respetarse de acuerdo con el material de montaje del sensor seleccionado. </a:t>
          </a:r>
          <a:endParaRPr lang="en-US" sz="2000" dirty="0">
            <a:solidFill>
              <a:schemeClr val="tx1"/>
            </a:solidFill>
          </a:endParaRPr>
        </a:p>
      </dgm:t>
    </dgm:pt>
    <dgm:pt modelId="{8563E44A-BE52-4E71-BBD2-EB5D01C77BC4}" type="parTrans" cxnId="{15516CFE-520E-483C-B0B7-DD9272A67C73}">
      <dgm:prSet/>
      <dgm:spPr/>
      <dgm:t>
        <a:bodyPr/>
        <a:lstStyle/>
        <a:p>
          <a:endParaRPr lang="es-ES" sz="2400">
            <a:solidFill>
              <a:schemeClr val="tx1"/>
            </a:solidFill>
          </a:endParaRPr>
        </a:p>
      </dgm:t>
    </dgm:pt>
    <dgm:pt modelId="{1A93982F-2218-4DFA-BB1D-D91A5D9B20E2}" type="sibTrans" cxnId="{15516CFE-520E-483C-B0B7-DD9272A67C73}">
      <dgm:prSet custT="1"/>
      <dgm:spPr/>
      <dgm:t>
        <a:bodyPr/>
        <a:lstStyle/>
        <a:p>
          <a:endParaRPr lang="es-ES" sz="2800">
            <a:solidFill>
              <a:schemeClr val="tx1"/>
            </a:solidFill>
          </a:endParaRPr>
        </a:p>
      </dgm:t>
    </dgm:pt>
    <dgm:pt modelId="{C9EABB56-632B-422A-84BC-8D366F9AF374}">
      <dgm:prSet custT="1"/>
      <dgm:spPr/>
      <dgm:t>
        <a:bodyPr/>
        <a:lstStyle/>
        <a:p>
          <a:pPr rtl="0"/>
          <a:r>
            <a:rPr lang="es-ES" sz="2000" dirty="0">
              <a:solidFill>
                <a:schemeClr val="tx1"/>
              </a:solidFill>
            </a:rPr>
            <a:t>El </a:t>
          </a:r>
          <a:r>
            <a:rPr lang="es-ES" sz="2000" b="1" dirty="0">
              <a:solidFill>
                <a:schemeClr val="tx1"/>
              </a:solidFill>
            </a:rPr>
            <a:t>tamaño de tubería adecuado </a:t>
          </a:r>
          <a:r>
            <a:rPr lang="es-ES" sz="2000" dirty="0">
              <a:solidFill>
                <a:schemeClr val="tx1"/>
              </a:solidFill>
            </a:rPr>
            <a:t>se selecciona utilizando el diagrama para seleccionar el diámetro nominal del accesorio del sensor.</a:t>
          </a:r>
          <a:endParaRPr lang="en-US" sz="2000" dirty="0">
            <a:solidFill>
              <a:schemeClr val="tx1"/>
            </a:solidFill>
          </a:endParaRPr>
        </a:p>
      </dgm:t>
    </dgm:pt>
    <dgm:pt modelId="{B4899642-D3A9-442A-9908-6285C525FCE4}" type="parTrans" cxnId="{F2E1FEAE-ECB0-4A28-8FEF-26AB38FF2FD1}">
      <dgm:prSet/>
      <dgm:spPr/>
      <dgm:t>
        <a:bodyPr/>
        <a:lstStyle/>
        <a:p>
          <a:endParaRPr lang="es-ES" sz="2400">
            <a:solidFill>
              <a:schemeClr val="tx1"/>
            </a:solidFill>
          </a:endParaRPr>
        </a:p>
      </dgm:t>
    </dgm:pt>
    <dgm:pt modelId="{73AE163B-D1A9-4623-89B2-3FED7C202093}" type="sibTrans" cxnId="{F2E1FEAE-ECB0-4A28-8FEF-26AB38FF2FD1}">
      <dgm:prSet custT="1"/>
      <dgm:spPr/>
      <dgm:t>
        <a:bodyPr/>
        <a:lstStyle/>
        <a:p>
          <a:endParaRPr lang="es-ES" sz="2800">
            <a:solidFill>
              <a:schemeClr val="tx1"/>
            </a:solidFill>
          </a:endParaRPr>
        </a:p>
      </dgm:t>
    </dgm:pt>
    <dgm:pt modelId="{6CA7CCD4-0A90-4DA8-B4BE-14771F3F7D75}">
      <dgm:prSet custT="1"/>
      <dgm:spPr/>
      <dgm:t>
        <a:bodyPr/>
        <a:lstStyle/>
        <a:p>
          <a:pPr rtl="0"/>
          <a:r>
            <a:rPr lang="es-ES" sz="2000" b="1" dirty="0">
              <a:solidFill>
                <a:schemeClr val="tx1"/>
              </a:solidFill>
            </a:rPr>
            <a:t>Un factor K </a:t>
          </a:r>
          <a:r>
            <a:rPr lang="es-ES" sz="2000" dirty="0">
              <a:solidFill>
                <a:schemeClr val="tx1"/>
              </a:solidFill>
            </a:rPr>
            <a:t>, específico para cada tubería (tamaño y material) permite convertir esta frecuencia en un caudal</a:t>
          </a:r>
          <a:endParaRPr lang="en-US" sz="2000" dirty="0">
            <a:solidFill>
              <a:schemeClr val="tx1"/>
            </a:solidFill>
          </a:endParaRPr>
        </a:p>
      </dgm:t>
    </dgm:pt>
    <dgm:pt modelId="{21FE527B-2F1D-48C7-BB39-343C0048497F}" type="parTrans" cxnId="{3AE310AF-DFF5-4407-80E7-FE5714EEE0A4}">
      <dgm:prSet/>
      <dgm:spPr/>
      <dgm:t>
        <a:bodyPr/>
        <a:lstStyle/>
        <a:p>
          <a:endParaRPr lang="es-ES" sz="2400">
            <a:solidFill>
              <a:schemeClr val="tx1"/>
            </a:solidFill>
          </a:endParaRPr>
        </a:p>
      </dgm:t>
    </dgm:pt>
    <dgm:pt modelId="{56DC6524-E0C5-4D30-A9A0-C520B74EF15A}" type="sibTrans" cxnId="{3AE310AF-DFF5-4407-80E7-FE5714EEE0A4}">
      <dgm:prSet/>
      <dgm:spPr/>
      <dgm:t>
        <a:bodyPr/>
        <a:lstStyle/>
        <a:p>
          <a:endParaRPr lang="es-ES" sz="2400">
            <a:solidFill>
              <a:schemeClr val="tx1"/>
            </a:solidFill>
          </a:endParaRPr>
        </a:p>
      </dgm:t>
    </dgm:pt>
    <dgm:pt modelId="{E1E7DC79-2DF5-42AD-A309-C1D69EBE30CE}" type="pres">
      <dgm:prSet presAssocID="{F74DE31D-8193-482D-91E9-A1C604DE1C69}" presName="outerComposite" presStyleCnt="0">
        <dgm:presLayoutVars>
          <dgm:chMax val="5"/>
          <dgm:dir/>
          <dgm:resizeHandles val="exact"/>
        </dgm:presLayoutVars>
      </dgm:prSet>
      <dgm:spPr/>
    </dgm:pt>
    <dgm:pt modelId="{84E480AB-9F7B-4931-B5BA-A63D28BF9667}" type="pres">
      <dgm:prSet presAssocID="{F74DE31D-8193-482D-91E9-A1C604DE1C69}" presName="dummyMaxCanvas" presStyleCnt="0">
        <dgm:presLayoutVars/>
      </dgm:prSet>
      <dgm:spPr/>
    </dgm:pt>
    <dgm:pt modelId="{6ED7CE8F-3829-47BA-B50E-5158320F6891}" type="pres">
      <dgm:prSet presAssocID="{F74DE31D-8193-482D-91E9-A1C604DE1C69}" presName="FiveNodes_1" presStyleLbl="node1" presStyleIdx="0" presStyleCnt="5">
        <dgm:presLayoutVars>
          <dgm:bulletEnabled val="1"/>
        </dgm:presLayoutVars>
      </dgm:prSet>
      <dgm:spPr/>
    </dgm:pt>
    <dgm:pt modelId="{A4395A76-B834-478B-80DD-4C996AD22ECB}" type="pres">
      <dgm:prSet presAssocID="{F74DE31D-8193-482D-91E9-A1C604DE1C69}" presName="FiveNodes_2" presStyleLbl="node1" presStyleIdx="1" presStyleCnt="5">
        <dgm:presLayoutVars>
          <dgm:bulletEnabled val="1"/>
        </dgm:presLayoutVars>
      </dgm:prSet>
      <dgm:spPr/>
    </dgm:pt>
    <dgm:pt modelId="{E9AA7636-7720-4E3E-AE6F-FE5414FC9886}" type="pres">
      <dgm:prSet presAssocID="{F74DE31D-8193-482D-91E9-A1C604DE1C69}" presName="FiveNodes_3" presStyleLbl="node1" presStyleIdx="2" presStyleCnt="5">
        <dgm:presLayoutVars>
          <dgm:bulletEnabled val="1"/>
        </dgm:presLayoutVars>
      </dgm:prSet>
      <dgm:spPr/>
    </dgm:pt>
    <dgm:pt modelId="{5F431ADB-B2C9-4C96-9991-7BD23685078C}" type="pres">
      <dgm:prSet presAssocID="{F74DE31D-8193-482D-91E9-A1C604DE1C69}" presName="FiveNodes_4" presStyleLbl="node1" presStyleIdx="3" presStyleCnt="5">
        <dgm:presLayoutVars>
          <dgm:bulletEnabled val="1"/>
        </dgm:presLayoutVars>
      </dgm:prSet>
      <dgm:spPr/>
    </dgm:pt>
    <dgm:pt modelId="{5D77B32F-EA0D-4E85-A573-169A1495A3E8}" type="pres">
      <dgm:prSet presAssocID="{F74DE31D-8193-482D-91E9-A1C604DE1C69}" presName="FiveNodes_5" presStyleLbl="node1" presStyleIdx="4" presStyleCnt="5">
        <dgm:presLayoutVars>
          <dgm:bulletEnabled val="1"/>
        </dgm:presLayoutVars>
      </dgm:prSet>
      <dgm:spPr/>
    </dgm:pt>
    <dgm:pt modelId="{F2E876C9-9AC1-4558-9C6D-10489E653A0F}" type="pres">
      <dgm:prSet presAssocID="{F74DE31D-8193-482D-91E9-A1C604DE1C69}" presName="FiveConn_1-2" presStyleLbl="fgAccFollowNode1" presStyleIdx="0" presStyleCnt="4">
        <dgm:presLayoutVars>
          <dgm:bulletEnabled val="1"/>
        </dgm:presLayoutVars>
      </dgm:prSet>
      <dgm:spPr/>
    </dgm:pt>
    <dgm:pt modelId="{CB111DDC-02DA-4027-8600-950C64E44617}" type="pres">
      <dgm:prSet presAssocID="{F74DE31D-8193-482D-91E9-A1C604DE1C69}" presName="FiveConn_2-3" presStyleLbl="fgAccFollowNode1" presStyleIdx="1" presStyleCnt="4">
        <dgm:presLayoutVars>
          <dgm:bulletEnabled val="1"/>
        </dgm:presLayoutVars>
      </dgm:prSet>
      <dgm:spPr/>
    </dgm:pt>
    <dgm:pt modelId="{B83F7B8E-FFE8-4004-85C1-BA1F99D8B243}" type="pres">
      <dgm:prSet presAssocID="{F74DE31D-8193-482D-91E9-A1C604DE1C69}" presName="FiveConn_3-4" presStyleLbl="fgAccFollowNode1" presStyleIdx="2" presStyleCnt="4">
        <dgm:presLayoutVars>
          <dgm:bulletEnabled val="1"/>
        </dgm:presLayoutVars>
      </dgm:prSet>
      <dgm:spPr/>
    </dgm:pt>
    <dgm:pt modelId="{F66465F8-0717-4EF6-A62A-AB857E94F2AC}" type="pres">
      <dgm:prSet presAssocID="{F74DE31D-8193-482D-91E9-A1C604DE1C69}" presName="FiveConn_4-5" presStyleLbl="fgAccFollowNode1" presStyleIdx="3" presStyleCnt="4">
        <dgm:presLayoutVars>
          <dgm:bulletEnabled val="1"/>
        </dgm:presLayoutVars>
      </dgm:prSet>
      <dgm:spPr/>
    </dgm:pt>
    <dgm:pt modelId="{3221B9DE-8334-499F-85B3-9CEE3AAEB59F}" type="pres">
      <dgm:prSet presAssocID="{F74DE31D-8193-482D-91E9-A1C604DE1C69}" presName="FiveNodes_1_text" presStyleLbl="node1" presStyleIdx="4" presStyleCnt="5">
        <dgm:presLayoutVars>
          <dgm:bulletEnabled val="1"/>
        </dgm:presLayoutVars>
      </dgm:prSet>
      <dgm:spPr/>
    </dgm:pt>
    <dgm:pt modelId="{1ECF9B38-0F6E-4473-9035-FF8783E1A281}" type="pres">
      <dgm:prSet presAssocID="{F74DE31D-8193-482D-91E9-A1C604DE1C69}" presName="FiveNodes_2_text" presStyleLbl="node1" presStyleIdx="4" presStyleCnt="5">
        <dgm:presLayoutVars>
          <dgm:bulletEnabled val="1"/>
        </dgm:presLayoutVars>
      </dgm:prSet>
      <dgm:spPr/>
    </dgm:pt>
    <dgm:pt modelId="{5730FABD-3B12-4F3F-82C7-AD0EA6CE6AF3}" type="pres">
      <dgm:prSet presAssocID="{F74DE31D-8193-482D-91E9-A1C604DE1C69}" presName="FiveNodes_3_text" presStyleLbl="node1" presStyleIdx="4" presStyleCnt="5">
        <dgm:presLayoutVars>
          <dgm:bulletEnabled val="1"/>
        </dgm:presLayoutVars>
      </dgm:prSet>
      <dgm:spPr/>
    </dgm:pt>
    <dgm:pt modelId="{3CD20D9E-E223-490B-B84F-7E5068E9B286}" type="pres">
      <dgm:prSet presAssocID="{F74DE31D-8193-482D-91E9-A1C604DE1C69}" presName="FiveNodes_4_text" presStyleLbl="node1" presStyleIdx="4" presStyleCnt="5">
        <dgm:presLayoutVars>
          <dgm:bulletEnabled val="1"/>
        </dgm:presLayoutVars>
      </dgm:prSet>
      <dgm:spPr/>
    </dgm:pt>
    <dgm:pt modelId="{A6FB09B4-AA14-44C2-9784-E05200CBBF05}" type="pres">
      <dgm:prSet presAssocID="{F74DE31D-8193-482D-91E9-A1C604DE1C69}" presName="FiveNodes_5_text" presStyleLbl="node1" presStyleIdx="4" presStyleCnt="5">
        <dgm:presLayoutVars>
          <dgm:bulletEnabled val="1"/>
        </dgm:presLayoutVars>
      </dgm:prSet>
      <dgm:spPr/>
    </dgm:pt>
  </dgm:ptLst>
  <dgm:cxnLst>
    <dgm:cxn modelId="{769FD70A-60AD-4389-BCFA-678A0C63C438}" type="presOf" srcId="{1A93982F-2218-4DFA-BB1D-D91A5D9B20E2}" destId="{B83F7B8E-FFE8-4004-85C1-BA1F99D8B243}" srcOrd="0" destOrd="0" presId="urn:microsoft.com/office/officeart/2005/8/layout/vProcess5"/>
    <dgm:cxn modelId="{F98D4713-8F09-4150-BC83-A0E2445DFF78}" type="presOf" srcId="{A018C994-DF61-4C14-8114-8D5C2E0C1F87}" destId="{A4395A76-B834-478B-80DD-4C996AD22ECB}" srcOrd="0" destOrd="0" presId="urn:microsoft.com/office/officeart/2005/8/layout/vProcess5"/>
    <dgm:cxn modelId="{439FE71B-EE22-4CE3-AFDF-0C20E7C25F98}" type="presOf" srcId="{C9EABB56-632B-422A-84BC-8D366F9AF374}" destId="{5F431ADB-B2C9-4C96-9991-7BD23685078C}" srcOrd="0" destOrd="0" presId="urn:microsoft.com/office/officeart/2005/8/layout/vProcess5"/>
    <dgm:cxn modelId="{8159D039-39A4-4E7D-9190-3A982622A15C}" srcId="{F74DE31D-8193-482D-91E9-A1C604DE1C69}" destId="{A018C994-DF61-4C14-8114-8D5C2E0C1F87}" srcOrd="1" destOrd="0" parTransId="{862B6754-FAE7-47D7-B7E7-4D65DAE0D2D3}" sibTransId="{AD16BF4C-6A40-4CBF-A0E8-4FB122F9FBCA}"/>
    <dgm:cxn modelId="{D5E30B46-98BA-4671-8973-496EFD4E5D7E}" type="presOf" srcId="{73AE163B-D1A9-4623-89B2-3FED7C202093}" destId="{F66465F8-0717-4EF6-A62A-AB857E94F2AC}" srcOrd="0" destOrd="0" presId="urn:microsoft.com/office/officeart/2005/8/layout/vProcess5"/>
    <dgm:cxn modelId="{11E5F549-15B0-41CC-A3AC-6AAA3F9F0C4E}" type="presOf" srcId="{BD025BC7-ACA3-442E-951D-70A0AE79D77B}" destId="{E9AA7636-7720-4E3E-AE6F-FE5414FC9886}" srcOrd="0" destOrd="0" presId="urn:microsoft.com/office/officeart/2005/8/layout/vProcess5"/>
    <dgm:cxn modelId="{71BCEF4A-8063-493D-B908-1DF571F91B96}" type="presOf" srcId="{6CA7CCD4-0A90-4DA8-B4BE-14771F3F7D75}" destId="{5D77B32F-EA0D-4E85-A573-169A1495A3E8}" srcOrd="0" destOrd="0" presId="urn:microsoft.com/office/officeart/2005/8/layout/vProcess5"/>
    <dgm:cxn modelId="{71843454-E77C-4266-AC3B-1170F00069BD}" type="presOf" srcId="{F74DE31D-8193-482D-91E9-A1C604DE1C69}" destId="{E1E7DC79-2DF5-42AD-A309-C1D69EBE30CE}" srcOrd="0" destOrd="0" presId="urn:microsoft.com/office/officeart/2005/8/layout/vProcess5"/>
    <dgm:cxn modelId="{5031FC8F-CDD4-465A-849C-0ECA687C535F}" type="presOf" srcId="{E0927CEE-CB35-430A-8470-FB5CA301B41C}" destId="{F2E876C9-9AC1-4558-9C6D-10489E653A0F}" srcOrd="0" destOrd="0" presId="urn:microsoft.com/office/officeart/2005/8/layout/vProcess5"/>
    <dgm:cxn modelId="{D5990BAE-D5A6-4948-B115-F0230963F353}" srcId="{F74DE31D-8193-482D-91E9-A1C604DE1C69}" destId="{CA13FAE3-C72B-40FB-ABCE-ABD2841361BC}" srcOrd="0" destOrd="0" parTransId="{66B31872-6FEE-4C27-B499-2B97E00361F0}" sibTransId="{E0927CEE-CB35-430A-8470-FB5CA301B41C}"/>
    <dgm:cxn modelId="{F2E1FEAE-ECB0-4A28-8FEF-26AB38FF2FD1}" srcId="{F74DE31D-8193-482D-91E9-A1C604DE1C69}" destId="{C9EABB56-632B-422A-84BC-8D366F9AF374}" srcOrd="3" destOrd="0" parTransId="{B4899642-D3A9-442A-9908-6285C525FCE4}" sibTransId="{73AE163B-D1A9-4623-89B2-3FED7C202093}"/>
    <dgm:cxn modelId="{3AE310AF-DFF5-4407-80E7-FE5714EEE0A4}" srcId="{F74DE31D-8193-482D-91E9-A1C604DE1C69}" destId="{6CA7CCD4-0A90-4DA8-B4BE-14771F3F7D75}" srcOrd="4" destOrd="0" parTransId="{21FE527B-2F1D-48C7-BB39-343C0048497F}" sibTransId="{56DC6524-E0C5-4D30-A9A0-C520B74EF15A}"/>
    <dgm:cxn modelId="{F2DF51B2-B316-4797-8C1E-A4F95D862519}" type="presOf" srcId="{AD16BF4C-6A40-4CBF-A0E8-4FB122F9FBCA}" destId="{CB111DDC-02DA-4027-8600-950C64E44617}" srcOrd="0" destOrd="0" presId="urn:microsoft.com/office/officeart/2005/8/layout/vProcess5"/>
    <dgm:cxn modelId="{1B0A31B6-3DA6-44AB-87F1-04CD9C084FEB}" type="presOf" srcId="{C9EABB56-632B-422A-84BC-8D366F9AF374}" destId="{3CD20D9E-E223-490B-B84F-7E5068E9B286}" srcOrd="1" destOrd="0" presId="urn:microsoft.com/office/officeart/2005/8/layout/vProcess5"/>
    <dgm:cxn modelId="{E2BFFDB7-0908-454B-85B0-689D069D57BE}" type="presOf" srcId="{6CA7CCD4-0A90-4DA8-B4BE-14771F3F7D75}" destId="{A6FB09B4-AA14-44C2-9784-E05200CBBF05}" srcOrd="1" destOrd="0" presId="urn:microsoft.com/office/officeart/2005/8/layout/vProcess5"/>
    <dgm:cxn modelId="{014B85CB-28CB-46B2-A5AF-39C576C74DF1}" type="presOf" srcId="{CA13FAE3-C72B-40FB-ABCE-ABD2841361BC}" destId="{3221B9DE-8334-499F-85B3-9CEE3AAEB59F}" srcOrd="1" destOrd="0" presId="urn:microsoft.com/office/officeart/2005/8/layout/vProcess5"/>
    <dgm:cxn modelId="{D2ACA7E1-2948-480A-B235-667A55F438DA}" type="presOf" srcId="{CA13FAE3-C72B-40FB-ABCE-ABD2841361BC}" destId="{6ED7CE8F-3829-47BA-B50E-5158320F6891}" srcOrd="0" destOrd="0" presId="urn:microsoft.com/office/officeart/2005/8/layout/vProcess5"/>
    <dgm:cxn modelId="{EF4DC5EC-E903-41AB-8476-68CA7771930A}" type="presOf" srcId="{BD025BC7-ACA3-442E-951D-70A0AE79D77B}" destId="{5730FABD-3B12-4F3F-82C7-AD0EA6CE6AF3}" srcOrd="1" destOrd="0" presId="urn:microsoft.com/office/officeart/2005/8/layout/vProcess5"/>
    <dgm:cxn modelId="{15516CFE-520E-483C-B0B7-DD9272A67C73}" srcId="{F74DE31D-8193-482D-91E9-A1C604DE1C69}" destId="{BD025BC7-ACA3-442E-951D-70A0AE79D77B}" srcOrd="2" destOrd="0" parTransId="{8563E44A-BE52-4E71-BBD2-EB5D01C77BC4}" sibTransId="{1A93982F-2218-4DFA-BB1D-D91A5D9B20E2}"/>
    <dgm:cxn modelId="{B0A379FE-C671-40A1-8D6B-82DE084B466B}" type="presOf" srcId="{A018C994-DF61-4C14-8114-8D5C2E0C1F87}" destId="{1ECF9B38-0F6E-4473-9035-FF8783E1A281}" srcOrd="1" destOrd="0" presId="urn:microsoft.com/office/officeart/2005/8/layout/vProcess5"/>
    <dgm:cxn modelId="{2EFB5A61-412A-49F8-B4BF-437651CBFC01}" type="presParOf" srcId="{E1E7DC79-2DF5-42AD-A309-C1D69EBE30CE}" destId="{84E480AB-9F7B-4931-B5BA-A63D28BF9667}" srcOrd="0" destOrd="0" presId="urn:microsoft.com/office/officeart/2005/8/layout/vProcess5"/>
    <dgm:cxn modelId="{E9B99221-672A-49AE-97D5-52D81C1C730A}" type="presParOf" srcId="{E1E7DC79-2DF5-42AD-A309-C1D69EBE30CE}" destId="{6ED7CE8F-3829-47BA-B50E-5158320F6891}" srcOrd="1" destOrd="0" presId="urn:microsoft.com/office/officeart/2005/8/layout/vProcess5"/>
    <dgm:cxn modelId="{326B9078-7890-47B8-9D94-4A451003D97A}" type="presParOf" srcId="{E1E7DC79-2DF5-42AD-A309-C1D69EBE30CE}" destId="{A4395A76-B834-478B-80DD-4C996AD22ECB}" srcOrd="2" destOrd="0" presId="urn:microsoft.com/office/officeart/2005/8/layout/vProcess5"/>
    <dgm:cxn modelId="{922FA374-8294-427C-8C06-7804921B6038}" type="presParOf" srcId="{E1E7DC79-2DF5-42AD-A309-C1D69EBE30CE}" destId="{E9AA7636-7720-4E3E-AE6F-FE5414FC9886}" srcOrd="3" destOrd="0" presId="urn:microsoft.com/office/officeart/2005/8/layout/vProcess5"/>
    <dgm:cxn modelId="{85323970-3B68-4612-BF8D-228AAF5E9A67}" type="presParOf" srcId="{E1E7DC79-2DF5-42AD-A309-C1D69EBE30CE}" destId="{5F431ADB-B2C9-4C96-9991-7BD23685078C}" srcOrd="4" destOrd="0" presId="urn:microsoft.com/office/officeart/2005/8/layout/vProcess5"/>
    <dgm:cxn modelId="{A1C09631-7595-4465-B59C-FC18E4433829}" type="presParOf" srcId="{E1E7DC79-2DF5-42AD-A309-C1D69EBE30CE}" destId="{5D77B32F-EA0D-4E85-A573-169A1495A3E8}" srcOrd="5" destOrd="0" presId="urn:microsoft.com/office/officeart/2005/8/layout/vProcess5"/>
    <dgm:cxn modelId="{BB70715A-D739-4BFA-A90B-47CDB41B8BBB}" type="presParOf" srcId="{E1E7DC79-2DF5-42AD-A309-C1D69EBE30CE}" destId="{F2E876C9-9AC1-4558-9C6D-10489E653A0F}" srcOrd="6" destOrd="0" presId="urn:microsoft.com/office/officeart/2005/8/layout/vProcess5"/>
    <dgm:cxn modelId="{6A0DA0AE-8E6A-4F4A-89FA-5C7F0B353F30}" type="presParOf" srcId="{E1E7DC79-2DF5-42AD-A309-C1D69EBE30CE}" destId="{CB111DDC-02DA-4027-8600-950C64E44617}" srcOrd="7" destOrd="0" presId="urn:microsoft.com/office/officeart/2005/8/layout/vProcess5"/>
    <dgm:cxn modelId="{D741D430-720E-49B8-868E-FD7797FE339D}" type="presParOf" srcId="{E1E7DC79-2DF5-42AD-A309-C1D69EBE30CE}" destId="{B83F7B8E-FFE8-4004-85C1-BA1F99D8B243}" srcOrd="8" destOrd="0" presId="urn:microsoft.com/office/officeart/2005/8/layout/vProcess5"/>
    <dgm:cxn modelId="{C39AF2E9-8550-4D77-98E0-9A9F22EABCE2}" type="presParOf" srcId="{E1E7DC79-2DF5-42AD-A309-C1D69EBE30CE}" destId="{F66465F8-0717-4EF6-A62A-AB857E94F2AC}" srcOrd="9" destOrd="0" presId="urn:microsoft.com/office/officeart/2005/8/layout/vProcess5"/>
    <dgm:cxn modelId="{CB2CBDF2-E15E-40DD-AE63-D39D5B7D57E4}" type="presParOf" srcId="{E1E7DC79-2DF5-42AD-A309-C1D69EBE30CE}" destId="{3221B9DE-8334-499F-85B3-9CEE3AAEB59F}" srcOrd="10" destOrd="0" presId="urn:microsoft.com/office/officeart/2005/8/layout/vProcess5"/>
    <dgm:cxn modelId="{9E6C02D3-D042-42F5-BE46-6E3685093FCB}" type="presParOf" srcId="{E1E7DC79-2DF5-42AD-A309-C1D69EBE30CE}" destId="{1ECF9B38-0F6E-4473-9035-FF8783E1A281}" srcOrd="11" destOrd="0" presId="urn:microsoft.com/office/officeart/2005/8/layout/vProcess5"/>
    <dgm:cxn modelId="{5A67E4E1-1409-4F2F-81A6-D61AC892E716}" type="presParOf" srcId="{E1E7DC79-2DF5-42AD-A309-C1D69EBE30CE}" destId="{5730FABD-3B12-4F3F-82C7-AD0EA6CE6AF3}" srcOrd="12" destOrd="0" presId="urn:microsoft.com/office/officeart/2005/8/layout/vProcess5"/>
    <dgm:cxn modelId="{C5DF1A2B-CD83-4E6E-A43A-B661AB868041}" type="presParOf" srcId="{E1E7DC79-2DF5-42AD-A309-C1D69EBE30CE}" destId="{3CD20D9E-E223-490B-B84F-7E5068E9B286}" srcOrd="13" destOrd="0" presId="urn:microsoft.com/office/officeart/2005/8/layout/vProcess5"/>
    <dgm:cxn modelId="{7AD60C68-AE5A-41DE-917F-7CA8EFD593FF}" type="presParOf" srcId="{E1E7DC79-2DF5-42AD-A309-C1D69EBE30CE}" destId="{A6FB09B4-AA14-44C2-9784-E05200CBBF05}"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6C9DE96-FBE3-4112-BC7A-3B4D83F5ADF9}"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s-ES"/>
        </a:p>
      </dgm:t>
    </dgm:pt>
    <dgm:pt modelId="{39FDC2B2-E00B-447D-A13C-DFABF8886FAD}">
      <dgm:prSet/>
      <dgm:spPr/>
      <dgm:t>
        <a:bodyPr/>
        <a:lstStyle/>
        <a:p>
          <a:pPr rtl="0"/>
          <a:r>
            <a:rPr lang="es-ES" b="1"/>
            <a:t>Descripción de tipo</a:t>
          </a:r>
          <a:endParaRPr lang="en-US"/>
        </a:p>
      </dgm:t>
    </dgm:pt>
    <dgm:pt modelId="{C274BC33-0BAB-4FFA-8857-95058683E126}" type="parTrans" cxnId="{142B6726-A14C-4AAD-83CF-F07526994279}">
      <dgm:prSet/>
      <dgm:spPr/>
      <dgm:t>
        <a:bodyPr/>
        <a:lstStyle/>
        <a:p>
          <a:endParaRPr lang="es-ES"/>
        </a:p>
      </dgm:t>
    </dgm:pt>
    <dgm:pt modelId="{5BBF39D6-2AA9-41E7-8C12-C17CA45C60F2}" type="sibTrans" cxnId="{142B6726-A14C-4AAD-83CF-F07526994279}">
      <dgm:prSet/>
      <dgm:spPr/>
      <dgm:t>
        <a:bodyPr/>
        <a:lstStyle/>
        <a:p>
          <a:endParaRPr lang="es-ES"/>
        </a:p>
      </dgm:t>
    </dgm:pt>
    <dgm:pt modelId="{6FA56E2F-6043-493B-9811-229D38D22997}">
      <dgm:prSet custT="1"/>
      <dgm:spPr/>
      <dgm:t>
        <a:bodyPr/>
        <a:lstStyle/>
        <a:p>
          <a:pPr rtl="0"/>
          <a:r>
            <a:rPr lang="es-ES" sz="2000"/>
            <a:t>El caudalímetro o dosificador 8035 es apto para la medición/dosificación de liquidos neutros o ligeramente agresivos sin sólidos en suspensión. </a:t>
          </a:r>
          <a:endParaRPr lang="en-US" sz="2000"/>
        </a:p>
      </dgm:t>
    </dgm:pt>
    <dgm:pt modelId="{98923664-596C-4DE7-B92C-5C9D4B9CFD5F}" type="parTrans" cxnId="{3CB20BF2-F81A-4D4B-9F37-E8655E33CD0C}">
      <dgm:prSet/>
      <dgm:spPr/>
      <dgm:t>
        <a:bodyPr/>
        <a:lstStyle/>
        <a:p>
          <a:endParaRPr lang="es-ES"/>
        </a:p>
      </dgm:t>
    </dgm:pt>
    <dgm:pt modelId="{8386F488-F8BC-4720-A2DD-8C38F368AE67}" type="sibTrans" cxnId="{3CB20BF2-F81A-4D4B-9F37-E8655E33CD0C}">
      <dgm:prSet/>
      <dgm:spPr/>
      <dgm:t>
        <a:bodyPr/>
        <a:lstStyle/>
        <a:p>
          <a:endParaRPr lang="es-ES"/>
        </a:p>
      </dgm:t>
    </dgm:pt>
    <dgm:pt modelId="{2E366D9A-FFBC-4C20-A83B-4CBF6663D635}">
      <dgm:prSet custT="1"/>
      <dgm:spPr/>
      <dgm:t>
        <a:bodyPr/>
        <a:lstStyle/>
        <a:p>
          <a:pPr rtl="0"/>
          <a:r>
            <a:rPr lang="es-ES" sz="2000" dirty="0"/>
            <a:t>El </a:t>
          </a:r>
          <a:r>
            <a:rPr lang="es-ES" sz="2000" dirty="0" err="1"/>
            <a:t>caudalímetro</a:t>
          </a:r>
          <a:r>
            <a:rPr lang="es-ES" sz="2000" dirty="0"/>
            <a:t> se compone de un racor de conexión con sensor integrado y un transmisor electrónico que se conectan entre sí, de una forma rápida y sencilla, mediante un sistema de bayoneta. </a:t>
          </a:r>
          <a:endParaRPr lang="en-US" sz="2000" dirty="0"/>
        </a:p>
      </dgm:t>
    </dgm:pt>
    <dgm:pt modelId="{3F4A54A9-D4B9-46D4-B8BF-509E496AB0D3}" type="parTrans" cxnId="{407CF881-E67F-4DEC-BB99-7F8C123FD84C}">
      <dgm:prSet/>
      <dgm:spPr/>
      <dgm:t>
        <a:bodyPr/>
        <a:lstStyle/>
        <a:p>
          <a:endParaRPr lang="es-ES"/>
        </a:p>
      </dgm:t>
    </dgm:pt>
    <dgm:pt modelId="{116D360B-EC4D-4645-9166-E03B9A4B7A3F}" type="sibTrans" cxnId="{407CF881-E67F-4DEC-BB99-7F8C123FD84C}">
      <dgm:prSet/>
      <dgm:spPr/>
      <dgm:t>
        <a:bodyPr/>
        <a:lstStyle/>
        <a:p>
          <a:endParaRPr lang="es-ES"/>
        </a:p>
      </dgm:t>
    </dgm:pt>
    <dgm:pt modelId="{6CACA17B-AC81-4257-88B4-437F72F6D87E}">
      <dgm:prSet custT="1"/>
      <dgm:spPr/>
      <dgm:t>
        <a:bodyPr/>
        <a:lstStyle/>
        <a:p>
          <a:pPr rtl="0"/>
          <a:r>
            <a:rPr lang="es-ES" sz="2000" dirty="0"/>
            <a:t>Indicación del caudal instantáneo y dos totalizadores</a:t>
          </a:r>
          <a:r>
            <a:rPr lang="es-ES" sz="2000" u="sng" dirty="0"/>
            <a:t>.</a:t>
          </a:r>
          <a:endParaRPr lang="en-US" sz="2000" dirty="0"/>
        </a:p>
      </dgm:t>
    </dgm:pt>
    <dgm:pt modelId="{759D19F5-1BEE-4CD3-A598-6AD40DA9F598}" type="parTrans" cxnId="{DFD0F7F7-5463-4CC9-8BF2-5BDE92AD1616}">
      <dgm:prSet/>
      <dgm:spPr/>
      <dgm:t>
        <a:bodyPr/>
        <a:lstStyle/>
        <a:p>
          <a:endParaRPr lang="es-ES"/>
        </a:p>
      </dgm:t>
    </dgm:pt>
    <dgm:pt modelId="{D4F88911-A7EC-4E14-BF84-17CAB96800D7}" type="sibTrans" cxnId="{DFD0F7F7-5463-4CC9-8BF2-5BDE92AD1616}">
      <dgm:prSet/>
      <dgm:spPr/>
      <dgm:t>
        <a:bodyPr/>
        <a:lstStyle/>
        <a:p>
          <a:endParaRPr lang="es-ES"/>
        </a:p>
      </dgm:t>
    </dgm:pt>
    <dgm:pt modelId="{B64707F2-07CE-4F00-9265-00316FA34203}">
      <dgm:prSet custT="1"/>
      <dgm:spPr/>
      <dgm:t>
        <a:bodyPr/>
        <a:lstStyle/>
        <a:p>
          <a:pPr rtl="0"/>
          <a:r>
            <a:rPr lang="es-ES" sz="2000" dirty="0"/>
            <a:t>Simulación de las salidas sin presencia de fluido.</a:t>
          </a:r>
          <a:endParaRPr lang="en-US" sz="2000" dirty="0"/>
        </a:p>
      </dgm:t>
    </dgm:pt>
    <dgm:pt modelId="{B9B76231-D7CA-445C-8A8C-0711FCD709AE}" type="parTrans" cxnId="{528B7E9E-23BF-458C-9BCE-018CF728F803}">
      <dgm:prSet/>
      <dgm:spPr/>
      <dgm:t>
        <a:bodyPr/>
        <a:lstStyle/>
        <a:p>
          <a:endParaRPr lang="es-ES"/>
        </a:p>
      </dgm:t>
    </dgm:pt>
    <dgm:pt modelId="{DB8D7339-0B97-4A60-95AA-8ABC927142CE}" type="sibTrans" cxnId="{528B7E9E-23BF-458C-9BCE-018CF728F803}">
      <dgm:prSet/>
      <dgm:spPr/>
      <dgm:t>
        <a:bodyPr/>
        <a:lstStyle/>
        <a:p>
          <a:endParaRPr lang="es-ES"/>
        </a:p>
      </dgm:t>
    </dgm:pt>
    <dgm:pt modelId="{482761E6-B8A6-4DEE-A7DC-80B26B7E3769}">
      <dgm:prSet custT="1"/>
      <dgm:spPr/>
      <dgm:t>
        <a:bodyPr/>
        <a:lstStyle/>
        <a:p>
          <a:pPr rtl="0"/>
          <a:r>
            <a:rPr lang="es-ES" sz="2000"/>
            <a:t>Para modelo dosificador: Contador de cantidades totales y diarias e indicador de dosificación por volumen o peso.</a:t>
          </a:r>
          <a:endParaRPr lang="en-US" sz="2000"/>
        </a:p>
      </dgm:t>
    </dgm:pt>
    <dgm:pt modelId="{5E3E4E82-3FDE-4104-8AA4-34B9FA641156}" type="parTrans" cxnId="{8E29C6FE-0E6C-4115-9D66-367CE9D5DA44}">
      <dgm:prSet/>
      <dgm:spPr/>
      <dgm:t>
        <a:bodyPr/>
        <a:lstStyle/>
        <a:p>
          <a:endParaRPr lang="es-ES"/>
        </a:p>
      </dgm:t>
    </dgm:pt>
    <dgm:pt modelId="{E35AD3F8-4DD2-4031-8984-BEAF2571B7E1}" type="sibTrans" cxnId="{8E29C6FE-0E6C-4115-9D66-367CE9D5DA44}">
      <dgm:prSet/>
      <dgm:spPr/>
      <dgm:t>
        <a:bodyPr/>
        <a:lstStyle/>
        <a:p>
          <a:endParaRPr lang="es-ES"/>
        </a:p>
      </dgm:t>
    </dgm:pt>
    <dgm:pt modelId="{F2BD1E59-8D5D-46E5-8C0F-B5A0207EFC3E}" type="pres">
      <dgm:prSet presAssocID="{F6C9DE96-FBE3-4112-BC7A-3B4D83F5ADF9}" presName="linearFlow" presStyleCnt="0">
        <dgm:presLayoutVars>
          <dgm:dir/>
          <dgm:animLvl val="lvl"/>
          <dgm:resizeHandles val="exact"/>
        </dgm:presLayoutVars>
      </dgm:prSet>
      <dgm:spPr/>
    </dgm:pt>
    <dgm:pt modelId="{46267153-47B1-4C43-ABDB-07F89F7FD674}" type="pres">
      <dgm:prSet presAssocID="{39FDC2B2-E00B-447D-A13C-DFABF8886FAD}" presName="composite" presStyleCnt="0"/>
      <dgm:spPr/>
    </dgm:pt>
    <dgm:pt modelId="{1D4CE5FB-178C-4D46-B1D7-0867E8108A84}" type="pres">
      <dgm:prSet presAssocID="{39FDC2B2-E00B-447D-A13C-DFABF8886FAD}" presName="parentText" presStyleLbl="alignNode1" presStyleIdx="0" presStyleCnt="1">
        <dgm:presLayoutVars>
          <dgm:chMax val="1"/>
          <dgm:bulletEnabled val="1"/>
        </dgm:presLayoutVars>
      </dgm:prSet>
      <dgm:spPr/>
    </dgm:pt>
    <dgm:pt modelId="{0F146592-26A9-4CAF-9933-5CC495414615}" type="pres">
      <dgm:prSet presAssocID="{39FDC2B2-E00B-447D-A13C-DFABF8886FAD}" presName="descendantText" presStyleLbl="alignAcc1" presStyleIdx="0" presStyleCnt="1" custScaleY="158633">
        <dgm:presLayoutVars>
          <dgm:bulletEnabled val="1"/>
        </dgm:presLayoutVars>
      </dgm:prSet>
      <dgm:spPr/>
    </dgm:pt>
  </dgm:ptLst>
  <dgm:cxnLst>
    <dgm:cxn modelId="{A77AA10F-7CD4-46A5-A5DB-A7E9CD0C7000}" type="presOf" srcId="{F6C9DE96-FBE3-4112-BC7A-3B4D83F5ADF9}" destId="{F2BD1E59-8D5D-46E5-8C0F-B5A0207EFC3E}" srcOrd="0" destOrd="0" presId="urn:microsoft.com/office/officeart/2005/8/layout/chevron2"/>
    <dgm:cxn modelId="{291CF015-4496-4380-A089-2A15E33A7D17}" type="presOf" srcId="{482761E6-B8A6-4DEE-A7DC-80B26B7E3769}" destId="{0F146592-26A9-4CAF-9933-5CC495414615}" srcOrd="0" destOrd="4" presId="urn:microsoft.com/office/officeart/2005/8/layout/chevron2"/>
    <dgm:cxn modelId="{51445218-4888-4191-B812-26611665E647}" type="presOf" srcId="{39FDC2B2-E00B-447D-A13C-DFABF8886FAD}" destId="{1D4CE5FB-178C-4D46-B1D7-0867E8108A84}" srcOrd="0" destOrd="0" presId="urn:microsoft.com/office/officeart/2005/8/layout/chevron2"/>
    <dgm:cxn modelId="{142B6726-A14C-4AAD-83CF-F07526994279}" srcId="{F6C9DE96-FBE3-4112-BC7A-3B4D83F5ADF9}" destId="{39FDC2B2-E00B-447D-A13C-DFABF8886FAD}" srcOrd="0" destOrd="0" parTransId="{C274BC33-0BAB-4FFA-8857-95058683E126}" sibTransId="{5BBF39D6-2AA9-41E7-8C12-C17CA45C60F2}"/>
    <dgm:cxn modelId="{F5904C3D-46C3-491F-BFBE-6303CEB89BB0}" type="presOf" srcId="{6CACA17B-AC81-4257-88B4-437F72F6D87E}" destId="{0F146592-26A9-4CAF-9933-5CC495414615}" srcOrd="0" destOrd="2" presId="urn:microsoft.com/office/officeart/2005/8/layout/chevron2"/>
    <dgm:cxn modelId="{27D70F3F-9125-48C4-8A5A-F657692870E5}" type="presOf" srcId="{6FA56E2F-6043-493B-9811-229D38D22997}" destId="{0F146592-26A9-4CAF-9933-5CC495414615}" srcOrd="0" destOrd="0" presId="urn:microsoft.com/office/officeart/2005/8/layout/chevron2"/>
    <dgm:cxn modelId="{1F5D2971-C3AD-41EF-9021-64C4360A3458}" type="presOf" srcId="{B64707F2-07CE-4F00-9265-00316FA34203}" destId="{0F146592-26A9-4CAF-9933-5CC495414615}" srcOrd="0" destOrd="3" presId="urn:microsoft.com/office/officeart/2005/8/layout/chevron2"/>
    <dgm:cxn modelId="{407CF881-E67F-4DEC-BB99-7F8C123FD84C}" srcId="{39FDC2B2-E00B-447D-A13C-DFABF8886FAD}" destId="{2E366D9A-FFBC-4C20-A83B-4CBF6663D635}" srcOrd="1" destOrd="0" parTransId="{3F4A54A9-D4B9-46D4-B8BF-509E496AB0D3}" sibTransId="{116D360B-EC4D-4645-9166-E03B9A4B7A3F}"/>
    <dgm:cxn modelId="{D882BB87-3FD0-4DEB-B76F-23141CBBEBA5}" type="presOf" srcId="{2E366D9A-FFBC-4C20-A83B-4CBF6663D635}" destId="{0F146592-26A9-4CAF-9933-5CC495414615}" srcOrd="0" destOrd="1" presId="urn:microsoft.com/office/officeart/2005/8/layout/chevron2"/>
    <dgm:cxn modelId="{528B7E9E-23BF-458C-9BCE-018CF728F803}" srcId="{39FDC2B2-E00B-447D-A13C-DFABF8886FAD}" destId="{B64707F2-07CE-4F00-9265-00316FA34203}" srcOrd="3" destOrd="0" parTransId="{B9B76231-D7CA-445C-8A8C-0711FCD709AE}" sibTransId="{DB8D7339-0B97-4A60-95AA-8ABC927142CE}"/>
    <dgm:cxn modelId="{3CB20BF2-F81A-4D4B-9F37-E8655E33CD0C}" srcId="{39FDC2B2-E00B-447D-A13C-DFABF8886FAD}" destId="{6FA56E2F-6043-493B-9811-229D38D22997}" srcOrd="0" destOrd="0" parTransId="{98923664-596C-4DE7-B92C-5C9D4B9CFD5F}" sibTransId="{8386F488-F8BC-4720-A2DD-8C38F368AE67}"/>
    <dgm:cxn modelId="{DFD0F7F7-5463-4CC9-8BF2-5BDE92AD1616}" srcId="{39FDC2B2-E00B-447D-A13C-DFABF8886FAD}" destId="{6CACA17B-AC81-4257-88B4-437F72F6D87E}" srcOrd="2" destOrd="0" parTransId="{759D19F5-1BEE-4CD3-A598-6AD40DA9F598}" sibTransId="{D4F88911-A7EC-4E14-BF84-17CAB96800D7}"/>
    <dgm:cxn modelId="{8E29C6FE-0E6C-4115-9D66-367CE9D5DA44}" srcId="{39FDC2B2-E00B-447D-A13C-DFABF8886FAD}" destId="{482761E6-B8A6-4DEE-A7DC-80B26B7E3769}" srcOrd="4" destOrd="0" parTransId="{5E3E4E82-3FDE-4104-8AA4-34B9FA641156}" sibTransId="{E35AD3F8-4DD2-4031-8984-BEAF2571B7E1}"/>
    <dgm:cxn modelId="{1F0FCBD7-AD36-4D84-A59D-7FEA6009EC37}" type="presParOf" srcId="{F2BD1E59-8D5D-46E5-8C0F-B5A0207EFC3E}" destId="{46267153-47B1-4C43-ABDB-07F89F7FD674}" srcOrd="0" destOrd="0" presId="urn:microsoft.com/office/officeart/2005/8/layout/chevron2"/>
    <dgm:cxn modelId="{015A28B0-8CA4-4795-9ED8-812FC1125E82}" type="presParOf" srcId="{46267153-47B1-4C43-ABDB-07F89F7FD674}" destId="{1D4CE5FB-178C-4D46-B1D7-0867E8108A84}" srcOrd="0" destOrd="0" presId="urn:microsoft.com/office/officeart/2005/8/layout/chevron2"/>
    <dgm:cxn modelId="{73CE028F-8A10-4AA6-A9F8-E590BD075E5B}" type="presParOf" srcId="{46267153-47B1-4C43-ABDB-07F89F7FD674}" destId="{0F146592-26A9-4CAF-9933-5CC495414615}"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0748B619-7B0E-46D8-B13E-BBEAE7358688}" type="doc">
      <dgm:prSet loTypeId="urn:microsoft.com/office/officeart/2005/8/layout/orgChart1" loCatId="hierarchy" qsTypeId="urn:microsoft.com/office/officeart/2005/8/quickstyle/simple1" qsCatId="simple" csTypeId="urn:microsoft.com/office/officeart/2005/8/colors/accent1_2" csCatId="accent1"/>
      <dgm:spPr/>
      <dgm:t>
        <a:bodyPr/>
        <a:lstStyle/>
        <a:p>
          <a:endParaRPr lang="es-ES"/>
        </a:p>
      </dgm:t>
    </dgm:pt>
    <dgm:pt modelId="{4D09A79A-86CC-473C-9252-DCCCF6578DA4}">
      <dgm:prSet/>
      <dgm:spPr/>
      <dgm:t>
        <a:bodyPr/>
        <a:lstStyle/>
        <a:p>
          <a:pPr rtl="0"/>
          <a:r>
            <a:rPr lang="es-BO">
              <a:solidFill>
                <a:schemeClr val="tx1"/>
              </a:solidFill>
            </a:rPr>
            <a:t>El dosificador 8035 cuenta con 3 tipos de dosificación: </a:t>
          </a:r>
          <a:endParaRPr lang="en-US">
            <a:solidFill>
              <a:schemeClr val="tx1"/>
            </a:solidFill>
          </a:endParaRPr>
        </a:p>
      </dgm:t>
    </dgm:pt>
    <dgm:pt modelId="{C2D12BDC-473D-4B56-AED6-3C8140AB9BF3}" type="parTrans" cxnId="{D09132B1-2F32-4294-AF6E-0B58A1F1EBE4}">
      <dgm:prSet/>
      <dgm:spPr/>
      <dgm:t>
        <a:bodyPr/>
        <a:lstStyle/>
        <a:p>
          <a:endParaRPr lang="es-ES">
            <a:solidFill>
              <a:schemeClr val="tx1"/>
            </a:solidFill>
          </a:endParaRPr>
        </a:p>
      </dgm:t>
    </dgm:pt>
    <dgm:pt modelId="{88DE61BF-342B-4D25-B36C-938239E61FAB}" type="sibTrans" cxnId="{D09132B1-2F32-4294-AF6E-0B58A1F1EBE4}">
      <dgm:prSet/>
      <dgm:spPr/>
      <dgm:t>
        <a:bodyPr/>
        <a:lstStyle/>
        <a:p>
          <a:endParaRPr lang="es-ES">
            <a:solidFill>
              <a:schemeClr val="tx1"/>
            </a:solidFill>
          </a:endParaRPr>
        </a:p>
      </dgm:t>
    </dgm:pt>
    <dgm:pt modelId="{43FD08FC-EB0F-4C17-ABDE-6BC02F24F931}">
      <dgm:prSet/>
      <dgm:spPr/>
      <dgm:t>
        <a:bodyPr/>
        <a:lstStyle/>
        <a:p>
          <a:pPr rtl="0"/>
          <a:r>
            <a:rPr lang="es-BO">
              <a:solidFill>
                <a:schemeClr val="tx1"/>
              </a:solidFill>
            </a:rPr>
            <a:t>Dosificación en modo manual</a:t>
          </a:r>
          <a:endParaRPr lang="en-US">
            <a:solidFill>
              <a:schemeClr val="tx1"/>
            </a:solidFill>
          </a:endParaRPr>
        </a:p>
      </dgm:t>
    </dgm:pt>
    <dgm:pt modelId="{1D055A43-E977-4DBE-865E-E0F58F28C56B}" type="parTrans" cxnId="{921D0CAA-6BBB-4BAC-88E1-B426D54D3DAB}">
      <dgm:prSet/>
      <dgm:spPr/>
      <dgm:t>
        <a:bodyPr/>
        <a:lstStyle/>
        <a:p>
          <a:endParaRPr lang="es-ES">
            <a:solidFill>
              <a:schemeClr val="tx1"/>
            </a:solidFill>
          </a:endParaRPr>
        </a:p>
      </dgm:t>
    </dgm:pt>
    <dgm:pt modelId="{8734A75E-61C1-41FD-89EB-920064507E07}" type="sibTrans" cxnId="{921D0CAA-6BBB-4BAC-88E1-B426D54D3DAB}">
      <dgm:prSet/>
      <dgm:spPr/>
      <dgm:t>
        <a:bodyPr/>
        <a:lstStyle/>
        <a:p>
          <a:endParaRPr lang="es-ES">
            <a:solidFill>
              <a:schemeClr val="tx1"/>
            </a:solidFill>
          </a:endParaRPr>
        </a:p>
      </dgm:t>
    </dgm:pt>
    <dgm:pt modelId="{54A4555A-2021-4C3F-84D0-10C1493543D9}">
      <dgm:prSet/>
      <dgm:spPr/>
      <dgm:t>
        <a:bodyPr/>
        <a:lstStyle/>
        <a:p>
          <a:pPr rtl="0"/>
          <a:r>
            <a:rPr lang="es-BO">
              <a:solidFill>
                <a:schemeClr val="tx1"/>
              </a:solidFill>
            </a:rPr>
            <a:t>Dosificación en modo automático</a:t>
          </a:r>
          <a:endParaRPr lang="en-US">
            <a:solidFill>
              <a:schemeClr val="tx1"/>
            </a:solidFill>
          </a:endParaRPr>
        </a:p>
      </dgm:t>
    </dgm:pt>
    <dgm:pt modelId="{71BA864F-7BF4-4120-8C19-3B9BADE5FB1C}" type="parTrans" cxnId="{B21F6FE4-6694-47AC-9350-C6F458175A1D}">
      <dgm:prSet/>
      <dgm:spPr/>
      <dgm:t>
        <a:bodyPr/>
        <a:lstStyle/>
        <a:p>
          <a:endParaRPr lang="es-ES">
            <a:solidFill>
              <a:schemeClr val="tx1"/>
            </a:solidFill>
          </a:endParaRPr>
        </a:p>
      </dgm:t>
    </dgm:pt>
    <dgm:pt modelId="{320E2292-41F8-4A83-ABCE-F449CE35C66D}" type="sibTrans" cxnId="{B21F6FE4-6694-47AC-9350-C6F458175A1D}">
      <dgm:prSet/>
      <dgm:spPr/>
      <dgm:t>
        <a:bodyPr/>
        <a:lstStyle/>
        <a:p>
          <a:endParaRPr lang="es-ES">
            <a:solidFill>
              <a:schemeClr val="tx1"/>
            </a:solidFill>
          </a:endParaRPr>
        </a:p>
      </dgm:t>
    </dgm:pt>
    <dgm:pt modelId="{CCCA385D-20E6-4974-B833-27BB7F700109}">
      <dgm:prSet/>
      <dgm:spPr/>
      <dgm:t>
        <a:bodyPr/>
        <a:lstStyle/>
        <a:p>
          <a:pPr rtl="0"/>
          <a:r>
            <a:rPr lang="es-BO">
              <a:solidFill>
                <a:schemeClr val="tx1"/>
              </a:solidFill>
            </a:rPr>
            <a:t>Dosificación manual y automática </a:t>
          </a:r>
          <a:endParaRPr lang="en-US">
            <a:solidFill>
              <a:schemeClr val="tx1"/>
            </a:solidFill>
          </a:endParaRPr>
        </a:p>
      </dgm:t>
    </dgm:pt>
    <dgm:pt modelId="{5E51824C-51E7-4908-9B9E-6FF3C2326612}" type="parTrans" cxnId="{5A147AC1-B37E-4931-BE7E-9C365C5411E9}">
      <dgm:prSet/>
      <dgm:spPr/>
      <dgm:t>
        <a:bodyPr/>
        <a:lstStyle/>
        <a:p>
          <a:endParaRPr lang="es-ES">
            <a:solidFill>
              <a:schemeClr val="tx1"/>
            </a:solidFill>
          </a:endParaRPr>
        </a:p>
      </dgm:t>
    </dgm:pt>
    <dgm:pt modelId="{FB19BA5D-C930-43F1-BCEE-8D80F3FB8F74}" type="sibTrans" cxnId="{5A147AC1-B37E-4931-BE7E-9C365C5411E9}">
      <dgm:prSet/>
      <dgm:spPr/>
      <dgm:t>
        <a:bodyPr/>
        <a:lstStyle/>
        <a:p>
          <a:endParaRPr lang="es-ES">
            <a:solidFill>
              <a:schemeClr val="tx1"/>
            </a:solidFill>
          </a:endParaRPr>
        </a:p>
      </dgm:t>
    </dgm:pt>
    <dgm:pt modelId="{92929CFC-3635-46FB-A5C0-15E5BF802561}" type="pres">
      <dgm:prSet presAssocID="{0748B619-7B0E-46D8-B13E-BBEAE7358688}" presName="hierChild1" presStyleCnt="0">
        <dgm:presLayoutVars>
          <dgm:orgChart val="1"/>
          <dgm:chPref val="1"/>
          <dgm:dir/>
          <dgm:animOne val="branch"/>
          <dgm:animLvl val="lvl"/>
          <dgm:resizeHandles/>
        </dgm:presLayoutVars>
      </dgm:prSet>
      <dgm:spPr/>
    </dgm:pt>
    <dgm:pt modelId="{456A2C8D-5709-4DEB-9587-7099C39BFF51}" type="pres">
      <dgm:prSet presAssocID="{4D09A79A-86CC-473C-9252-DCCCF6578DA4}" presName="hierRoot1" presStyleCnt="0">
        <dgm:presLayoutVars>
          <dgm:hierBranch val="init"/>
        </dgm:presLayoutVars>
      </dgm:prSet>
      <dgm:spPr/>
    </dgm:pt>
    <dgm:pt modelId="{CCB62DCF-4905-4D8A-9100-D6BE1449A8A1}" type="pres">
      <dgm:prSet presAssocID="{4D09A79A-86CC-473C-9252-DCCCF6578DA4}" presName="rootComposite1" presStyleCnt="0"/>
      <dgm:spPr/>
    </dgm:pt>
    <dgm:pt modelId="{1F6B7D4C-66F7-4E04-9BC7-4769211AE873}" type="pres">
      <dgm:prSet presAssocID="{4D09A79A-86CC-473C-9252-DCCCF6578DA4}" presName="rootText1" presStyleLbl="node0" presStyleIdx="0" presStyleCnt="1">
        <dgm:presLayoutVars>
          <dgm:chPref val="3"/>
        </dgm:presLayoutVars>
      </dgm:prSet>
      <dgm:spPr/>
    </dgm:pt>
    <dgm:pt modelId="{33FED835-ACE8-49E0-91DD-54CE5DC7D011}" type="pres">
      <dgm:prSet presAssocID="{4D09A79A-86CC-473C-9252-DCCCF6578DA4}" presName="rootConnector1" presStyleLbl="node1" presStyleIdx="0" presStyleCnt="0"/>
      <dgm:spPr/>
    </dgm:pt>
    <dgm:pt modelId="{49DF872C-F3A0-47EA-8BE8-4A98D7C76BDA}" type="pres">
      <dgm:prSet presAssocID="{4D09A79A-86CC-473C-9252-DCCCF6578DA4}" presName="hierChild2" presStyleCnt="0"/>
      <dgm:spPr/>
    </dgm:pt>
    <dgm:pt modelId="{4841E8B1-38A4-470A-B291-6782E4F3FC9E}" type="pres">
      <dgm:prSet presAssocID="{1D055A43-E977-4DBE-865E-E0F58F28C56B}" presName="Name37" presStyleLbl="parChTrans1D2" presStyleIdx="0" presStyleCnt="3"/>
      <dgm:spPr/>
    </dgm:pt>
    <dgm:pt modelId="{F86DA1D2-D28B-4ED2-821F-BA8AEB0817E6}" type="pres">
      <dgm:prSet presAssocID="{43FD08FC-EB0F-4C17-ABDE-6BC02F24F931}" presName="hierRoot2" presStyleCnt="0">
        <dgm:presLayoutVars>
          <dgm:hierBranch val="init"/>
        </dgm:presLayoutVars>
      </dgm:prSet>
      <dgm:spPr/>
    </dgm:pt>
    <dgm:pt modelId="{CAF3ACE9-4A0D-4782-B7ED-256BA6D2DA40}" type="pres">
      <dgm:prSet presAssocID="{43FD08FC-EB0F-4C17-ABDE-6BC02F24F931}" presName="rootComposite" presStyleCnt="0"/>
      <dgm:spPr/>
    </dgm:pt>
    <dgm:pt modelId="{268B9BAB-4077-47F4-8A56-CC6F0F854DB9}" type="pres">
      <dgm:prSet presAssocID="{43FD08FC-EB0F-4C17-ABDE-6BC02F24F931}" presName="rootText" presStyleLbl="node2" presStyleIdx="0" presStyleCnt="3">
        <dgm:presLayoutVars>
          <dgm:chPref val="3"/>
        </dgm:presLayoutVars>
      </dgm:prSet>
      <dgm:spPr/>
    </dgm:pt>
    <dgm:pt modelId="{E2FA0E02-6518-4454-B861-E077D22ADE6B}" type="pres">
      <dgm:prSet presAssocID="{43FD08FC-EB0F-4C17-ABDE-6BC02F24F931}" presName="rootConnector" presStyleLbl="node2" presStyleIdx="0" presStyleCnt="3"/>
      <dgm:spPr/>
    </dgm:pt>
    <dgm:pt modelId="{4E6684C0-50EE-4D1A-85A4-AED7EC870574}" type="pres">
      <dgm:prSet presAssocID="{43FD08FC-EB0F-4C17-ABDE-6BC02F24F931}" presName="hierChild4" presStyleCnt="0"/>
      <dgm:spPr/>
    </dgm:pt>
    <dgm:pt modelId="{633760C6-FBC2-4FA5-875A-DEECBE7C42B9}" type="pres">
      <dgm:prSet presAssocID="{43FD08FC-EB0F-4C17-ABDE-6BC02F24F931}" presName="hierChild5" presStyleCnt="0"/>
      <dgm:spPr/>
    </dgm:pt>
    <dgm:pt modelId="{720D1471-1978-4695-BFFC-7899C7DCAAAA}" type="pres">
      <dgm:prSet presAssocID="{71BA864F-7BF4-4120-8C19-3B9BADE5FB1C}" presName="Name37" presStyleLbl="parChTrans1D2" presStyleIdx="1" presStyleCnt="3"/>
      <dgm:spPr/>
    </dgm:pt>
    <dgm:pt modelId="{4289DC68-E9D9-44C2-9F5F-0BAD8C85CD2C}" type="pres">
      <dgm:prSet presAssocID="{54A4555A-2021-4C3F-84D0-10C1493543D9}" presName="hierRoot2" presStyleCnt="0">
        <dgm:presLayoutVars>
          <dgm:hierBranch val="init"/>
        </dgm:presLayoutVars>
      </dgm:prSet>
      <dgm:spPr/>
    </dgm:pt>
    <dgm:pt modelId="{80117BEF-5D60-4F5A-9430-756F0ABE31F1}" type="pres">
      <dgm:prSet presAssocID="{54A4555A-2021-4C3F-84D0-10C1493543D9}" presName="rootComposite" presStyleCnt="0"/>
      <dgm:spPr/>
    </dgm:pt>
    <dgm:pt modelId="{6677C5B2-A369-4106-BBCA-638E34E2A5F4}" type="pres">
      <dgm:prSet presAssocID="{54A4555A-2021-4C3F-84D0-10C1493543D9}" presName="rootText" presStyleLbl="node2" presStyleIdx="1" presStyleCnt="3">
        <dgm:presLayoutVars>
          <dgm:chPref val="3"/>
        </dgm:presLayoutVars>
      </dgm:prSet>
      <dgm:spPr/>
    </dgm:pt>
    <dgm:pt modelId="{14234B66-3DD3-4BCA-82F2-367777409B5C}" type="pres">
      <dgm:prSet presAssocID="{54A4555A-2021-4C3F-84D0-10C1493543D9}" presName="rootConnector" presStyleLbl="node2" presStyleIdx="1" presStyleCnt="3"/>
      <dgm:spPr/>
    </dgm:pt>
    <dgm:pt modelId="{05454704-D003-4350-B751-AC3F6896F825}" type="pres">
      <dgm:prSet presAssocID="{54A4555A-2021-4C3F-84D0-10C1493543D9}" presName="hierChild4" presStyleCnt="0"/>
      <dgm:spPr/>
    </dgm:pt>
    <dgm:pt modelId="{970C24FF-916D-4163-8E39-6B59CFC8C358}" type="pres">
      <dgm:prSet presAssocID="{54A4555A-2021-4C3F-84D0-10C1493543D9}" presName="hierChild5" presStyleCnt="0"/>
      <dgm:spPr/>
    </dgm:pt>
    <dgm:pt modelId="{0FCCD65C-5B00-46E9-8011-D6728F3851B1}" type="pres">
      <dgm:prSet presAssocID="{5E51824C-51E7-4908-9B9E-6FF3C2326612}" presName="Name37" presStyleLbl="parChTrans1D2" presStyleIdx="2" presStyleCnt="3"/>
      <dgm:spPr/>
    </dgm:pt>
    <dgm:pt modelId="{0BB7CF25-E22C-407A-8041-AD9346AE1D7D}" type="pres">
      <dgm:prSet presAssocID="{CCCA385D-20E6-4974-B833-27BB7F700109}" presName="hierRoot2" presStyleCnt="0">
        <dgm:presLayoutVars>
          <dgm:hierBranch val="init"/>
        </dgm:presLayoutVars>
      </dgm:prSet>
      <dgm:spPr/>
    </dgm:pt>
    <dgm:pt modelId="{A10AFBC4-9A67-4143-B7E5-DDE68B84C9FF}" type="pres">
      <dgm:prSet presAssocID="{CCCA385D-20E6-4974-B833-27BB7F700109}" presName="rootComposite" presStyleCnt="0"/>
      <dgm:spPr/>
    </dgm:pt>
    <dgm:pt modelId="{B2592842-5E90-4420-AC02-374F1CCD9CB7}" type="pres">
      <dgm:prSet presAssocID="{CCCA385D-20E6-4974-B833-27BB7F700109}" presName="rootText" presStyleLbl="node2" presStyleIdx="2" presStyleCnt="3">
        <dgm:presLayoutVars>
          <dgm:chPref val="3"/>
        </dgm:presLayoutVars>
      </dgm:prSet>
      <dgm:spPr/>
    </dgm:pt>
    <dgm:pt modelId="{600EE1BD-D8B0-4AC8-8BA1-34E6D5CB74EF}" type="pres">
      <dgm:prSet presAssocID="{CCCA385D-20E6-4974-B833-27BB7F700109}" presName="rootConnector" presStyleLbl="node2" presStyleIdx="2" presStyleCnt="3"/>
      <dgm:spPr/>
    </dgm:pt>
    <dgm:pt modelId="{0FCF3707-28B3-4092-B821-78EEB7215935}" type="pres">
      <dgm:prSet presAssocID="{CCCA385D-20E6-4974-B833-27BB7F700109}" presName="hierChild4" presStyleCnt="0"/>
      <dgm:spPr/>
    </dgm:pt>
    <dgm:pt modelId="{125E5A41-01F7-43EE-B724-2FAC63D4A1D1}" type="pres">
      <dgm:prSet presAssocID="{CCCA385D-20E6-4974-B833-27BB7F700109}" presName="hierChild5" presStyleCnt="0"/>
      <dgm:spPr/>
    </dgm:pt>
    <dgm:pt modelId="{B8390EDB-2039-43B0-B637-67F9EB5AE31B}" type="pres">
      <dgm:prSet presAssocID="{4D09A79A-86CC-473C-9252-DCCCF6578DA4}" presName="hierChild3" presStyleCnt="0"/>
      <dgm:spPr/>
    </dgm:pt>
  </dgm:ptLst>
  <dgm:cxnLst>
    <dgm:cxn modelId="{B15EFB19-71A0-4C8E-8FC3-B45B4D1CDF7D}" type="presOf" srcId="{43FD08FC-EB0F-4C17-ABDE-6BC02F24F931}" destId="{E2FA0E02-6518-4454-B861-E077D22ADE6B}" srcOrd="1" destOrd="0" presId="urn:microsoft.com/office/officeart/2005/8/layout/orgChart1"/>
    <dgm:cxn modelId="{B63D0E29-0F38-4086-B823-875D3EBB6990}" type="presOf" srcId="{54A4555A-2021-4C3F-84D0-10C1493543D9}" destId="{6677C5B2-A369-4106-BBCA-638E34E2A5F4}" srcOrd="0" destOrd="0" presId="urn:microsoft.com/office/officeart/2005/8/layout/orgChart1"/>
    <dgm:cxn modelId="{6FE4FF3D-4227-44A7-BAAB-237027FD5DEF}" type="presOf" srcId="{CCCA385D-20E6-4974-B833-27BB7F700109}" destId="{B2592842-5E90-4420-AC02-374F1CCD9CB7}" srcOrd="0" destOrd="0" presId="urn:microsoft.com/office/officeart/2005/8/layout/orgChart1"/>
    <dgm:cxn modelId="{853D9C5F-327C-454A-BAFD-458CC92EEB6C}" type="presOf" srcId="{54A4555A-2021-4C3F-84D0-10C1493543D9}" destId="{14234B66-3DD3-4BCA-82F2-367777409B5C}" srcOrd="1" destOrd="0" presId="urn:microsoft.com/office/officeart/2005/8/layout/orgChart1"/>
    <dgm:cxn modelId="{8916DB4F-BF7F-4B35-836A-E3274476785C}" type="presOf" srcId="{4D09A79A-86CC-473C-9252-DCCCF6578DA4}" destId="{1F6B7D4C-66F7-4E04-9BC7-4769211AE873}" srcOrd="0" destOrd="0" presId="urn:microsoft.com/office/officeart/2005/8/layout/orgChart1"/>
    <dgm:cxn modelId="{E4075A72-43B9-4EFA-8F36-10105B6AA514}" type="presOf" srcId="{43FD08FC-EB0F-4C17-ABDE-6BC02F24F931}" destId="{268B9BAB-4077-47F4-8A56-CC6F0F854DB9}" srcOrd="0" destOrd="0" presId="urn:microsoft.com/office/officeart/2005/8/layout/orgChart1"/>
    <dgm:cxn modelId="{97264094-C915-4212-A3E9-78512CF45F94}" type="presOf" srcId="{71BA864F-7BF4-4120-8C19-3B9BADE5FB1C}" destId="{720D1471-1978-4695-BFFC-7899C7DCAAAA}" srcOrd="0" destOrd="0" presId="urn:microsoft.com/office/officeart/2005/8/layout/orgChart1"/>
    <dgm:cxn modelId="{921D0CAA-6BBB-4BAC-88E1-B426D54D3DAB}" srcId="{4D09A79A-86CC-473C-9252-DCCCF6578DA4}" destId="{43FD08FC-EB0F-4C17-ABDE-6BC02F24F931}" srcOrd="0" destOrd="0" parTransId="{1D055A43-E977-4DBE-865E-E0F58F28C56B}" sibTransId="{8734A75E-61C1-41FD-89EB-920064507E07}"/>
    <dgm:cxn modelId="{922563AC-BA1A-4FA2-BC4A-D628683A77E3}" type="presOf" srcId="{0748B619-7B0E-46D8-B13E-BBEAE7358688}" destId="{92929CFC-3635-46FB-A5C0-15E5BF802561}" srcOrd="0" destOrd="0" presId="urn:microsoft.com/office/officeart/2005/8/layout/orgChart1"/>
    <dgm:cxn modelId="{D09132B1-2F32-4294-AF6E-0B58A1F1EBE4}" srcId="{0748B619-7B0E-46D8-B13E-BBEAE7358688}" destId="{4D09A79A-86CC-473C-9252-DCCCF6578DA4}" srcOrd="0" destOrd="0" parTransId="{C2D12BDC-473D-4B56-AED6-3C8140AB9BF3}" sibTransId="{88DE61BF-342B-4D25-B36C-938239E61FAB}"/>
    <dgm:cxn modelId="{5A147AC1-B37E-4931-BE7E-9C365C5411E9}" srcId="{4D09A79A-86CC-473C-9252-DCCCF6578DA4}" destId="{CCCA385D-20E6-4974-B833-27BB7F700109}" srcOrd="2" destOrd="0" parTransId="{5E51824C-51E7-4908-9B9E-6FF3C2326612}" sibTransId="{FB19BA5D-C930-43F1-BCEE-8D80F3FB8F74}"/>
    <dgm:cxn modelId="{564FC9D8-BCFF-4E00-AFA7-71B64F8AAB10}" type="presOf" srcId="{1D055A43-E977-4DBE-865E-E0F58F28C56B}" destId="{4841E8B1-38A4-470A-B291-6782E4F3FC9E}" srcOrd="0" destOrd="0" presId="urn:microsoft.com/office/officeart/2005/8/layout/orgChart1"/>
    <dgm:cxn modelId="{B21F6FE4-6694-47AC-9350-C6F458175A1D}" srcId="{4D09A79A-86CC-473C-9252-DCCCF6578DA4}" destId="{54A4555A-2021-4C3F-84D0-10C1493543D9}" srcOrd="1" destOrd="0" parTransId="{71BA864F-7BF4-4120-8C19-3B9BADE5FB1C}" sibTransId="{320E2292-41F8-4A83-ABCE-F449CE35C66D}"/>
    <dgm:cxn modelId="{1CC3ECE7-4831-441E-9FDB-07869CA4C5B5}" type="presOf" srcId="{5E51824C-51E7-4908-9B9E-6FF3C2326612}" destId="{0FCCD65C-5B00-46E9-8011-D6728F3851B1}" srcOrd="0" destOrd="0" presId="urn:microsoft.com/office/officeart/2005/8/layout/orgChart1"/>
    <dgm:cxn modelId="{B34A53F1-5ACD-4AD2-A51F-1A7D7E445707}" type="presOf" srcId="{CCCA385D-20E6-4974-B833-27BB7F700109}" destId="{600EE1BD-D8B0-4AC8-8BA1-34E6D5CB74EF}" srcOrd="1" destOrd="0" presId="urn:microsoft.com/office/officeart/2005/8/layout/orgChart1"/>
    <dgm:cxn modelId="{C7F355FF-F97F-4BE5-88C6-B30BD2A5F72B}" type="presOf" srcId="{4D09A79A-86CC-473C-9252-DCCCF6578DA4}" destId="{33FED835-ACE8-49E0-91DD-54CE5DC7D011}" srcOrd="1" destOrd="0" presId="urn:microsoft.com/office/officeart/2005/8/layout/orgChart1"/>
    <dgm:cxn modelId="{D222A573-1D4A-4C89-81CE-05989B4A9A88}" type="presParOf" srcId="{92929CFC-3635-46FB-A5C0-15E5BF802561}" destId="{456A2C8D-5709-4DEB-9587-7099C39BFF51}" srcOrd="0" destOrd="0" presId="urn:microsoft.com/office/officeart/2005/8/layout/orgChart1"/>
    <dgm:cxn modelId="{9A747D37-0BA2-4143-A373-C797D7EFA467}" type="presParOf" srcId="{456A2C8D-5709-4DEB-9587-7099C39BFF51}" destId="{CCB62DCF-4905-4D8A-9100-D6BE1449A8A1}" srcOrd="0" destOrd="0" presId="urn:microsoft.com/office/officeart/2005/8/layout/orgChart1"/>
    <dgm:cxn modelId="{EC263487-F42D-456B-B81B-A34B18F790EA}" type="presParOf" srcId="{CCB62DCF-4905-4D8A-9100-D6BE1449A8A1}" destId="{1F6B7D4C-66F7-4E04-9BC7-4769211AE873}" srcOrd="0" destOrd="0" presId="urn:microsoft.com/office/officeart/2005/8/layout/orgChart1"/>
    <dgm:cxn modelId="{1A71D5F1-4E1E-4F6C-84E1-6791EFDA8B1F}" type="presParOf" srcId="{CCB62DCF-4905-4D8A-9100-D6BE1449A8A1}" destId="{33FED835-ACE8-49E0-91DD-54CE5DC7D011}" srcOrd="1" destOrd="0" presId="urn:microsoft.com/office/officeart/2005/8/layout/orgChart1"/>
    <dgm:cxn modelId="{5C784FEE-D467-4F08-9A1F-FBF1CA1F1C53}" type="presParOf" srcId="{456A2C8D-5709-4DEB-9587-7099C39BFF51}" destId="{49DF872C-F3A0-47EA-8BE8-4A98D7C76BDA}" srcOrd="1" destOrd="0" presId="urn:microsoft.com/office/officeart/2005/8/layout/orgChart1"/>
    <dgm:cxn modelId="{F4B80213-E045-401B-947B-AE28FADDBCA1}" type="presParOf" srcId="{49DF872C-F3A0-47EA-8BE8-4A98D7C76BDA}" destId="{4841E8B1-38A4-470A-B291-6782E4F3FC9E}" srcOrd="0" destOrd="0" presId="urn:microsoft.com/office/officeart/2005/8/layout/orgChart1"/>
    <dgm:cxn modelId="{5157599E-300C-4355-B397-34D4A3B8716C}" type="presParOf" srcId="{49DF872C-F3A0-47EA-8BE8-4A98D7C76BDA}" destId="{F86DA1D2-D28B-4ED2-821F-BA8AEB0817E6}" srcOrd="1" destOrd="0" presId="urn:microsoft.com/office/officeart/2005/8/layout/orgChart1"/>
    <dgm:cxn modelId="{FE917B30-8C84-482A-B0F3-690AF7EBB94F}" type="presParOf" srcId="{F86DA1D2-D28B-4ED2-821F-BA8AEB0817E6}" destId="{CAF3ACE9-4A0D-4782-B7ED-256BA6D2DA40}" srcOrd="0" destOrd="0" presId="urn:microsoft.com/office/officeart/2005/8/layout/orgChart1"/>
    <dgm:cxn modelId="{78B890E4-8991-4A76-B2BD-36D3BE4A7225}" type="presParOf" srcId="{CAF3ACE9-4A0D-4782-B7ED-256BA6D2DA40}" destId="{268B9BAB-4077-47F4-8A56-CC6F0F854DB9}" srcOrd="0" destOrd="0" presId="urn:microsoft.com/office/officeart/2005/8/layout/orgChart1"/>
    <dgm:cxn modelId="{69C94DF5-0372-4F60-B81C-C10F796FB733}" type="presParOf" srcId="{CAF3ACE9-4A0D-4782-B7ED-256BA6D2DA40}" destId="{E2FA0E02-6518-4454-B861-E077D22ADE6B}" srcOrd="1" destOrd="0" presId="urn:microsoft.com/office/officeart/2005/8/layout/orgChart1"/>
    <dgm:cxn modelId="{89236C9D-B61D-482C-BCE7-8B236616031C}" type="presParOf" srcId="{F86DA1D2-D28B-4ED2-821F-BA8AEB0817E6}" destId="{4E6684C0-50EE-4D1A-85A4-AED7EC870574}" srcOrd="1" destOrd="0" presId="urn:microsoft.com/office/officeart/2005/8/layout/orgChart1"/>
    <dgm:cxn modelId="{6E6235C2-2BCF-4933-BB71-4425B3C629A2}" type="presParOf" srcId="{F86DA1D2-D28B-4ED2-821F-BA8AEB0817E6}" destId="{633760C6-FBC2-4FA5-875A-DEECBE7C42B9}" srcOrd="2" destOrd="0" presId="urn:microsoft.com/office/officeart/2005/8/layout/orgChart1"/>
    <dgm:cxn modelId="{B9E1BEC2-FF7C-410B-B303-E0EDA90FE7F6}" type="presParOf" srcId="{49DF872C-F3A0-47EA-8BE8-4A98D7C76BDA}" destId="{720D1471-1978-4695-BFFC-7899C7DCAAAA}" srcOrd="2" destOrd="0" presId="urn:microsoft.com/office/officeart/2005/8/layout/orgChart1"/>
    <dgm:cxn modelId="{018C1A9A-4EC7-4D7F-ABDA-71AC5BDA4AA7}" type="presParOf" srcId="{49DF872C-F3A0-47EA-8BE8-4A98D7C76BDA}" destId="{4289DC68-E9D9-44C2-9F5F-0BAD8C85CD2C}" srcOrd="3" destOrd="0" presId="urn:microsoft.com/office/officeart/2005/8/layout/orgChart1"/>
    <dgm:cxn modelId="{9D00F343-0F33-44C6-9C19-B36C13812BDA}" type="presParOf" srcId="{4289DC68-E9D9-44C2-9F5F-0BAD8C85CD2C}" destId="{80117BEF-5D60-4F5A-9430-756F0ABE31F1}" srcOrd="0" destOrd="0" presId="urn:microsoft.com/office/officeart/2005/8/layout/orgChart1"/>
    <dgm:cxn modelId="{F92ADCDC-6B66-44B4-9FF9-F9132839B76C}" type="presParOf" srcId="{80117BEF-5D60-4F5A-9430-756F0ABE31F1}" destId="{6677C5B2-A369-4106-BBCA-638E34E2A5F4}" srcOrd="0" destOrd="0" presId="urn:microsoft.com/office/officeart/2005/8/layout/orgChart1"/>
    <dgm:cxn modelId="{F04B6DA9-D858-4247-92A4-8EB57863AA18}" type="presParOf" srcId="{80117BEF-5D60-4F5A-9430-756F0ABE31F1}" destId="{14234B66-3DD3-4BCA-82F2-367777409B5C}" srcOrd="1" destOrd="0" presId="urn:microsoft.com/office/officeart/2005/8/layout/orgChart1"/>
    <dgm:cxn modelId="{6D1AAD5E-EEA8-4F75-A98F-999F4700BF27}" type="presParOf" srcId="{4289DC68-E9D9-44C2-9F5F-0BAD8C85CD2C}" destId="{05454704-D003-4350-B751-AC3F6896F825}" srcOrd="1" destOrd="0" presId="urn:microsoft.com/office/officeart/2005/8/layout/orgChart1"/>
    <dgm:cxn modelId="{8E747027-9389-4F3F-A2F3-6DC04E703612}" type="presParOf" srcId="{4289DC68-E9D9-44C2-9F5F-0BAD8C85CD2C}" destId="{970C24FF-916D-4163-8E39-6B59CFC8C358}" srcOrd="2" destOrd="0" presId="urn:microsoft.com/office/officeart/2005/8/layout/orgChart1"/>
    <dgm:cxn modelId="{315C7310-672C-4BF2-8FBD-FA77ECFDD735}" type="presParOf" srcId="{49DF872C-F3A0-47EA-8BE8-4A98D7C76BDA}" destId="{0FCCD65C-5B00-46E9-8011-D6728F3851B1}" srcOrd="4" destOrd="0" presId="urn:microsoft.com/office/officeart/2005/8/layout/orgChart1"/>
    <dgm:cxn modelId="{285CFCC9-0733-474B-9120-46EDCA748EBB}" type="presParOf" srcId="{49DF872C-F3A0-47EA-8BE8-4A98D7C76BDA}" destId="{0BB7CF25-E22C-407A-8041-AD9346AE1D7D}" srcOrd="5" destOrd="0" presId="urn:microsoft.com/office/officeart/2005/8/layout/orgChart1"/>
    <dgm:cxn modelId="{823D2261-5976-4965-96AC-E52595DF95B9}" type="presParOf" srcId="{0BB7CF25-E22C-407A-8041-AD9346AE1D7D}" destId="{A10AFBC4-9A67-4143-B7E5-DDE68B84C9FF}" srcOrd="0" destOrd="0" presId="urn:microsoft.com/office/officeart/2005/8/layout/orgChart1"/>
    <dgm:cxn modelId="{99678794-D8BC-460B-9D18-F1BF88DF7150}" type="presParOf" srcId="{A10AFBC4-9A67-4143-B7E5-DDE68B84C9FF}" destId="{B2592842-5E90-4420-AC02-374F1CCD9CB7}" srcOrd="0" destOrd="0" presId="urn:microsoft.com/office/officeart/2005/8/layout/orgChart1"/>
    <dgm:cxn modelId="{B9950FF6-843A-4A01-BC44-0FF68E8EA8E7}" type="presParOf" srcId="{A10AFBC4-9A67-4143-B7E5-DDE68B84C9FF}" destId="{600EE1BD-D8B0-4AC8-8BA1-34E6D5CB74EF}" srcOrd="1" destOrd="0" presId="urn:microsoft.com/office/officeart/2005/8/layout/orgChart1"/>
    <dgm:cxn modelId="{E0F8338F-4C97-496E-BADA-77D6EB1F84FB}" type="presParOf" srcId="{0BB7CF25-E22C-407A-8041-AD9346AE1D7D}" destId="{0FCF3707-28B3-4092-B821-78EEB7215935}" srcOrd="1" destOrd="0" presId="urn:microsoft.com/office/officeart/2005/8/layout/orgChart1"/>
    <dgm:cxn modelId="{39DB930C-6EBD-4273-9D95-4A10BABBFD3A}" type="presParOf" srcId="{0BB7CF25-E22C-407A-8041-AD9346AE1D7D}" destId="{125E5A41-01F7-43EE-B724-2FAC63D4A1D1}" srcOrd="2" destOrd="0" presId="urn:microsoft.com/office/officeart/2005/8/layout/orgChart1"/>
    <dgm:cxn modelId="{D1949DE1-868D-4762-A5DA-D5ED8B9C1F9B}" type="presParOf" srcId="{456A2C8D-5709-4DEB-9587-7099C39BFF51}" destId="{B8390EDB-2039-43B0-B637-67F9EB5AE31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861A9683-0B56-49A3-8A1E-875CB87B5A06}"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s-ES"/>
        </a:p>
      </dgm:t>
    </dgm:pt>
    <dgm:pt modelId="{5659FCA3-A591-47CD-BDE0-CE3814FE95AC}">
      <dgm:prSet/>
      <dgm:spPr/>
      <dgm:t>
        <a:bodyPr/>
        <a:lstStyle/>
        <a:p>
          <a:pPr rtl="0"/>
          <a:r>
            <a:rPr lang="es-ES" b="1"/>
            <a:t>Modo de visualización   </a:t>
          </a:r>
          <a:endParaRPr lang="en-US"/>
        </a:p>
      </dgm:t>
    </dgm:pt>
    <dgm:pt modelId="{A7B27941-3A66-48E6-8078-DBBCACD6037B}" type="parTrans" cxnId="{C93880C5-B3EB-4CBC-8C26-9E3C82EB0FDA}">
      <dgm:prSet/>
      <dgm:spPr/>
      <dgm:t>
        <a:bodyPr/>
        <a:lstStyle/>
        <a:p>
          <a:endParaRPr lang="es-ES"/>
        </a:p>
      </dgm:t>
    </dgm:pt>
    <dgm:pt modelId="{7E937BCA-4BC3-491A-A818-6616CD69C3EB}" type="sibTrans" cxnId="{C93880C5-B3EB-4CBC-8C26-9E3C82EB0FDA}">
      <dgm:prSet/>
      <dgm:spPr/>
      <dgm:t>
        <a:bodyPr/>
        <a:lstStyle/>
        <a:p>
          <a:endParaRPr lang="es-ES"/>
        </a:p>
      </dgm:t>
    </dgm:pt>
    <dgm:pt modelId="{45D0E8C2-2F1D-4048-BEDA-DD0ACC9FFCAB}">
      <dgm:prSet/>
      <dgm:spPr/>
      <dgm:t>
        <a:bodyPr/>
        <a:lstStyle/>
        <a:p>
          <a:pPr rtl="0"/>
          <a:r>
            <a:rPr lang="es-ES"/>
            <a:t>Es el modo que viene por defecto al encender el equipo, se puede observar:</a:t>
          </a:r>
          <a:endParaRPr lang="en-US"/>
        </a:p>
      </dgm:t>
    </dgm:pt>
    <dgm:pt modelId="{30BF8154-D2E6-45D4-8507-24D628081BD2}" type="parTrans" cxnId="{E49E35A1-A421-4096-8064-C3CD252E90AA}">
      <dgm:prSet/>
      <dgm:spPr/>
      <dgm:t>
        <a:bodyPr/>
        <a:lstStyle/>
        <a:p>
          <a:endParaRPr lang="es-ES"/>
        </a:p>
      </dgm:t>
    </dgm:pt>
    <dgm:pt modelId="{C14E50C5-35F7-4C57-8490-7B9AE642EE9B}" type="sibTrans" cxnId="{E49E35A1-A421-4096-8064-C3CD252E90AA}">
      <dgm:prSet/>
      <dgm:spPr/>
      <dgm:t>
        <a:bodyPr/>
        <a:lstStyle/>
        <a:p>
          <a:endParaRPr lang="es-ES"/>
        </a:p>
      </dgm:t>
    </dgm:pt>
    <dgm:pt modelId="{2232B7C7-569C-44B2-9623-C4974F89AE0B}">
      <dgm:prSet/>
      <dgm:spPr/>
      <dgm:t>
        <a:bodyPr/>
        <a:lstStyle/>
        <a:p>
          <a:pPr rtl="0"/>
          <a:r>
            <a:rPr lang="es-ES"/>
            <a:t>El volumen dosificado</a:t>
          </a:r>
          <a:endParaRPr lang="en-US"/>
        </a:p>
      </dgm:t>
    </dgm:pt>
    <dgm:pt modelId="{41E08469-26F0-4E07-B8BD-C3728365E68B}" type="parTrans" cxnId="{1F8B382F-C322-493D-926C-A68DB8789154}">
      <dgm:prSet/>
      <dgm:spPr/>
      <dgm:t>
        <a:bodyPr/>
        <a:lstStyle/>
        <a:p>
          <a:endParaRPr lang="es-ES"/>
        </a:p>
      </dgm:t>
    </dgm:pt>
    <dgm:pt modelId="{A6440EEB-F288-40DF-B5CA-0BFAFB81FEA2}" type="sibTrans" cxnId="{1F8B382F-C322-493D-926C-A68DB8789154}">
      <dgm:prSet/>
      <dgm:spPr/>
      <dgm:t>
        <a:bodyPr/>
        <a:lstStyle/>
        <a:p>
          <a:endParaRPr lang="es-ES"/>
        </a:p>
      </dgm:t>
    </dgm:pt>
    <dgm:pt modelId="{A0E9EF37-A37F-403E-B5A0-D9D9B9C282E7}">
      <dgm:prSet/>
      <dgm:spPr/>
      <dgm:t>
        <a:bodyPr/>
        <a:lstStyle/>
        <a:p>
          <a:pPr rtl="0"/>
          <a:r>
            <a:rPr lang="es-ES"/>
            <a:t>El caudal en las unidades seleccionadas</a:t>
          </a:r>
          <a:endParaRPr lang="en-US"/>
        </a:p>
      </dgm:t>
    </dgm:pt>
    <dgm:pt modelId="{FFB0A690-5F54-4714-AFE1-1853CE3E7CF1}" type="parTrans" cxnId="{483A5B2D-2EDE-42B2-B1B1-5B404936F7D6}">
      <dgm:prSet/>
      <dgm:spPr/>
      <dgm:t>
        <a:bodyPr/>
        <a:lstStyle/>
        <a:p>
          <a:endParaRPr lang="es-ES"/>
        </a:p>
      </dgm:t>
    </dgm:pt>
    <dgm:pt modelId="{DB9505EB-3DF0-492E-8A62-59DF29731329}" type="sibTrans" cxnId="{483A5B2D-2EDE-42B2-B1B1-5B404936F7D6}">
      <dgm:prSet/>
      <dgm:spPr/>
      <dgm:t>
        <a:bodyPr/>
        <a:lstStyle/>
        <a:p>
          <a:endParaRPr lang="es-ES"/>
        </a:p>
      </dgm:t>
    </dgm:pt>
    <dgm:pt modelId="{B73AD46E-5655-49CC-99B7-A14FF44565A2}">
      <dgm:prSet/>
      <dgm:spPr/>
      <dgm:t>
        <a:bodyPr/>
        <a:lstStyle/>
        <a:p>
          <a:pPr rtl="0"/>
          <a:r>
            <a:rPr lang="es-ES"/>
            <a:t>Una cuenta hacia atrás de un volumen configurado</a:t>
          </a:r>
          <a:endParaRPr lang="en-US"/>
        </a:p>
      </dgm:t>
    </dgm:pt>
    <dgm:pt modelId="{09CB31FB-6779-47A5-8262-ADCB978D4209}" type="parTrans" cxnId="{DC7824D4-BAA9-4F41-8210-56C251659910}">
      <dgm:prSet/>
      <dgm:spPr/>
      <dgm:t>
        <a:bodyPr/>
        <a:lstStyle/>
        <a:p>
          <a:endParaRPr lang="es-ES"/>
        </a:p>
      </dgm:t>
    </dgm:pt>
    <dgm:pt modelId="{9FADF022-989B-4E35-AA89-BB819C7F8AD3}" type="sibTrans" cxnId="{DC7824D4-BAA9-4F41-8210-56C251659910}">
      <dgm:prSet/>
      <dgm:spPr/>
      <dgm:t>
        <a:bodyPr/>
        <a:lstStyle/>
        <a:p>
          <a:endParaRPr lang="es-ES"/>
        </a:p>
      </dgm:t>
    </dgm:pt>
    <dgm:pt modelId="{B30748BC-6097-49DC-9331-20E85542A76C}" type="pres">
      <dgm:prSet presAssocID="{861A9683-0B56-49A3-8A1E-875CB87B5A06}" presName="diagram" presStyleCnt="0">
        <dgm:presLayoutVars>
          <dgm:chPref val="1"/>
          <dgm:dir/>
          <dgm:animOne val="branch"/>
          <dgm:animLvl val="lvl"/>
          <dgm:resizeHandles/>
        </dgm:presLayoutVars>
      </dgm:prSet>
      <dgm:spPr/>
    </dgm:pt>
    <dgm:pt modelId="{EECADACF-F9CE-4C86-AF0E-338D557DC500}" type="pres">
      <dgm:prSet presAssocID="{5659FCA3-A591-47CD-BDE0-CE3814FE95AC}" presName="root" presStyleCnt="0"/>
      <dgm:spPr/>
    </dgm:pt>
    <dgm:pt modelId="{C5143A1C-820A-4579-B911-54C0847A4D15}" type="pres">
      <dgm:prSet presAssocID="{5659FCA3-A591-47CD-BDE0-CE3814FE95AC}" presName="rootComposite" presStyleCnt="0"/>
      <dgm:spPr/>
    </dgm:pt>
    <dgm:pt modelId="{A0A00594-8F41-4D56-8565-8F910BE68BE8}" type="pres">
      <dgm:prSet presAssocID="{5659FCA3-A591-47CD-BDE0-CE3814FE95AC}" presName="rootText" presStyleLbl="node1" presStyleIdx="0" presStyleCnt="2" custLinFactNeighborX="-73583" custLinFactNeighborY="10167"/>
      <dgm:spPr/>
    </dgm:pt>
    <dgm:pt modelId="{5639F9D7-A7DC-4EC8-AFBF-4BF224C6D18C}" type="pres">
      <dgm:prSet presAssocID="{5659FCA3-A591-47CD-BDE0-CE3814FE95AC}" presName="rootConnector" presStyleLbl="node1" presStyleIdx="0" presStyleCnt="2"/>
      <dgm:spPr/>
    </dgm:pt>
    <dgm:pt modelId="{E03E53B9-DC34-4711-82EA-2C44994351E3}" type="pres">
      <dgm:prSet presAssocID="{5659FCA3-A591-47CD-BDE0-CE3814FE95AC}" presName="childShape" presStyleCnt="0"/>
      <dgm:spPr/>
    </dgm:pt>
    <dgm:pt modelId="{0DA67180-1FD8-48C1-ABFE-9903D6A61893}" type="pres">
      <dgm:prSet presAssocID="{45D0E8C2-2F1D-4048-BEDA-DD0ACC9FFCAB}" presName="root" presStyleCnt="0"/>
      <dgm:spPr/>
    </dgm:pt>
    <dgm:pt modelId="{C70D9309-1570-4BA5-B938-16E4A93C3BE6}" type="pres">
      <dgm:prSet presAssocID="{45D0E8C2-2F1D-4048-BEDA-DD0ACC9FFCAB}" presName="rootComposite" presStyleCnt="0"/>
      <dgm:spPr/>
    </dgm:pt>
    <dgm:pt modelId="{8C6E9AB0-84BB-43CA-B4A1-672C45237453}" type="pres">
      <dgm:prSet presAssocID="{45D0E8C2-2F1D-4048-BEDA-DD0ACC9FFCAB}" presName="rootText" presStyleLbl="node1" presStyleIdx="1" presStyleCnt="2"/>
      <dgm:spPr/>
    </dgm:pt>
    <dgm:pt modelId="{F23BF1C2-F1B0-4564-9432-3EC908B0C16E}" type="pres">
      <dgm:prSet presAssocID="{45D0E8C2-2F1D-4048-BEDA-DD0ACC9FFCAB}" presName="rootConnector" presStyleLbl="node1" presStyleIdx="1" presStyleCnt="2"/>
      <dgm:spPr/>
    </dgm:pt>
    <dgm:pt modelId="{8388BA62-05C9-4E13-BBA5-A20D47B40742}" type="pres">
      <dgm:prSet presAssocID="{45D0E8C2-2F1D-4048-BEDA-DD0ACC9FFCAB}" presName="childShape" presStyleCnt="0"/>
      <dgm:spPr/>
    </dgm:pt>
    <dgm:pt modelId="{58618784-B740-454C-8393-BBC926A168BB}" type="pres">
      <dgm:prSet presAssocID="{41E08469-26F0-4E07-B8BD-C3728365E68B}" presName="Name13" presStyleLbl="parChTrans1D2" presStyleIdx="0" presStyleCnt="3"/>
      <dgm:spPr/>
    </dgm:pt>
    <dgm:pt modelId="{AD9C4FDA-51F4-4BAF-9490-3C5E7DF1BA3F}" type="pres">
      <dgm:prSet presAssocID="{2232B7C7-569C-44B2-9623-C4974F89AE0B}" presName="childText" presStyleLbl="bgAcc1" presStyleIdx="0" presStyleCnt="3">
        <dgm:presLayoutVars>
          <dgm:bulletEnabled val="1"/>
        </dgm:presLayoutVars>
      </dgm:prSet>
      <dgm:spPr/>
    </dgm:pt>
    <dgm:pt modelId="{406B2554-8C13-4F76-A982-940E0C5883BE}" type="pres">
      <dgm:prSet presAssocID="{FFB0A690-5F54-4714-AFE1-1853CE3E7CF1}" presName="Name13" presStyleLbl="parChTrans1D2" presStyleIdx="1" presStyleCnt="3"/>
      <dgm:spPr/>
    </dgm:pt>
    <dgm:pt modelId="{2C6E47ED-11C7-4BB1-B23B-56BFDBDF4E76}" type="pres">
      <dgm:prSet presAssocID="{A0E9EF37-A37F-403E-B5A0-D9D9B9C282E7}" presName="childText" presStyleLbl="bgAcc1" presStyleIdx="1" presStyleCnt="3">
        <dgm:presLayoutVars>
          <dgm:bulletEnabled val="1"/>
        </dgm:presLayoutVars>
      </dgm:prSet>
      <dgm:spPr/>
    </dgm:pt>
    <dgm:pt modelId="{A0F4164F-CD21-46E8-8055-44CD681F6B85}" type="pres">
      <dgm:prSet presAssocID="{09CB31FB-6779-47A5-8262-ADCB978D4209}" presName="Name13" presStyleLbl="parChTrans1D2" presStyleIdx="2" presStyleCnt="3"/>
      <dgm:spPr/>
    </dgm:pt>
    <dgm:pt modelId="{740CCAD3-54CF-4E47-BACE-A5AF9412C5D7}" type="pres">
      <dgm:prSet presAssocID="{B73AD46E-5655-49CC-99B7-A14FF44565A2}" presName="childText" presStyleLbl="bgAcc1" presStyleIdx="2" presStyleCnt="3">
        <dgm:presLayoutVars>
          <dgm:bulletEnabled val="1"/>
        </dgm:presLayoutVars>
      </dgm:prSet>
      <dgm:spPr/>
    </dgm:pt>
  </dgm:ptLst>
  <dgm:cxnLst>
    <dgm:cxn modelId="{2B432F0F-8C90-490B-A568-BA9AC5E94F2B}" type="presOf" srcId="{B73AD46E-5655-49CC-99B7-A14FF44565A2}" destId="{740CCAD3-54CF-4E47-BACE-A5AF9412C5D7}" srcOrd="0" destOrd="0" presId="urn:microsoft.com/office/officeart/2005/8/layout/hierarchy3"/>
    <dgm:cxn modelId="{BA92821C-C6E4-4607-97BA-E243D130FFE7}" type="presOf" srcId="{A0E9EF37-A37F-403E-B5A0-D9D9B9C282E7}" destId="{2C6E47ED-11C7-4BB1-B23B-56BFDBDF4E76}" srcOrd="0" destOrd="0" presId="urn:microsoft.com/office/officeart/2005/8/layout/hierarchy3"/>
    <dgm:cxn modelId="{483A5B2D-2EDE-42B2-B1B1-5B404936F7D6}" srcId="{45D0E8C2-2F1D-4048-BEDA-DD0ACC9FFCAB}" destId="{A0E9EF37-A37F-403E-B5A0-D9D9B9C282E7}" srcOrd="1" destOrd="0" parTransId="{FFB0A690-5F54-4714-AFE1-1853CE3E7CF1}" sibTransId="{DB9505EB-3DF0-492E-8A62-59DF29731329}"/>
    <dgm:cxn modelId="{1F8B382F-C322-493D-926C-A68DB8789154}" srcId="{45D0E8C2-2F1D-4048-BEDA-DD0ACC9FFCAB}" destId="{2232B7C7-569C-44B2-9623-C4974F89AE0B}" srcOrd="0" destOrd="0" parTransId="{41E08469-26F0-4E07-B8BD-C3728365E68B}" sibTransId="{A6440EEB-F288-40DF-B5CA-0BFAFB81FEA2}"/>
    <dgm:cxn modelId="{AA98DF41-C94B-4BA0-BA74-9FCFC7DDD7A9}" type="presOf" srcId="{5659FCA3-A591-47CD-BDE0-CE3814FE95AC}" destId="{5639F9D7-A7DC-4EC8-AFBF-4BF224C6D18C}" srcOrd="1" destOrd="0" presId="urn:microsoft.com/office/officeart/2005/8/layout/hierarchy3"/>
    <dgm:cxn modelId="{A9CBD568-6D43-48D5-A4C4-EA4EE84C6263}" type="presOf" srcId="{45D0E8C2-2F1D-4048-BEDA-DD0ACC9FFCAB}" destId="{F23BF1C2-F1B0-4564-9432-3EC908B0C16E}" srcOrd="1" destOrd="0" presId="urn:microsoft.com/office/officeart/2005/8/layout/hierarchy3"/>
    <dgm:cxn modelId="{6AD5264C-6C04-4C99-A2FE-158E9E490778}" type="presOf" srcId="{09CB31FB-6779-47A5-8262-ADCB978D4209}" destId="{A0F4164F-CD21-46E8-8055-44CD681F6B85}" srcOrd="0" destOrd="0" presId="urn:microsoft.com/office/officeart/2005/8/layout/hierarchy3"/>
    <dgm:cxn modelId="{9549F46E-2D09-4CC2-8197-999391C56B24}" type="presOf" srcId="{41E08469-26F0-4E07-B8BD-C3728365E68B}" destId="{58618784-B740-454C-8393-BBC926A168BB}" srcOrd="0" destOrd="0" presId="urn:microsoft.com/office/officeart/2005/8/layout/hierarchy3"/>
    <dgm:cxn modelId="{1B7CE656-89E5-4F1F-942D-4ECDF5E1B9FB}" type="presOf" srcId="{2232B7C7-569C-44B2-9623-C4974F89AE0B}" destId="{AD9C4FDA-51F4-4BAF-9490-3C5E7DF1BA3F}" srcOrd="0" destOrd="0" presId="urn:microsoft.com/office/officeart/2005/8/layout/hierarchy3"/>
    <dgm:cxn modelId="{DC4A7D79-66B6-4C36-A43F-FDD81327C8DE}" type="presOf" srcId="{861A9683-0B56-49A3-8A1E-875CB87B5A06}" destId="{B30748BC-6097-49DC-9331-20E85542A76C}" srcOrd="0" destOrd="0" presId="urn:microsoft.com/office/officeart/2005/8/layout/hierarchy3"/>
    <dgm:cxn modelId="{E5B80E8F-7984-42D0-A2B4-FD592A66816A}" type="presOf" srcId="{5659FCA3-A591-47CD-BDE0-CE3814FE95AC}" destId="{A0A00594-8F41-4D56-8565-8F910BE68BE8}" srcOrd="0" destOrd="0" presId="urn:microsoft.com/office/officeart/2005/8/layout/hierarchy3"/>
    <dgm:cxn modelId="{E49E35A1-A421-4096-8064-C3CD252E90AA}" srcId="{861A9683-0B56-49A3-8A1E-875CB87B5A06}" destId="{45D0E8C2-2F1D-4048-BEDA-DD0ACC9FFCAB}" srcOrd="1" destOrd="0" parTransId="{30BF8154-D2E6-45D4-8507-24D628081BD2}" sibTransId="{C14E50C5-35F7-4C57-8490-7B9AE642EE9B}"/>
    <dgm:cxn modelId="{4543ABAE-5EE3-43C1-A41E-74C2E96F1C52}" type="presOf" srcId="{FFB0A690-5F54-4714-AFE1-1853CE3E7CF1}" destId="{406B2554-8C13-4F76-A982-940E0C5883BE}" srcOrd="0" destOrd="0" presId="urn:microsoft.com/office/officeart/2005/8/layout/hierarchy3"/>
    <dgm:cxn modelId="{C93880C5-B3EB-4CBC-8C26-9E3C82EB0FDA}" srcId="{861A9683-0B56-49A3-8A1E-875CB87B5A06}" destId="{5659FCA3-A591-47CD-BDE0-CE3814FE95AC}" srcOrd="0" destOrd="0" parTransId="{A7B27941-3A66-48E6-8078-DBBCACD6037B}" sibTransId="{7E937BCA-4BC3-491A-A818-6616CD69C3EB}"/>
    <dgm:cxn modelId="{DC7824D4-BAA9-4F41-8210-56C251659910}" srcId="{45D0E8C2-2F1D-4048-BEDA-DD0ACC9FFCAB}" destId="{B73AD46E-5655-49CC-99B7-A14FF44565A2}" srcOrd="2" destOrd="0" parTransId="{09CB31FB-6779-47A5-8262-ADCB978D4209}" sibTransId="{9FADF022-989B-4E35-AA89-BB819C7F8AD3}"/>
    <dgm:cxn modelId="{2249A0EA-DF40-44C6-8B15-CA884E48E80E}" type="presOf" srcId="{45D0E8C2-2F1D-4048-BEDA-DD0ACC9FFCAB}" destId="{8C6E9AB0-84BB-43CA-B4A1-672C45237453}" srcOrd="0" destOrd="0" presId="urn:microsoft.com/office/officeart/2005/8/layout/hierarchy3"/>
    <dgm:cxn modelId="{9110C139-8F6B-4F46-B40A-D1DEBD07DF67}" type="presParOf" srcId="{B30748BC-6097-49DC-9331-20E85542A76C}" destId="{EECADACF-F9CE-4C86-AF0E-338D557DC500}" srcOrd="0" destOrd="0" presId="urn:microsoft.com/office/officeart/2005/8/layout/hierarchy3"/>
    <dgm:cxn modelId="{72A8ACEC-DE02-418C-B9F7-1C45B846272B}" type="presParOf" srcId="{EECADACF-F9CE-4C86-AF0E-338D557DC500}" destId="{C5143A1C-820A-4579-B911-54C0847A4D15}" srcOrd="0" destOrd="0" presId="urn:microsoft.com/office/officeart/2005/8/layout/hierarchy3"/>
    <dgm:cxn modelId="{DD7B4D57-CFCD-4899-8A2C-75AD6A4AF7C6}" type="presParOf" srcId="{C5143A1C-820A-4579-B911-54C0847A4D15}" destId="{A0A00594-8F41-4D56-8565-8F910BE68BE8}" srcOrd="0" destOrd="0" presId="urn:microsoft.com/office/officeart/2005/8/layout/hierarchy3"/>
    <dgm:cxn modelId="{E9B76265-96EF-4B81-ABCC-EDE323E3035E}" type="presParOf" srcId="{C5143A1C-820A-4579-B911-54C0847A4D15}" destId="{5639F9D7-A7DC-4EC8-AFBF-4BF224C6D18C}" srcOrd="1" destOrd="0" presId="urn:microsoft.com/office/officeart/2005/8/layout/hierarchy3"/>
    <dgm:cxn modelId="{2A00D914-B02A-4B86-B356-EDC680489063}" type="presParOf" srcId="{EECADACF-F9CE-4C86-AF0E-338D557DC500}" destId="{E03E53B9-DC34-4711-82EA-2C44994351E3}" srcOrd="1" destOrd="0" presId="urn:microsoft.com/office/officeart/2005/8/layout/hierarchy3"/>
    <dgm:cxn modelId="{A490B0A2-F6E6-454A-9C91-00D3509DE48B}" type="presParOf" srcId="{B30748BC-6097-49DC-9331-20E85542A76C}" destId="{0DA67180-1FD8-48C1-ABFE-9903D6A61893}" srcOrd="1" destOrd="0" presId="urn:microsoft.com/office/officeart/2005/8/layout/hierarchy3"/>
    <dgm:cxn modelId="{BC42206E-0024-40FB-B1EE-694F8DDAEB71}" type="presParOf" srcId="{0DA67180-1FD8-48C1-ABFE-9903D6A61893}" destId="{C70D9309-1570-4BA5-B938-16E4A93C3BE6}" srcOrd="0" destOrd="0" presId="urn:microsoft.com/office/officeart/2005/8/layout/hierarchy3"/>
    <dgm:cxn modelId="{C102D8C3-1E72-4C5E-BAFA-9A5652F47BCE}" type="presParOf" srcId="{C70D9309-1570-4BA5-B938-16E4A93C3BE6}" destId="{8C6E9AB0-84BB-43CA-B4A1-672C45237453}" srcOrd="0" destOrd="0" presId="urn:microsoft.com/office/officeart/2005/8/layout/hierarchy3"/>
    <dgm:cxn modelId="{2BD7DAB9-F943-4369-9AE3-1F9678F2AD01}" type="presParOf" srcId="{C70D9309-1570-4BA5-B938-16E4A93C3BE6}" destId="{F23BF1C2-F1B0-4564-9432-3EC908B0C16E}" srcOrd="1" destOrd="0" presId="urn:microsoft.com/office/officeart/2005/8/layout/hierarchy3"/>
    <dgm:cxn modelId="{18780497-E89F-40E4-8EF9-6EBDE0D3DD38}" type="presParOf" srcId="{0DA67180-1FD8-48C1-ABFE-9903D6A61893}" destId="{8388BA62-05C9-4E13-BBA5-A20D47B40742}" srcOrd="1" destOrd="0" presId="urn:microsoft.com/office/officeart/2005/8/layout/hierarchy3"/>
    <dgm:cxn modelId="{7FD8A7C0-C25E-49AB-B466-2D6AB8C1C31E}" type="presParOf" srcId="{8388BA62-05C9-4E13-BBA5-A20D47B40742}" destId="{58618784-B740-454C-8393-BBC926A168BB}" srcOrd="0" destOrd="0" presId="urn:microsoft.com/office/officeart/2005/8/layout/hierarchy3"/>
    <dgm:cxn modelId="{089C24BB-52A4-4F48-8E24-A2F3AA710A1E}" type="presParOf" srcId="{8388BA62-05C9-4E13-BBA5-A20D47B40742}" destId="{AD9C4FDA-51F4-4BAF-9490-3C5E7DF1BA3F}" srcOrd="1" destOrd="0" presId="urn:microsoft.com/office/officeart/2005/8/layout/hierarchy3"/>
    <dgm:cxn modelId="{A95CD19C-4CDD-4990-B5C8-21E98182614E}" type="presParOf" srcId="{8388BA62-05C9-4E13-BBA5-A20D47B40742}" destId="{406B2554-8C13-4F76-A982-940E0C5883BE}" srcOrd="2" destOrd="0" presId="urn:microsoft.com/office/officeart/2005/8/layout/hierarchy3"/>
    <dgm:cxn modelId="{F906BC24-B4A2-4FAB-A744-2C631A24A6D8}" type="presParOf" srcId="{8388BA62-05C9-4E13-BBA5-A20D47B40742}" destId="{2C6E47ED-11C7-4BB1-B23B-56BFDBDF4E76}" srcOrd="3" destOrd="0" presId="urn:microsoft.com/office/officeart/2005/8/layout/hierarchy3"/>
    <dgm:cxn modelId="{B183B512-8CAD-4028-BEFF-B5B17E21A2B5}" type="presParOf" srcId="{8388BA62-05C9-4E13-BBA5-A20D47B40742}" destId="{A0F4164F-CD21-46E8-8055-44CD681F6B85}" srcOrd="4" destOrd="0" presId="urn:microsoft.com/office/officeart/2005/8/layout/hierarchy3"/>
    <dgm:cxn modelId="{7F9ED569-27CE-4681-A4DA-9F5E9DFCEEDC}" type="presParOf" srcId="{8388BA62-05C9-4E13-BBA5-A20D47B40742}" destId="{740CCAD3-54CF-4E47-BACE-A5AF9412C5D7}"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dgm:spPr/>
      <dgm:t>
        <a:bodyPr/>
        <a:lstStyle/>
        <a:p>
          <a:pPr rtl="0"/>
          <a:r>
            <a:rPr lang="en-US" dirty="0">
              <a:solidFill>
                <a:schemeClr val="tx1"/>
              </a:solidFill>
            </a:rPr>
            <a:t>ELECTROVALVULA</a:t>
          </a: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dgm:t>
        <a:bodyPr/>
        <a:lstStyle/>
        <a:p>
          <a:endParaRPr lang="es-ES">
            <a:solidFill>
              <a:schemeClr val="tx1"/>
            </a:solidFill>
          </a:endParaRPr>
        </a:p>
      </dgm:t>
    </dgm:pt>
    <dgm:pt modelId="{72118DD8-63A0-410B-8015-DEA3D6DDCE87}">
      <dgm:prSet/>
      <dgm:spPr/>
      <dgm:t>
        <a:bodyPr/>
        <a:lstStyle/>
        <a:p>
          <a:pPr rtl="0"/>
          <a:r>
            <a:rPr lang="es-ES" dirty="0"/>
            <a:t>El día 13 de abril , se llevo a cabo la limpieza interna de una electroválvula que presentaba fallas en su funcionamiento. </a:t>
          </a:r>
          <a:endParaRPr lang="en-US"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dgm:t>
        <a:bodyPr/>
        <a:lstStyle/>
        <a:p>
          <a:endParaRPr lang="es-ES">
            <a:solidFill>
              <a:schemeClr val="tx1"/>
            </a:solidFill>
          </a:endParaRPr>
        </a:p>
      </dgm:t>
    </dgm:pt>
    <dgm:pt modelId="{10653214-9EEE-46E0-BD30-408AEDC33BE7}">
      <dgm:prSet/>
      <dgm:spPr/>
      <dgm:t>
        <a:bodyPr/>
        <a:lstStyle/>
        <a:p>
          <a:pPr rtl="0"/>
          <a:r>
            <a:rPr lang="es-ES" dirty="0"/>
            <a:t>Se desmonto la válvula y se procedió a limpiar minuciosamente su interior, eliminando los residuos acumulados que obstruían el flujo de liquido</a:t>
          </a:r>
          <a:endParaRPr lang="en-US"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dgm:t>
        <a:bodyPr/>
        <a:lstStyle/>
        <a:p>
          <a:endParaRPr lang="es-ES">
            <a:solidFill>
              <a:schemeClr val="tx1"/>
            </a:solidFill>
          </a:endParaRPr>
        </a:p>
      </dgm:t>
    </dgm:pt>
    <dgm:pt modelId="{4EF2A762-D302-4043-9613-E4A3565F8A9C}">
      <dgm:prSet/>
      <dgm:spPr/>
      <dgm:t>
        <a:bodyPr/>
        <a:lstStyle/>
        <a:p>
          <a:pPr rtl="0"/>
          <a:r>
            <a:rPr lang="es-BO" dirty="0"/>
            <a:t>una vez realizada la limpieza, se realizo una prueba de funcionamiento. </a:t>
          </a:r>
          <a:endParaRPr lang="en-US"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dgm:t>
        <a:bodyPr/>
        <a:lstStyle/>
        <a:p>
          <a:endParaRPr lang="es-ES">
            <a:solidFill>
              <a:schemeClr val="tx1"/>
            </a:solidFill>
          </a:endParaRPr>
        </a:p>
      </dgm:t>
    </dgm:pt>
    <dgm:pt modelId="{1CC70540-C5DA-4883-A6CC-BFEDF1EB2A7F}">
      <dgm:prSet/>
      <dgm:spPr/>
      <dgm:t>
        <a:bodyPr/>
        <a:lstStyle/>
        <a:p>
          <a:pPr rtl="0"/>
          <a:r>
            <a:rPr lang="es-BO" dirty="0"/>
            <a:t>se pudo comprobar que </a:t>
          </a:r>
          <a:r>
            <a:rPr lang="es-BO" dirty="0" err="1"/>
            <a:t>que</a:t>
          </a:r>
          <a:r>
            <a:rPr lang="es-BO" dirty="0"/>
            <a:t> la electroválvula funciona con normalidad y sin inconvenientes.</a:t>
          </a:r>
          <a:endParaRPr lang="en-US" dirty="0">
            <a:solidFill>
              <a:schemeClr val="tx1"/>
            </a:solidFill>
          </a:endParaRPr>
        </a:p>
      </dgm:t>
    </dgm:pt>
    <dgm:pt modelId="{B05ED6B2-C195-4B67-BD43-BFDD14FA381C}" type="parTrans" cxnId="{1AAF27DE-9A2F-4952-80F2-FABC5527F786}">
      <dgm:prSet/>
      <dgm:spPr/>
      <dgm:t>
        <a:bodyPr/>
        <a:lstStyle/>
        <a:p>
          <a:endParaRPr lang="es-ES">
            <a:solidFill>
              <a:schemeClr val="tx1"/>
            </a:solidFill>
          </a:endParaRPr>
        </a:p>
      </dgm:t>
    </dgm:pt>
    <dgm:pt modelId="{23BA27FA-66F0-4816-9552-C660B1CCFFE8}" type="sibTrans" cxnId="{1AAF27DE-9A2F-4952-80F2-FABC5527F786}">
      <dgm:prSet/>
      <dgm:spPr/>
      <dgm:t>
        <a:bodyPr/>
        <a:lstStyle/>
        <a:p>
          <a:endParaRPr lang="es-ES">
            <a:solidFill>
              <a:schemeClr val="tx1"/>
            </a:solidFill>
          </a:endParaRPr>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Y="99216">
        <dgm:presLayoutVars>
          <dgm:bulletEnabled val="1"/>
        </dgm:presLayoutVars>
      </dgm:prSet>
      <dgm:spPr/>
    </dgm:pt>
    <dgm:pt modelId="{176C9AB9-268F-4542-8858-410F7980C292}" type="pres">
      <dgm:prSet presAssocID="{B7F2EA6C-38D2-4D46-8B45-4DA20E4B57E5}" presName="FiveNodes_2" presStyleLbl="node1" presStyleIdx="1" presStyleCnt="5" custLinFactNeighborX="-384" custLinFactNeighborY="-1874">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C3EC3122-395B-439F-840D-152E685D2FA2}" type="presOf" srcId="{1CC70540-C5DA-4883-A6CC-BFEDF1EB2A7F}" destId="{498B0189-1D5E-41B5-BCD4-B5191EB685CF}" srcOrd="0" destOrd="0" presId="urn:microsoft.com/office/officeart/2005/8/layout/vProcess5"/>
    <dgm:cxn modelId="{F131B546-F99F-47A6-A0AC-0A9E7E81088D}" type="presOf" srcId="{10653214-9EEE-46E0-BD30-408AEDC33BE7}" destId="{4EFE6E1B-9267-487A-8669-EC3595E5F5DA}" srcOrd="1"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90AB3876-C0CB-44FB-82C2-6534F5A50EEB}" type="presOf" srcId="{4EF2A762-D302-4043-9613-E4A3565F8A9C}" destId="{F3EA6552-A609-4DEC-8C13-9FD1CC1A3398}" srcOrd="1"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5248FC98-A6B9-4D6F-B751-BF75F24B46FC}" type="presOf" srcId="{8B32B83C-3CA1-4EE5-B1CD-B4DDA01C3687}" destId="{AB1EE32B-45DD-4541-BDC7-76A8FFD50982}" srcOrd="0" destOrd="0" presId="urn:microsoft.com/office/officeart/2005/8/layout/vProcess5"/>
    <dgm:cxn modelId="{6D11D1A1-45D5-48FA-B0ED-FA6F0B8E7679}" srcId="{B7F2EA6C-38D2-4D46-8B45-4DA20E4B57E5}" destId="{4EF2A762-D302-4043-9613-E4A3565F8A9C}" srcOrd="3"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1AAF27DE-9A2F-4952-80F2-FABC5527F786}" srcId="{B7F2EA6C-38D2-4D46-8B45-4DA20E4B57E5}" destId="{1CC70540-C5DA-4883-A6CC-BFEDF1EB2A7F}" srcOrd="4" destOrd="0" parTransId="{B05ED6B2-C195-4B67-BD43-BFDD14FA381C}" sibTransId="{23BA27FA-66F0-4816-9552-C660B1CCFFE8}"/>
    <dgm:cxn modelId="{ACAE47DF-6AC8-49C2-8823-A088DF20F9BA}" type="presOf" srcId="{4EF2A762-D302-4043-9613-E4A3565F8A9C}"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D0F8BCEB-A02E-4962-8A87-25CBAECAD4BB}" type="presOf" srcId="{1CC70540-C5DA-4883-A6CC-BFEDF1EB2A7F}" destId="{F4C74FB0-ABBF-4F7A-BD69-8416730E4DFD}" srcOrd="1"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dgm:spPr/>
      <dgm:t>
        <a:bodyPr/>
        <a:lstStyle/>
        <a:p>
          <a:pPr rtl="0"/>
          <a:r>
            <a:rPr lang="en-US" dirty="0">
              <a:solidFill>
                <a:schemeClr val="tx1"/>
              </a:solidFill>
            </a:rPr>
            <a:t>ELECTROVALVULA</a:t>
          </a: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dgm:t>
        <a:bodyPr/>
        <a:lstStyle/>
        <a:p>
          <a:endParaRPr lang="es-ES">
            <a:solidFill>
              <a:schemeClr val="tx1"/>
            </a:solidFill>
          </a:endParaRPr>
        </a:p>
      </dgm:t>
    </dgm:pt>
    <dgm:pt modelId="{72118DD8-63A0-410B-8015-DEA3D6DDCE87}">
      <dgm:prSet/>
      <dgm:spPr/>
      <dgm:t>
        <a:bodyPr/>
        <a:lstStyle/>
        <a:p>
          <a:pPr rtl="0"/>
          <a:r>
            <a:rPr lang="es-ES" dirty="0"/>
            <a:t>El día 13 de abril , se llevo a cabo la limpieza interna de una electroválvula que presentaba fallas en su funcionamiento. </a:t>
          </a:r>
          <a:endParaRPr lang="en-US"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dgm:t>
        <a:bodyPr/>
        <a:lstStyle/>
        <a:p>
          <a:endParaRPr lang="es-ES">
            <a:solidFill>
              <a:schemeClr val="tx1"/>
            </a:solidFill>
          </a:endParaRPr>
        </a:p>
      </dgm:t>
    </dgm:pt>
    <dgm:pt modelId="{10653214-9EEE-46E0-BD30-408AEDC33BE7}">
      <dgm:prSet/>
      <dgm:spPr/>
      <dgm:t>
        <a:bodyPr/>
        <a:lstStyle/>
        <a:p>
          <a:pPr rtl="0"/>
          <a:r>
            <a:rPr lang="es-ES" dirty="0"/>
            <a:t>Se desmonto la válvula y se procedió a limpiar minuciosamente su interior, eliminando los residuos acumulados que obstruían el flujo de liquido</a:t>
          </a:r>
          <a:endParaRPr lang="en-US"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dgm:t>
        <a:bodyPr/>
        <a:lstStyle/>
        <a:p>
          <a:endParaRPr lang="es-ES">
            <a:solidFill>
              <a:schemeClr val="tx1"/>
            </a:solidFill>
          </a:endParaRPr>
        </a:p>
      </dgm:t>
    </dgm:pt>
    <dgm:pt modelId="{4EF2A762-D302-4043-9613-E4A3565F8A9C}">
      <dgm:prSet/>
      <dgm:spPr/>
      <dgm:t>
        <a:bodyPr/>
        <a:lstStyle/>
        <a:p>
          <a:pPr rtl="0"/>
          <a:r>
            <a:rPr lang="es-BO" dirty="0"/>
            <a:t>una vez realizada la limpieza, se realizo una prueba de funcionamiento. </a:t>
          </a:r>
          <a:endParaRPr lang="en-US"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dgm:t>
        <a:bodyPr/>
        <a:lstStyle/>
        <a:p>
          <a:endParaRPr lang="es-ES">
            <a:solidFill>
              <a:schemeClr val="tx1"/>
            </a:solidFill>
          </a:endParaRPr>
        </a:p>
      </dgm:t>
    </dgm:pt>
    <dgm:pt modelId="{1CC70540-C5DA-4883-A6CC-BFEDF1EB2A7F}">
      <dgm:prSet/>
      <dgm:spPr/>
      <dgm:t>
        <a:bodyPr/>
        <a:lstStyle/>
        <a:p>
          <a:pPr rtl="0"/>
          <a:r>
            <a:rPr lang="es-BO" dirty="0"/>
            <a:t>se pudo comprobar que </a:t>
          </a:r>
          <a:r>
            <a:rPr lang="es-BO" dirty="0" err="1"/>
            <a:t>que</a:t>
          </a:r>
          <a:r>
            <a:rPr lang="es-BO" dirty="0"/>
            <a:t> la electroválvula funciona con normalidad y sin inconvenientes.</a:t>
          </a:r>
          <a:endParaRPr lang="en-US" dirty="0">
            <a:solidFill>
              <a:schemeClr val="tx1"/>
            </a:solidFill>
          </a:endParaRPr>
        </a:p>
      </dgm:t>
    </dgm:pt>
    <dgm:pt modelId="{B05ED6B2-C195-4B67-BD43-BFDD14FA381C}" type="parTrans" cxnId="{1AAF27DE-9A2F-4952-80F2-FABC5527F786}">
      <dgm:prSet/>
      <dgm:spPr/>
      <dgm:t>
        <a:bodyPr/>
        <a:lstStyle/>
        <a:p>
          <a:endParaRPr lang="es-ES">
            <a:solidFill>
              <a:schemeClr val="tx1"/>
            </a:solidFill>
          </a:endParaRPr>
        </a:p>
      </dgm:t>
    </dgm:pt>
    <dgm:pt modelId="{23BA27FA-66F0-4816-9552-C660B1CCFFE8}" type="sibTrans" cxnId="{1AAF27DE-9A2F-4952-80F2-FABC5527F786}">
      <dgm:prSet/>
      <dgm:spPr/>
      <dgm:t>
        <a:bodyPr/>
        <a:lstStyle/>
        <a:p>
          <a:endParaRPr lang="es-ES">
            <a:solidFill>
              <a:schemeClr val="tx1"/>
            </a:solidFill>
          </a:endParaRPr>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Y="99216">
        <dgm:presLayoutVars>
          <dgm:bulletEnabled val="1"/>
        </dgm:presLayoutVars>
      </dgm:prSet>
      <dgm:spPr/>
    </dgm:pt>
    <dgm:pt modelId="{176C9AB9-268F-4542-8858-410F7980C292}" type="pres">
      <dgm:prSet presAssocID="{B7F2EA6C-38D2-4D46-8B45-4DA20E4B57E5}" presName="FiveNodes_2" presStyleLbl="node1" presStyleIdx="1" presStyleCnt="5" custLinFactNeighborX="-384" custLinFactNeighborY="-1874">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C3EC3122-395B-439F-840D-152E685D2FA2}" type="presOf" srcId="{1CC70540-C5DA-4883-A6CC-BFEDF1EB2A7F}" destId="{498B0189-1D5E-41B5-BCD4-B5191EB685CF}" srcOrd="0" destOrd="0" presId="urn:microsoft.com/office/officeart/2005/8/layout/vProcess5"/>
    <dgm:cxn modelId="{F131B546-F99F-47A6-A0AC-0A9E7E81088D}" type="presOf" srcId="{10653214-9EEE-46E0-BD30-408AEDC33BE7}" destId="{4EFE6E1B-9267-487A-8669-EC3595E5F5DA}" srcOrd="1"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90AB3876-C0CB-44FB-82C2-6534F5A50EEB}" type="presOf" srcId="{4EF2A762-D302-4043-9613-E4A3565F8A9C}" destId="{F3EA6552-A609-4DEC-8C13-9FD1CC1A3398}" srcOrd="1"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5248FC98-A6B9-4D6F-B751-BF75F24B46FC}" type="presOf" srcId="{8B32B83C-3CA1-4EE5-B1CD-B4DDA01C3687}" destId="{AB1EE32B-45DD-4541-BDC7-76A8FFD50982}" srcOrd="0" destOrd="0" presId="urn:microsoft.com/office/officeart/2005/8/layout/vProcess5"/>
    <dgm:cxn modelId="{6D11D1A1-45D5-48FA-B0ED-FA6F0B8E7679}" srcId="{B7F2EA6C-38D2-4D46-8B45-4DA20E4B57E5}" destId="{4EF2A762-D302-4043-9613-E4A3565F8A9C}" srcOrd="3"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1AAF27DE-9A2F-4952-80F2-FABC5527F786}" srcId="{B7F2EA6C-38D2-4D46-8B45-4DA20E4B57E5}" destId="{1CC70540-C5DA-4883-A6CC-BFEDF1EB2A7F}" srcOrd="4" destOrd="0" parTransId="{B05ED6B2-C195-4B67-BD43-BFDD14FA381C}" sibTransId="{23BA27FA-66F0-4816-9552-C660B1CCFFE8}"/>
    <dgm:cxn modelId="{ACAE47DF-6AC8-49C2-8823-A088DF20F9BA}" type="presOf" srcId="{4EF2A762-D302-4043-9613-E4A3565F8A9C}"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D0F8BCEB-A02E-4962-8A87-25CBAECAD4BB}" type="presOf" srcId="{1CC70540-C5DA-4883-A6CC-BFEDF1EB2A7F}" destId="{F4C74FB0-ABBF-4F7A-BD69-8416730E4DFD}" srcOrd="1"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5">
            <a:lumMod val="40000"/>
            <a:lumOff val="60000"/>
          </a:schemeClr>
        </a:solidFill>
      </dgm:spPr>
      <dgm:t>
        <a:bodyPr/>
        <a:lstStyle/>
        <a:p>
          <a:pPr algn="ctr" rtl="0"/>
          <a:r>
            <a:rPr lang="en-US" sz="2000" b="1" dirty="0">
              <a:solidFill>
                <a:schemeClr val="tx1"/>
              </a:solidFill>
            </a:rPr>
            <a:t>CONTROLADOR DE TEMPERATURA</a:t>
          </a: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a:solidFill>
              <a:schemeClr val="tx1"/>
            </a:solidFill>
          </a:endParaRPr>
        </a:p>
      </dgm:t>
    </dgm:pt>
    <dgm:pt modelId="{72118DD8-63A0-410B-8015-DEA3D6DDCE87}">
      <dgm:prSet custT="1"/>
      <dgm:spPr/>
      <dgm:t>
        <a:bodyPr/>
        <a:lstStyle/>
        <a:p>
          <a:pPr rtl="0"/>
          <a:r>
            <a:rPr lang="es-ES" sz="1900" dirty="0">
              <a:solidFill>
                <a:schemeClr val="tx1"/>
              </a:solidFill>
            </a:rPr>
            <a:t>El día 18 de abril, se llevo a cabo el refuerzo de las conexiones de cables en el controlador de temperatura NOMBRE para evitar la perdida de voltaje al cerrar la compuerta que lo sostiene.</a:t>
          </a:r>
          <a:endParaRPr lang="en-US" sz="1900"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custT="1"/>
      <dgm:spPr/>
      <dgm:t>
        <a:bodyPr/>
        <a:lstStyle/>
        <a:p>
          <a:r>
            <a:rPr lang="es-ES" sz="2000" dirty="0">
              <a:solidFill>
                <a:schemeClr val="tx1"/>
              </a:solidFill>
            </a:rPr>
            <a:t>Se detecto que las conexiones presentaban una sujeción deficiente, lo que provocaba una fluctuación en voltaje y una inestabilidad en el funcionamiento del equipo. </a:t>
          </a:r>
          <a:endParaRPr lang="en-US" sz="2000"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4EF2A762-D302-4043-9613-E4A3565F8A9C}">
      <dgm:prSet custT="1"/>
      <dgm:spPr/>
      <dgm:t>
        <a:bodyPr/>
        <a:lstStyle/>
        <a:p>
          <a:pPr rtl="0"/>
          <a:r>
            <a:rPr lang="es-ES" sz="2000" dirty="0">
              <a:solidFill>
                <a:schemeClr val="tx1"/>
              </a:solidFill>
            </a:rPr>
            <a:t>Se realizo una prueba de funcionamiento y se confirmo que el controlador de temperatura esta funcionando correctamente.</a:t>
          </a:r>
          <a:endParaRPr lang="en-US" sz="2000"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dgm:t>
        <a:bodyPr/>
        <a:lstStyle/>
        <a:p>
          <a:endParaRPr lang="es-ES">
            <a:solidFill>
              <a:schemeClr val="tx1"/>
            </a:solidFill>
          </a:endParaRPr>
        </a:p>
      </dgm:t>
    </dgm:pt>
    <dgm:pt modelId="{1CC70540-C5DA-4883-A6CC-BFEDF1EB2A7F}">
      <dgm:prSet/>
      <dgm:spPr/>
      <dgm:t>
        <a:bodyPr/>
        <a:lstStyle/>
        <a:p>
          <a:endParaRPr lang="es-BO" dirty="0"/>
        </a:p>
      </dgm:t>
    </dgm:pt>
    <dgm:pt modelId="{B05ED6B2-C195-4B67-BD43-BFDD14FA381C}" type="parTrans" cxnId="{1AAF27DE-9A2F-4952-80F2-FABC5527F786}">
      <dgm:prSet/>
      <dgm:spPr/>
      <dgm:t>
        <a:bodyPr/>
        <a:lstStyle/>
        <a:p>
          <a:endParaRPr lang="es-ES">
            <a:solidFill>
              <a:schemeClr val="tx1"/>
            </a:solidFill>
          </a:endParaRPr>
        </a:p>
      </dgm:t>
    </dgm:pt>
    <dgm:pt modelId="{23BA27FA-66F0-4816-9552-C660B1CCFFE8}" type="sibTrans" cxnId="{1AAF27DE-9A2F-4952-80F2-FABC5527F786}">
      <dgm:prSet/>
      <dgm:spPr/>
      <dgm:t>
        <a:bodyPr/>
        <a:lstStyle/>
        <a:p>
          <a:endParaRPr lang="es-ES">
            <a:solidFill>
              <a:schemeClr val="tx1"/>
            </a:solidFill>
          </a:endParaRPr>
        </a:p>
      </dgm:t>
    </dgm:pt>
    <dgm:pt modelId="{7F2918EF-66C0-4D30-AE84-1F12AF4A951B}">
      <dgm:prSet custT="1"/>
      <dgm:spPr/>
      <dgm:t>
        <a:bodyPr/>
        <a:lstStyle/>
        <a:p>
          <a:pPr rtl="0"/>
          <a:r>
            <a:rPr lang="es-ES" sz="2000" dirty="0">
              <a:solidFill>
                <a:schemeClr val="tx1"/>
              </a:solidFill>
            </a:rPr>
            <a:t>Se procedió a reforzar las conexiones mediante el uso de tornillos, asegurando una sujeción mas firme y estable.</a:t>
          </a:r>
          <a:endParaRPr lang="en-US" sz="2000" dirty="0">
            <a:solidFill>
              <a:schemeClr val="tx1"/>
            </a:solidFill>
          </a:endParaRPr>
        </a:p>
      </dgm:t>
    </dgm:pt>
    <dgm:pt modelId="{F4EDB3D2-658F-4F6B-B8F9-1D0C1CB998A5}" type="parTrans" cxnId="{F112DC41-3EDA-4ADA-83E2-636596A7893E}">
      <dgm:prSet/>
      <dgm:spPr/>
      <dgm:t>
        <a:bodyPr/>
        <a:lstStyle/>
        <a:p>
          <a:endParaRPr lang="es-BO"/>
        </a:p>
      </dgm:t>
    </dgm:pt>
    <dgm:pt modelId="{914C5ED8-334F-4FC7-BF44-9D620EC462C4}" type="sibTrans" cxnId="{F112DC41-3EDA-4ADA-83E2-636596A7893E}">
      <dgm:prSet/>
      <dgm:spPr>
        <a:solidFill>
          <a:srgbClr val="C00000">
            <a:alpha val="90000"/>
          </a:srgbClr>
        </a:solidFill>
      </dgm:spPr>
      <dgm:t>
        <a:bodyPr/>
        <a:lstStyle/>
        <a:p>
          <a:endParaRPr lang="es-BO"/>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Y="99216">
        <dgm:presLayoutVars>
          <dgm:bulletEnabled val="1"/>
        </dgm:presLayoutVars>
      </dgm:prSet>
      <dgm:spPr/>
    </dgm:pt>
    <dgm:pt modelId="{176C9AB9-268F-4542-8858-410F7980C292}" type="pres">
      <dgm:prSet presAssocID="{B7F2EA6C-38D2-4D46-8B45-4DA20E4B57E5}" presName="FiveNodes_2" presStyleLbl="node1" presStyleIdx="1" presStyleCnt="5" custLinFactNeighborX="-384" custLinFactNeighborY="-1874">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88CAA12D-3894-4892-BD52-F0AF60A016EB}" type="presOf" srcId="{4EF2A762-D302-4043-9613-E4A3565F8A9C}" destId="{F4C74FB0-ABBF-4F7A-BD69-8416730E4DFD}" srcOrd="1" destOrd="0" presId="urn:microsoft.com/office/officeart/2005/8/layout/vProcess5"/>
    <dgm:cxn modelId="{F112DC41-3EDA-4ADA-83E2-636596A7893E}" srcId="{B7F2EA6C-38D2-4D46-8B45-4DA20E4B57E5}" destId="{7F2918EF-66C0-4D30-AE84-1F12AF4A951B}" srcOrd="3" destOrd="0" parTransId="{F4EDB3D2-658F-4F6B-B8F9-1D0C1CB998A5}" sibTransId="{914C5ED8-334F-4FC7-BF44-9D620EC462C4}"/>
    <dgm:cxn modelId="{F131B546-F99F-47A6-A0AC-0A9E7E81088D}" type="presOf" srcId="{10653214-9EEE-46E0-BD30-408AEDC33BE7}" destId="{4EFE6E1B-9267-487A-8669-EC3595E5F5DA}" srcOrd="1" destOrd="0" presId="urn:microsoft.com/office/officeart/2005/8/layout/vProcess5"/>
    <dgm:cxn modelId="{EEC59C67-389D-41C0-855C-85CCD5A41CE7}" type="presOf" srcId="{914C5ED8-334F-4FC7-BF44-9D620EC462C4}" destId="{AB1EE32B-45DD-4541-BDC7-76A8FFD50982}" srcOrd="0"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D5E35986-638F-4C8C-9CA1-361BC17C815D}" type="presOf" srcId="{4EF2A762-D302-4043-9613-E4A3565F8A9C}" destId="{498B0189-1D5E-41B5-BCD4-B5191EB685CF}" srcOrd="0" destOrd="0" presId="urn:microsoft.com/office/officeart/2005/8/layout/vProcess5"/>
    <dgm:cxn modelId="{6D11D1A1-45D5-48FA-B0ED-FA6F0B8E7679}" srcId="{B7F2EA6C-38D2-4D46-8B45-4DA20E4B57E5}" destId="{4EF2A762-D302-4043-9613-E4A3565F8A9C}" srcOrd="4"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9D42EBD8-6EA1-47C7-BE3C-B461E43E8F84}" type="presOf" srcId="{7F2918EF-66C0-4D30-AE84-1F12AF4A951B}" destId="{D1B66F5B-4D53-492D-9743-9A11E84815BD}" srcOrd="0" destOrd="0" presId="urn:microsoft.com/office/officeart/2005/8/layout/vProcess5"/>
    <dgm:cxn modelId="{1AAF27DE-9A2F-4952-80F2-FABC5527F786}" srcId="{B7F2EA6C-38D2-4D46-8B45-4DA20E4B57E5}" destId="{1CC70540-C5DA-4883-A6CC-BFEDF1EB2A7F}" srcOrd="5" destOrd="0" parTransId="{B05ED6B2-C195-4B67-BD43-BFDD14FA381C}" sibTransId="{23BA27FA-66F0-4816-9552-C660B1CCFFE8}"/>
    <dgm:cxn modelId="{22BB06E5-1D92-4817-A0EF-3CA93917FA3C}" type="presOf" srcId="{85249E67-F3DF-4771-9AC1-8C6CC49CD264}" destId="{E6B5DF30-7638-4B5E-98E1-0E3FF1419B24}" srcOrd="0"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BF58F5F0-8ECE-4BB5-A536-969F7FCAFB55}" type="presOf" srcId="{7F2918EF-66C0-4D30-AE84-1F12AF4A951B}" destId="{F3EA6552-A609-4DEC-8C13-9FD1CC1A3398}" srcOrd="1"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dgm:spPr/>
      <dgm:t>
        <a:bodyPr/>
        <a:lstStyle/>
        <a:p>
          <a:pPr rtl="0"/>
          <a:r>
            <a:rPr lang="en-US" dirty="0">
              <a:solidFill>
                <a:schemeClr val="tx1"/>
              </a:solidFill>
            </a:rPr>
            <a:t>CONTROLADOR DE TEMPERATURA</a:t>
          </a: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dgm:t>
        <a:bodyPr/>
        <a:lstStyle/>
        <a:p>
          <a:endParaRPr lang="es-ES">
            <a:solidFill>
              <a:schemeClr val="tx1"/>
            </a:solidFill>
          </a:endParaRPr>
        </a:p>
      </dgm:t>
    </dgm:pt>
    <dgm:pt modelId="{72118DD8-63A0-410B-8015-DEA3D6DDCE87}">
      <dgm:prSet/>
      <dgm:spPr/>
      <dgm:t>
        <a:bodyPr/>
        <a:lstStyle/>
        <a:p>
          <a:pPr rtl="0"/>
          <a:r>
            <a:rPr lang="es-ES" dirty="0"/>
            <a:t>El día 18 de abril, se llevo a cabo el refuerzo de las conexiones de cables en el controlador de temperatura NOMBRE para evitar la perdida de voltaje al cerrar la compuerta que lo sostiene</a:t>
          </a:r>
          <a:endParaRPr lang="en-US"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dgm:t>
        <a:bodyPr/>
        <a:lstStyle/>
        <a:p>
          <a:endParaRPr lang="es-ES">
            <a:solidFill>
              <a:schemeClr val="tx1"/>
            </a:solidFill>
          </a:endParaRPr>
        </a:p>
      </dgm:t>
    </dgm:pt>
    <dgm:pt modelId="{10653214-9EEE-46E0-BD30-408AEDC33BE7}">
      <dgm:prSet/>
      <dgm:spPr/>
      <dgm:t>
        <a:bodyPr/>
        <a:lstStyle/>
        <a:p>
          <a:r>
            <a:rPr lang="es-ES" dirty="0"/>
            <a:t>Se detecto que las conexiones presentaban una sujeción deficiente, lo que provocaba una fluctuación en voltaje y una inestabilidad en el funcionamiento del equipo. </a:t>
          </a:r>
          <a:endParaRPr lang="en-US"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dgm:t>
        <a:bodyPr/>
        <a:lstStyle/>
        <a:p>
          <a:endParaRPr lang="es-ES">
            <a:solidFill>
              <a:schemeClr val="tx1"/>
            </a:solidFill>
          </a:endParaRPr>
        </a:p>
      </dgm:t>
    </dgm:pt>
    <dgm:pt modelId="{4EF2A762-D302-4043-9613-E4A3565F8A9C}">
      <dgm:prSet/>
      <dgm:spPr/>
      <dgm:t>
        <a:bodyPr/>
        <a:lstStyle/>
        <a:p>
          <a:pPr rtl="0"/>
          <a:r>
            <a:rPr lang="es-ES" dirty="0"/>
            <a:t>Se realizo una prueba de funcionamiento y se confirmo que el controlador de temperatura esta funcionando correctamente.</a:t>
          </a:r>
          <a:endParaRPr lang="en-US"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dgm:t>
        <a:bodyPr/>
        <a:lstStyle/>
        <a:p>
          <a:endParaRPr lang="es-ES">
            <a:solidFill>
              <a:schemeClr val="tx1"/>
            </a:solidFill>
          </a:endParaRPr>
        </a:p>
      </dgm:t>
    </dgm:pt>
    <dgm:pt modelId="{1CC70540-C5DA-4883-A6CC-BFEDF1EB2A7F}">
      <dgm:prSet/>
      <dgm:spPr/>
      <dgm:t>
        <a:bodyPr/>
        <a:lstStyle/>
        <a:p>
          <a:endParaRPr lang="es-ES"/>
        </a:p>
      </dgm:t>
    </dgm:pt>
    <dgm:pt modelId="{B05ED6B2-C195-4B67-BD43-BFDD14FA381C}" type="parTrans" cxnId="{1AAF27DE-9A2F-4952-80F2-FABC5527F786}">
      <dgm:prSet/>
      <dgm:spPr/>
      <dgm:t>
        <a:bodyPr/>
        <a:lstStyle/>
        <a:p>
          <a:endParaRPr lang="es-ES">
            <a:solidFill>
              <a:schemeClr val="tx1"/>
            </a:solidFill>
          </a:endParaRPr>
        </a:p>
      </dgm:t>
    </dgm:pt>
    <dgm:pt modelId="{23BA27FA-66F0-4816-9552-C660B1CCFFE8}" type="sibTrans" cxnId="{1AAF27DE-9A2F-4952-80F2-FABC5527F786}">
      <dgm:prSet/>
      <dgm:spPr/>
      <dgm:t>
        <a:bodyPr/>
        <a:lstStyle/>
        <a:p>
          <a:endParaRPr lang="es-ES">
            <a:solidFill>
              <a:schemeClr val="tx1"/>
            </a:solidFill>
          </a:endParaRPr>
        </a:p>
      </dgm:t>
    </dgm:pt>
    <dgm:pt modelId="{7F2918EF-66C0-4D30-AE84-1F12AF4A951B}">
      <dgm:prSet/>
      <dgm:spPr/>
      <dgm:t>
        <a:bodyPr/>
        <a:lstStyle/>
        <a:p>
          <a:pPr rtl="0"/>
          <a:r>
            <a:rPr lang="es-ES" dirty="0"/>
            <a:t>Se procedió a reforzar las conexiones mediante el uso de tornillos, asegurando una sujeción mas firme y estable.</a:t>
          </a:r>
          <a:endParaRPr lang="en-US" dirty="0">
            <a:solidFill>
              <a:schemeClr val="tx1"/>
            </a:solidFill>
          </a:endParaRPr>
        </a:p>
      </dgm:t>
    </dgm:pt>
    <dgm:pt modelId="{F4EDB3D2-658F-4F6B-B8F9-1D0C1CB998A5}" type="parTrans" cxnId="{F112DC41-3EDA-4ADA-83E2-636596A7893E}">
      <dgm:prSet/>
      <dgm:spPr/>
      <dgm:t>
        <a:bodyPr/>
        <a:lstStyle/>
        <a:p>
          <a:endParaRPr lang="es-BO"/>
        </a:p>
      </dgm:t>
    </dgm:pt>
    <dgm:pt modelId="{914C5ED8-334F-4FC7-BF44-9D620EC462C4}" type="sibTrans" cxnId="{F112DC41-3EDA-4ADA-83E2-636596A7893E}">
      <dgm:prSet/>
      <dgm:spPr/>
      <dgm:t>
        <a:bodyPr/>
        <a:lstStyle/>
        <a:p>
          <a:endParaRPr lang="es-BO"/>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Y="99216">
        <dgm:presLayoutVars>
          <dgm:bulletEnabled val="1"/>
        </dgm:presLayoutVars>
      </dgm:prSet>
      <dgm:spPr/>
    </dgm:pt>
    <dgm:pt modelId="{176C9AB9-268F-4542-8858-410F7980C292}" type="pres">
      <dgm:prSet presAssocID="{B7F2EA6C-38D2-4D46-8B45-4DA20E4B57E5}" presName="FiveNodes_2" presStyleLbl="node1" presStyleIdx="1" presStyleCnt="5" custLinFactNeighborX="-384" custLinFactNeighborY="-1874">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88CAA12D-3894-4892-BD52-F0AF60A016EB}" type="presOf" srcId="{4EF2A762-D302-4043-9613-E4A3565F8A9C}" destId="{F4C74FB0-ABBF-4F7A-BD69-8416730E4DFD}" srcOrd="1" destOrd="0" presId="urn:microsoft.com/office/officeart/2005/8/layout/vProcess5"/>
    <dgm:cxn modelId="{F112DC41-3EDA-4ADA-83E2-636596A7893E}" srcId="{B7F2EA6C-38D2-4D46-8B45-4DA20E4B57E5}" destId="{7F2918EF-66C0-4D30-AE84-1F12AF4A951B}" srcOrd="3" destOrd="0" parTransId="{F4EDB3D2-658F-4F6B-B8F9-1D0C1CB998A5}" sibTransId="{914C5ED8-334F-4FC7-BF44-9D620EC462C4}"/>
    <dgm:cxn modelId="{F131B546-F99F-47A6-A0AC-0A9E7E81088D}" type="presOf" srcId="{10653214-9EEE-46E0-BD30-408AEDC33BE7}" destId="{4EFE6E1B-9267-487A-8669-EC3595E5F5DA}" srcOrd="1" destOrd="0" presId="urn:microsoft.com/office/officeart/2005/8/layout/vProcess5"/>
    <dgm:cxn modelId="{EEC59C67-389D-41C0-855C-85CCD5A41CE7}" type="presOf" srcId="{914C5ED8-334F-4FC7-BF44-9D620EC462C4}" destId="{AB1EE32B-45DD-4541-BDC7-76A8FFD50982}" srcOrd="0"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D5E35986-638F-4C8C-9CA1-361BC17C815D}" type="presOf" srcId="{4EF2A762-D302-4043-9613-E4A3565F8A9C}" destId="{498B0189-1D5E-41B5-BCD4-B5191EB685CF}" srcOrd="0" destOrd="0" presId="urn:microsoft.com/office/officeart/2005/8/layout/vProcess5"/>
    <dgm:cxn modelId="{6D11D1A1-45D5-48FA-B0ED-FA6F0B8E7679}" srcId="{B7F2EA6C-38D2-4D46-8B45-4DA20E4B57E5}" destId="{4EF2A762-D302-4043-9613-E4A3565F8A9C}" srcOrd="4"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9D42EBD8-6EA1-47C7-BE3C-B461E43E8F84}" type="presOf" srcId="{7F2918EF-66C0-4D30-AE84-1F12AF4A951B}" destId="{D1B66F5B-4D53-492D-9743-9A11E84815BD}" srcOrd="0" destOrd="0" presId="urn:microsoft.com/office/officeart/2005/8/layout/vProcess5"/>
    <dgm:cxn modelId="{1AAF27DE-9A2F-4952-80F2-FABC5527F786}" srcId="{B7F2EA6C-38D2-4D46-8B45-4DA20E4B57E5}" destId="{1CC70540-C5DA-4883-A6CC-BFEDF1EB2A7F}" srcOrd="5" destOrd="0" parTransId="{B05ED6B2-C195-4B67-BD43-BFDD14FA381C}" sibTransId="{23BA27FA-66F0-4816-9552-C660B1CCFFE8}"/>
    <dgm:cxn modelId="{22BB06E5-1D92-4817-A0EF-3CA93917FA3C}" type="presOf" srcId="{85249E67-F3DF-4771-9AC1-8C6CC49CD264}" destId="{E6B5DF30-7638-4B5E-98E1-0E3FF1419B24}" srcOrd="0"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BF58F5F0-8ECE-4BB5-A536-969F7FCAFB55}" type="presOf" srcId="{7F2918EF-66C0-4D30-AE84-1F12AF4A951B}" destId="{F3EA6552-A609-4DEC-8C13-9FD1CC1A3398}" srcOrd="1"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5">
            <a:lumMod val="20000"/>
            <a:lumOff val="80000"/>
          </a:schemeClr>
        </a:solidFill>
      </dgm:spPr>
      <dgm:t>
        <a:bodyPr/>
        <a:lstStyle/>
        <a:p>
          <a:pPr algn="ctr" rtl="0"/>
          <a:r>
            <a:rPr lang="en-US" sz="2400" b="1" dirty="0">
              <a:solidFill>
                <a:schemeClr val="tx1"/>
              </a:solidFill>
            </a:rPr>
            <a:t>LIMPIEZA DEL SISTEMA</a:t>
          </a: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a:solidFill>
              <a:schemeClr val="tx1"/>
            </a:solidFill>
          </a:endParaRPr>
        </a:p>
      </dgm:t>
    </dgm:pt>
    <dgm:pt modelId="{72118DD8-63A0-410B-8015-DEA3D6DDCE87}">
      <dgm:prSet/>
      <dgm:spPr/>
      <dgm:t>
        <a:bodyPr/>
        <a:lstStyle/>
        <a:p>
          <a:pPr rtl="0"/>
          <a:r>
            <a:rPr lang="es-ES" dirty="0">
              <a:solidFill>
                <a:schemeClr val="tx1"/>
              </a:solidFill>
            </a:rPr>
            <a:t>El día 20 de abril, se llevo a cabo la limpieza del sistema del sistema de nivel de liquido. Se verifico que el nivel de agua se encontró en optimas condiciones .</a:t>
          </a:r>
          <a:endParaRPr lang="en-US"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dgm:spPr/>
      <dgm:t>
        <a:bodyPr/>
        <a:lstStyle/>
        <a:p>
          <a:r>
            <a:rPr lang="es-ES" dirty="0">
              <a:solidFill>
                <a:schemeClr val="tx1"/>
              </a:solidFill>
            </a:rPr>
            <a:t>Se procedió a retirar la suciedad acumulada (polvo y agua residual) para asegurar un buen funcionamiento. </a:t>
          </a:r>
          <a:endParaRPr lang="en-US"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4EF2A762-D302-4043-9613-E4A3565F8A9C}">
      <dgm:prSet/>
      <dgm:spPr/>
      <dgm:t>
        <a:bodyPr/>
        <a:lstStyle/>
        <a:p>
          <a:pPr rtl="0"/>
          <a:r>
            <a:rPr lang="es-BO" dirty="0">
              <a:solidFill>
                <a:schemeClr val="tx1"/>
              </a:solidFill>
            </a:rPr>
            <a:t>Finalmente se realizo una prueba de funcionamiento y se confirmo que el sistema de nivel de liquido esta operando correctamente.</a:t>
          </a:r>
          <a:endParaRPr lang="en-US"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dgm:t>
        <a:bodyPr/>
        <a:lstStyle/>
        <a:p>
          <a:endParaRPr lang="es-ES">
            <a:solidFill>
              <a:schemeClr val="tx1"/>
            </a:solidFill>
          </a:endParaRPr>
        </a:p>
      </dgm:t>
    </dgm:pt>
    <dgm:pt modelId="{7F2918EF-66C0-4D30-AE84-1F12AF4A951B}">
      <dgm:prSet/>
      <dgm:spPr/>
      <dgm:t>
        <a:bodyPr/>
        <a:lstStyle/>
        <a:p>
          <a:pPr rtl="0"/>
          <a:r>
            <a:rPr lang="es-ES" dirty="0">
              <a:solidFill>
                <a:schemeClr val="tx1"/>
              </a:solidFill>
            </a:rPr>
            <a:t>Se utilizo:</a:t>
          </a:r>
        </a:p>
        <a:p>
          <a:r>
            <a:rPr lang="es-ES" dirty="0">
              <a:solidFill>
                <a:schemeClr val="tx1"/>
              </a:solidFill>
            </a:rPr>
            <a:t>Guantes, detergente, agua limpia, trapos y Escoba.</a:t>
          </a:r>
          <a:endParaRPr lang="en-US" dirty="0">
            <a:solidFill>
              <a:schemeClr val="tx1"/>
            </a:solidFill>
          </a:endParaRPr>
        </a:p>
      </dgm:t>
    </dgm:pt>
    <dgm:pt modelId="{F4EDB3D2-658F-4F6B-B8F9-1D0C1CB998A5}" type="parTrans" cxnId="{F112DC41-3EDA-4ADA-83E2-636596A7893E}">
      <dgm:prSet/>
      <dgm:spPr/>
      <dgm:t>
        <a:bodyPr/>
        <a:lstStyle/>
        <a:p>
          <a:endParaRPr lang="es-BO"/>
        </a:p>
      </dgm:t>
    </dgm:pt>
    <dgm:pt modelId="{914C5ED8-334F-4FC7-BF44-9D620EC462C4}" type="sibTrans" cxnId="{F112DC41-3EDA-4ADA-83E2-636596A7893E}">
      <dgm:prSet/>
      <dgm:spPr>
        <a:solidFill>
          <a:srgbClr val="C00000">
            <a:alpha val="90000"/>
          </a:srgbClr>
        </a:solidFill>
      </dgm:spPr>
      <dgm:t>
        <a:bodyPr/>
        <a:lstStyle/>
        <a:p>
          <a:endParaRPr lang="es-BO"/>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Y="99216">
        <dgm:presLayoutVars>
          <dgm:bulletEnabled val="1"/>
        </dgm:presLayoutVars>
      </dgm:prSet>
      <dgm:spPr/>
    </dgm:pt>
    <dgm:pt modelId="{176C9AB9-268F-4542-8858-410F7980C292}" type="pres">
      <dgm:prSet presAssocID="{B7F2EA6C-38D2-4D46-8B45-4DA20E4B57E5}" presName="FiveNodes_2" presStyleLbl="node1" presStyleIdx="1" presStyleCnt="5" custLinFactNeighborX="3286" custLinFactNeighborY="-1874">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88CAA12D-3894-4892-BD52-F0AF60A016EB}" type="presOf" srcId="{4EF2A762-D302-4043-9613-E4A3565F8A9C}" destId="{F4C74FB0-ABBF-4F7A-BD69-8416730E4DFD}" srcOrd="1" destOrd="0" presId="urn:microsoft.com/office/officeart/2005/8/layout/vProcess5"/>
    <dgm:cxn modelId="{F112DC41-3EDA-4ADA-83E2-636596A7893E}" srcId="{B7F2EA6C-38D2-4D46-8B45-4DA20E4B57E5}" destId="{7F2918EF-66C0-4D30-AE84-1F12AF4A951B}" srcOrd="3" destOrd="0" parTransId="{F4EDB3D2-658F-4F6B-B8F9-1D0C1CB998A5}" sibTransId="{914C5ED8-334F-4FC7-BF44-9D620EC462C4}"/>
    <dgm:cxn modelId="{F131B546-F99F-47A6-A0AC-0A9E7E81088D}" type="presOf" srcId="{10653214-9EEE-46E0-BD30-408AEDC33BE7}" destId="{4EFE6E1B-9267-487A-8669-EC3595E5F5DA}" srcOrd="1" destOrd="0" presId="urn:microsoft.com/office/officeart/2005/8/layout/vProcess5"/>
    <dgm:cxn modelId="{EEC59C67-389D-41C0-855C-85CCD5A41CE7}" type="presOf" srcId="{914C5ED8-334F-4FC7-BF44-9D620EC462C4}" destId="{AB1EE32B-45DD-4541-BDC7-76A8FFD50982}" srcOrd="0"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D5E35986-638F-4C8C-9CA1-361BC17C815D}" type="presOf" srcId="{4EF2A762-D302-4043-9613-E4A3565F8A9C}" destId="{498B0189-1D5E-41B5-BCD4-B5191EB685CF}" srcOrd="0" destOrd="0" presId="urn:microsoft.com/office/officeart/2005/8/layout/vProcess5"/>
    <dgm:cxn modelId="{6D11D1A1-45D5-48FA-B0ED-FA6F0B8E7679}" srcId="{B7F2EA6C-38D2-4D46-8B45-4DA20E4B57E5}" destId="{4EF2A762-D302-4043-9613-E4A3565F8A9C}" srcOrd="4"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9D42EBD8-6EA1-47C7-BE3C-B461E43E8F84}" type="presOf" srcId="{7F2918EF-66C0-4D30-AE84-1F12AF4A951B}"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BF58F5F0-8ECE-4BB5-A536-969F7FCAFB55}" type="presOf" srcId="{7F2918EF-66C0-4D30-AE84-1F12AF4A951B}" destId="{F3EA6552-A609-4DEC-8C13-9FD1CC1A3398}" srcOrd="1"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dgm:spPr/>
      <dgm:t>
        <a:bodyPr/>
        <a:lstStyle/>
        <a:p>
          <a:pPr rtl="0"/>
          <a:r>
            <a:rPr lang="en-US" dirty="0">
              <a:solidFill>
                <a:schemeClr val="tx1"/>
              </a:solidFill>
            </a:rPr>
            <a:t>LIMPIEZA DEL SISTEMA</a:t>
          </a: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dgm:t>
        <a:bodyPr/>
        <a:lstStyle/>
        <a:p>
          <a:endParaRPr lang="es-ES">
            <a:solidFill>
              <a:schemeClr val="tx1"/>
            </a:solidFill>
          </a:endParaRPr>
        </a:p>
      </dgm:t>
    </dgm:pt>
    <dgm:pt modelId="{72118DD8-63A0-410B-8015-DEA3D6DDCE87}">
      <dgm:prSet/>
      <dgm:spPr/>
      <dgm:t>
        <a:bodyPr/>
        <a:lstStyle/>
        <a:p>
          <a:pPr rtl="0"/>
          <a:r>
            <a:rPr lang="es-ES" dirty="0"/>
            <a:t>El día 20 de abril, se llevo a cabo la limpieza del sistema del sistema de nivel de liquido. Se verifico que el nivel de agua se encontró en optimas condiciones .</a:t>
          </a:r>
          <a:endParaRPr lang="en-US"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dgm:t>
        <a:bodyPr/>
        <a:lstStyle/>
        <a:p>
          <a:endParaRPr lang="es-ES">
            <a:solidFill>
              <a:schemeClr val="tx1"/>
            </a:solidFill>
          </a:endParaRPr>
        </a:p>
      </dgm:t>
    </dgm:pt>
    <dgm:pt modelId="{10653214-9EEE-46E0-BD30-408AEDC33BE7}">
      <dgm:prSet/>
      <dgm:spPr/>
      <dgm:t>
        <a:bodyPr/>
        <a:lstStyle/>
        <a:p>
          <a:r>
            <a:rPr lang="es-ES" dirty="0"/>
            <a:t>se procedió a retirar la suciedad acumulada (polvo y agua residual) para asegurar un buen funcionamiento. </a:t>
          </a:r>
          <a:endParaRPr lang="en-US"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dgm:t>
        <a:bodyPr/>
        <a:lstStyle/>
        <a:p>
          <a:endParaRPr lang="es-ES">
            <a:solidFill>
              <a:schemeClr val="tx1"/>
            </a:solidFill>
          </a:endParaRPr>
        </a:p>
      </dgm:t>
    </dgm:pt>
    <dgm:pt modelId="{4EF2A762-D302-4043-9613-E4A3565F8A9C}">
      <dgm:prSet/>
      <dgm:spPr/>
      <dgm:t>
        <a:bodyPr/>
        <a:lstStyle/>
        <a:p>
          <a:pPr rtl="0"/>
          <a:r>
            <a:rPr lang="es-BO" dirty="0"/>
            <a:t>Finalmente se realizo una prueba de funcionamiento y se confirmo que el sistema de nivel de liquido esta operando correctamente.</a:t>
          </a:r>
          <a:endParaRPr lang="en-US"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dgm:t>
        <a:bodyPr/>
        <a:lstStyle/>
        <a:p>
          <a:endParaRPr lang="es-ES">
            <a:solidFill>
              <a:schemeClr val="tx1"/>
            </a:solidFill>
          </a:endParaRPr>
        </a:p>
      </dgm:t>
    </dgm:pt>
    <dgm:pt modelId="{7F2918EF-66C0-4D30-AE84-1F12AF4A951B}">
      <dgm:prSet/>
      <dgm:spPr/>
      <dgm:t>
        <a:bodyPr/>
        <a:lstStyle/>
        <a:p>
          <a:pPr rtl="0"/>
          <a:r>
            <a:rPr lang="es-ES" dirty="0"/>
            <a:t>Se utilizo:</a:t>
          </a:r>
        </a:p>
        <a:p>
          <a:r>
            <a:rPr lang="es-ES" dirty="0"/>
            <a:t>Guantes, detergente, agua limpia, trapos y Escoba</a:t>
          </a:r>
          <a:endParaRPr lang="en-US" dirty="0">
            <a:solidFill>
              <a:schemeClr val="tx1"/>
            </a:solidFill>
          </a:endParaRPr>
        </a:p>
      </dgm:t>
    </dgm:pt>
    <dgm:pt modelId="{F4EDB3D2-658F-4F6B-B8F9-1D0C1CB998A5}" type="parTrans" cxnId="{F112DC41-3EDA-4ADA-83E2-636596A7893E}">
      <dgm:prSet/>
      <dgm:spPr/>
      <dgm:t>
        <a:bodyPr/>
        <a:lstStyle/>
        <a:p>
          <a:endParaRPr lang="es-BO"/>
        </a:p>
      </dgm:t>
    </dgm:pt>
    <dgm:pt modelId="{914C5ED8-334F-4FC7-BF44-9D620EC462C4}" type="sibTrans" cxnId="{F112DC41-3EDA-4ADA-83E2-636596A7893E}">
      <dgm:prSet/>
      <dgm:spPr/>
      <dgm:t>
        <a:bodyPr/>
        <a:lstStyle/>
        <a:p>
          <a:endParaRPr lang="es-BO"/>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Y="99216">
        <dgm:presLayoutVars>
          <dgm:bulletEnabled val="1"/>
        </dgm:presLayoutVars>
      </dgm:prSet>
      <dgm:spPr/>
    </dgm:pt>
    <dgm:pt modelId="{176C9AB9-268F-4542-8858-410F7980C292}" type="pres">
      <dgm:prSet presAssocID="{B7F2EA6C-38D2-4D46-8B45-4DA20E4B57E5}" presName="FiveNodes_2" presStyleLbl="node1" presStyleIdx="1" presStyleCnt="5" custLinFactNeighborX="3286" custLinFactNeighborY="-1874">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88CAA12D-3894-4892-BD52-F0AF60A016EB}" type="presOf" srcId="{4EF2A762-D302-4043-9613-E4A3565F8A9C}" destId="{F4C74FB0-ABBF-4F7A-BD69-8416730E4DFD}" srcOrd="1" destOrd="0" presId="urn:microsoft.com/office/officeart/2005/8/layout/vProcess5"/>
    <dgm:cxn modelId="{F112DC41-3EDA-4ADA-83E2-636596A7893E}" srcId="{B7F2EA6C-38D2-4D46-8B45-4DA20E4B57E5}" destId="{7F2918EF-66C0-4D30-AE84-1F12AF4A951B}" srcOrd="3" destOrd="0" parTransId="{F4EDB3D2-658F-4F6B-B8F9-1D0C1CB998A5}" sibTransId="{914C5ED8-334F-4FC7-BF44-9D620EC462C4}"/>
    <dgm:cxn modelId="{F131B546-F99F-47A6-A0AC-0A9E7E81088D}" type="presOf" srcId="{10653214-9EEE-46E0-BD30-408AEDC33BE7}" destId="{4EFE6E1B-9267-487A-8669-EC3595E5F5DA}" srcOrd="1" destOrd="0" presId="urn:microsoft.com/office/officeart/2005/8/layout/vProcess5"/>
    <dgm:cxn modelId="{EEC59C67-389D-41C0-855C-85CCD5A41CE7}" type="presOf" srcId="{914C5ED8-334F-4FC7-BF44-9D620EC462C4}" destId="{AB1EE32B-45DD-4541-BDC7-76A8FFD50982}" srcOrd="0"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D5E35986-638F-4C8C-9CA1-361BC17C815D}" type="presOf" srcId="{4EF2A762-D302-4043-9613-E4A3565F8A9C}" destId="{498B0189-1D5E-41B5-BCD4-B5191EB685CF}" srcOrd="0" destOrd="0" presId="urn:microsoft.com/office/officeart/2005/8/layout/vProcess5"/>
    <dgm:cxn modelId="{6D11D1A1-45D5-48FA-B0ED-FA6F0B8E7679}" srcId="{B7F2EA6C-38D2-4D46-8B45-4DA20E4B57E5}" destId="{4EF2A762-D302-4043-9613-E4A3565F8A9C}" srcOrd="4"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9D42EBD8-6EA1-47C7-BE3C-B461E43E8F84}" type="presOf" srcId="{7F2918EF-66C0-4D30-AE84-1F12AF4A951B}"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BF58F5F0-8ECE-4BB5-A536-969F7FCAFB55}" type="presOf" srcId="{7F2918EF-66C0-4D30-AE84-1F12AF4A951B}" destId="{F3EA6552-A609-4DEC-8C13-9FD1CC1A3398}" srcOrd="1"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6">
            <a:lumMod val="20000"/>
            <a:lumOff val="80000"/>
          </a:schemeClr>
        </a:solidFill>
      </dgm:spPr>
      <dgm:t>
        <a:bodyPr/>
        <a:lstStyle/>
        <a:p>
          <a:pPr algn="ctr" rtl="0"/>
          <a:r>
            <a:rPr lang="en-US" sz="2400" b="1" dirty="0">
              <a:solidFill>
                <a:schemeClr val="tx1"/>
              </a:solidFill>
            </a:rPr>
            <a:t>LIMPIEZA DEL SISTEMA</a:t>
          </a: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a:solidFill>
              <a:schemeClr val="tx1"/>
            </a:solidFill>
          </a:endParaRPr>
        </a:p>
      </dgm:t>
    </dgm:pt>
    <dgm:pt modelId="{72118DD8-63A0-410B-8015-DEA3D6DDCE87}">
      <dgm:prSet/>
      <dgm:spPr/>
      <dgm:t>
        <a:bodyPr/>
        <a:lstStyle/>
        <a:p>
          <a:pPr rtl="0"/>
          <a:r>
            <a:rPr lang="es-ES" dirty="0">
              <a:solidFill>
                <a:schemeClr val="tx1"/>
              </a:solidFill>
            </a:rPr>
            <a:t>El día 20 de abril, se llevo a cabo la limpieza del sistema del sistema de nivel de liquido. Se verifico que el nivel de agua se encontró en optimas condiciones .</a:t>
          </a:r>
          <a:endParaRPr lang="en-US"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dgm:spPr/>
      <dgm:t>
        <a:bodyPr/>
        <a:lstStyle/>
        <a:p>
          <a:r>
            <a:rPr lang="es-ES" dirty="0">
              <a:solidFill>
                <a:schemeClr val="tx1"/>
              </a:solidFill>
            </a:rPr>
            <a:t>se procedió a retirar la suciedad acumulada (polvo y agua residual) para asegurar un buen funcionamiento. </a:t>
          </a:r>
          <a:endParaRPr lang="en-US"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4EF2A762-D302-4043-9613-E4A3565F8A9C}">
      <dgm:prSet/>
      <dgm:spPr/>
      <dgm:t>
        <a:bodyPr/>
        <a:lstStyle/>
        <a:p>
          <a:pPr rtl="0"/>
          <a:r>
            <a:rPr lang="es-BO" dirty="0">
              <a:solidFill>
                <a:schemeClr val="tx1"/>
              </a:solidFill>
            </a:rPr>
            <a:t>Finalmente se realizo una prueba de funcionamiento y se confirmo que el sistema de nivel de liquido esta operando correctamente.</a:t>
          </a:r>
          <a:endParaRPr lang="en-US"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dgm:t>
        <a:bodyPr/>
        <a:lstStyle/>
        <a:p>
          <a:endParaRPr lang="es-ES">
            <a:solidFill>
              <a:schemeClr val="tx1"/>
            </a:solidFill>
          </a:endParaRPr>
        </a:p>
      </dgm:t>
    </dgm:pt>
    <dgm:pt modelId="{7F2918EF-66C0-4D30-AE84-1F12AF4A951B}">
      <dgm:prSet/>
      <dgm:spPr/>
      <dgm:t>
        <a:bodyPr/>
        <a:lstStyle/>
        <a:p>
          <a:pPr rtl="0"/>
          <a:r>
            <a:rPr lang="es-ES" dirty="0">
              <a:solidFill>
                <a:schemeClr val="tx1"/>
              </a:solidFill>
            </a:rPr>
            <a:t>Se utilizo:</a:t>
          </a:r>
        </a:p>
        <a:p>
          <a:r>
            <a:rPr lang="es-ES" dirty="0">
              <a:solidFill>
                <a:schemeClr val="tx1"/>
              </a:solidFill>
            </a:rPr>
            <a:t>Guantes, detergente, agua limpia, trapos y Escoba</a:t>
          </a:r>
          <a:endParaRPr lang="en-US" dirty="0">
            <a:solidFill>
              <a:schemeClr val="tx1"/>
            </a:solidFill>
          </a:endParaRPr>
        </a:p>
      </dgm:t>
    </dgm:pt>
    <dgm:pt modelId="{F4EDB3D2-658F-4F6B-B8F9-1D0C1CB998A5}" type="parTrans" cxnId="{F112DC41-3EDA-4ADA-83E2-636596A7893E}">
      <dgm:prSet/>
      <dgm:spPr/>
      <dgm:t>
        <a:bodyPr/>
        <a:lstStyle/>
        <a:p>
          <a:endParaRPr lang="es-BO"/>
        </a:p>
      </dgm:t>
    </dgm:pt>
    <dgm:pt modelId="{914C5ED8-334F-4FC7-BF44-9D620EC462C4}" type="sibTrans" cxnId="{F112DC41-3EDA-4ADA-83E2-636596A7893E}">
      <dgm:prSet/>
      <dgm:spPr>
        <a:solidFill>
          <a:srgbClr val="C00000">
            <a:alpha val="90000"/>
          </a:srgbClr>
        </a:solidFill>
      </dgm:spPr>
      <dgm:t>
        <a:bodyPr/>
        <a:lstStyle/>
        <a:p>
          <a:endParaRPr lang="es-BO"/>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Y="99216">
        <dgm:presLayoutVars>
          <dgm:bulletEnabled val="1"/>
        </dgm:presLayoutVars>
      </dgm:prSet>
      <dgm:spPr/>
    </dgm:pt>
    <dgm:pt modelId="{176C9AB9-268F-4542-8858-410F7980C292}" type="pres">
      <dgm:prSet presAssocID="{B7F2EA6C-38D2-4D46-8B45-4DA20E4B57E5}" presName="FiveNodes_2" presStyleLbl="node1" presStyleIdx="1" presStyleCnt="5" custLinFactNeighborX="3286" custLinFactNeighborY="-1874">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88CAA12D-3894-4892-BD52-F0AF60A016EB}" type="presOf" srcId="{4EF2A762-D302-4043-9613-E4A3565F8A9C}" destId="{F4C74FB0-ABBF-4F7A-BD69-8416730E4DFD}" srcOrd="1" destOrd="0" presId="urn:microsoft.com/office/officeart/2005/8/layout/vProcess5"/>
    <dgm:cxn modelId="{F112DC41-3EDA-4ADA-83E2-636596A7893E}" srcId="{B7F2EA6C-38D2-4D46-8B45-4DA20E4B57E5}" destId="{7F2918EF-66C0-4D30-AE84-1F12AF4A951B}" srcOrd="3" destOrd="0" parTransId="{F4EDB3D2-658F-4F6B-B8F9-1D0C1CB998A5}" sibTransId="{914C5ED8-334F-4FC7-BF44-9D620EC462C4}"/>
    <dgm:cxn modelId="{F131B546-F99F-47A6-A0AC-0A9E7E81088D}" type="presOf" srcId="{10653214-9EEE-46E0-BD30-408AEDC33BE7}" destId="{4EFE6E1B-9267-487A-8669-EC3595E5F5DA}" srcOrd="1" destOrd="0" presId="urn:microsoft.com/office/officeart/2005/8/layout/vProcess5"/>
    <dgm:cxn modelId="{EEC59C67-389D-41C0-855C-85CCD5A41CE7}" type="presOf" srcId="{914C5ED8-334F-4FC7-BF44-9D620EC462C4}" destId="{AB1EE32B-45DD-4541-BDC7-76A8FFD50982}" srcOrd="0"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D5E35986-638F-4C8C-9CA1-361BC17C815D}" type="presOf" srcId="{4EF2A762-D302-4043-9613-E4A3565F8A9C}" destId="{498B0189-1D5E-41B5-BCD4-B5191EB685CF}" srcOrd="0" destOrd="0" presId="urn:microsoft.com/office/officeart/2005/8/layout/vProcess5"/>
    <dgm:cxn modelId="{6D11D1A1-45D5-48FA-B0ED-FA6F0B8E7679}" srcId="{B7F2EA6C-38D2-4D46-8B45-4DA20E4B57E5}" destId="{4EF2A762-D302-4043-9613-E4A3565F8A9C}" srcOrd="4"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9D42EBD8-6EA1-47C7-BE3C-B461E43E8F84}" type="presOf" srcId="{7F2918EF-66C0-4D30-AE84-1F12AF4A951B}"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BF58F5F0-8ECE-4BB5-A536-969F7FCAFB55}" type="presOf" srcId="{7F2918EF-66C0-4D30-AE84-1F12AF4A951B}" destId="{F3EA6552-A609-4DEC-8C13-9FD1CC1A3398}" srcOrd="1"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dgm:spPr/>
      <dgm:t>
        <a:bodyPr/>
        <a:lstStyle/>
        <a:p>
          <a:pPr rtl="0"/>
          <a:r>
            <a:rPr lang="en-US" dirty="0">
              <a:solidFill>
                <a:schemeClr val="tx1"/>
              </a:solidFill>
            </a:rPr>
            <a:t>LIMPIEZA DEL SISTEMA</a:t>
          </a: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dgm:t>
        <a:bodyPr/>
        <a:lstStyle/>
        <a:p>
          <a:endParaRPr lang="es-ES">
            <a:solidFill>
              <a:schemeClr val="tx1"/>
            </a:solidFill>
          </a:endParaRPr>
        </a:p>
      </dgm:t>
    </dgm:pt>
    <dgm:pt modelId="{72118DD8-63A0-410B-8015-DEA3D6DDCE87}">
      <dgm:prSet/>
      <dgm:spPr/>
      <dgm:t>
        <a:bodyPr/>
        <a:lstStyle/>
        <a:p>
          <a:pPr rtl="0"/>
          <a:r>
            <a:rPr lang="es-ES" dirty="0"/>
            <a:t>El día 20 de abril, se llevo a cabo la limpieza del sistema del sistema de nivel de liquido. Se verifico que el nivel de agua se encontró en optimas condiciones .</a:t>
          </a:r>
          <a:endParaRPr lang="en-US"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dgm:t>
        <a:bodyPr/>
        <a:lstStyle/>
        <a:p>
          <a:endParaRPr lang="es-ES">
            <a:solidFill>
              <a:schemeClr val="tx1"/>
            </a:solidFill>
          </a:endParaRPr>
        </a:p>
      </dgm:t>
    </dgm:pt>
    <dgm:pt modelId="{10653214-9EEE-46E0-BD30-408AEDC33BE7}">
      <dgm:prSet/>
      <dgm:spPr/>
      <dgm:t>
        <a:bodyPr/>
        <a:lstStyle/>
        <a:p>
          <a:r>
            <a:rPr lang="es-ES" dirty="0"/>
            <a:t>se procedió a retirar la suciedad acumulada (polvo y agua residual) para asegurar un buen funcionamiento. </a:t>
          </a:r>
          <a:endParaRPr lang="en-US"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dgm:t>
        <a:bodyPr/>
        <a:lstStyle/>
        <a:p>
          <a:endParaRPr lang="es-ES">
            <a:solidFill>
              <a:schemeClr val="tx1"/>
            </a:solidFill>
          </a:endParaRPr>
        </a:p>
      </dgm:t>
    </dgm:pt>
    <dgm:pt modelId="{4EF2A762-D302-4043-9613-E4A3565F8A9C}">
      <dgm:prSet/>
      <dgm:spPr/>
      <dgm:t>
        <a:bodyPr/>
        <a:lstStyle/>
        <a:p>
          <a:pPr rtl="0"/>
          <a:r>
            <a:rPr lang="es-BO" dirty="0"/>
            <a:t>Finalmente se realizo una prueba de funcionamiento y se confirmo que el sistema de nivel de liquido esta operando correctamente.</a:t>
          </a:r>
          <a:endParaRPr lang="en-US"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dgm:t>
        <a:bodyPr/>
        <a:lstStyle/>
        <a:p>
          <a:endParaRPr lang="es-ES">
            <a:solidFill>
              <a:schemeClr val="tx1"/>
            </a:solidFill>
          </a:endParaRPr>
        </a:p>
      </dgm:t>
    </dgm:pt>
    <dgm:pt modelId="{7F2918EF-66C0-4D30-AE84-1F12AF4A951B}">
      <dgm:prSet/>
      <dgm:spPr/>
      <dgm:t>
        <a:bodyPr/>
        <a:lstStyle/>
        <a:p>
          <a:pPr rtl="0"/>
          <a:r>
            <a:rPr lang="es-ES" dirty="0"/>
            <a:t>Se utilizo:</a:t>
          </a:r>
        </a:p>
        <a:p>
          <a:r>
            <a:rPr lang="es-ES" dirty="0"/>
            <a:t>Guantes, detergente, agua limpia, trapos y Escoba</a:t>
          </a:r>
          <a:endParaRPr lang="en-US" dirty="0">
            <a:solidFill>
              <a:schemeClr val="tx1"/>
            </a:solidFill>
          </a:endParaRPr>
        </a:p>
      </dgm:t>
    </dgm:pt>
    <dgm:pt modelId="{F4EDB3D2-658F-4F6B-B8F9-1D0C1CB998A5}" type="parTrans" cxnId="{F112DC41-3EDA-4ADA-83E2-636596A7893E}">
      <dgm:prSet/>
      <dgm:spPr/>
      <dgm:t>
        <a:bodyPr/>
        <a:lstStyle/>
        <a:p>
          <a:endParaRPr lang="es-BO"/>
        </a:p>
      </dgm:t>
    </dgm:pt>
    <dgm:pt modelId="{914C5ED8-334F-4FC7-BF44-9D620EC462C4}" type="sibTrans" cxnId="{F112DC41-3EDA-4ADA-83E2-636596A7893E}">
      <dgm:prSet/>
      <dgm:spPr/>
      <dgm:t>
        <a:bodyPr/>
        <a:lstStyle/>
        <a:p>
          <a:endParaRPr lang="es-BO"/>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Y="99216">
        <dgm:presLayoutVars>
          <dgm:bulletEnabled val="1"/>
        </dgm:presLayoutVars>
      </dgm:prSet>
      <dgm:spPr/>
    </dgm:pt>
    <dgm:pt modelId="{176C9AB9-268F-4542-8858-410F7980C292}" type="pres">
      <dgm:prSet presAssocID="{B7F2EA6C-38D2-4D46-8B45-4DA20E4B57E5}" presName="FiveNodes_2" presStyleLbl="node1" presStyleIdx="1" presStyleCnt="5" custLinFactNeighborX="3286" custLinFactNeighborY="-1874">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88CAA12D-3894-4892-BD52-F0AF60A016EB}" type="presOf" srcId="{4EF2A762-D302-4043-9613-E4A3565F8A9C}" destId="{F4C74FB0-ABBF-4F7A-BD69-8416730E4DFD}" srcOrd="1" destOrd="0" presId="urn:microsoft.com/office/officeart/2005/8/layout/vProcess5"/>
    <dgm:cxn modelId="{F112DC41-3EDA-4ADA-83E2-636596A7893E}" srcId="{B7F2EA6C-38D2-4D46-8B45-4DA20E4B57E5}" destId="{7F2918EF-66C0-4D30-AE84-1F12AF4A951B}" srcOrd="3" destOrd="0" parTransId="{F4EDB3D2-658F-4F6B-B8F9-1D0C1CB998A5}" sibTransId="{914C5ED8-334F-4FC7-BF44-9D620EC462C4}"/>
    <dgm:cxn modelId="{F131B546-F99F-47A6-A0AC-0A9E7E81088D}" type="presOf" srcId="{10653214-9EEE-46E0-BD30-408AEDC33BE7}" destId="{4EFE6E1B-9267-487A-8669-EC3595E5F5DA}" srcOrd="1" destOrd="0" presId="urn:microsoft.com/office/officeart/2005/8/layout/vProcess5"/>
    <dgm:cxn modelId="{EEC59C67-389D-41C0-855C-85CCD5A41CE7}" type="presOf" srcId="{914C5ED8-334F-4FC7-BF44-9D620EC462C4}" destId="{AB1EE32B-45DD-4541-BDC7-76A8FFD50982}" srcOrd="0"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D5E35986-638F-4C8C-9CA1-361BC17C815D}" type="presOf" srcId="{4EF2A762-D302-4043-9613-E4A3565F8A9C}" destId="{498B0189-1D5E-41B5-BCD4-B5191EB685CF}" srcOrd="0" destOrd="0" presId="urn:microsoft.com/office/officeart/2005/8/layout/vProcess5"/>
    <dgm:cxn modelId="{6D11D1A1-45D5-48FA-B0ED-FA6F0B8E7679}" srcId="{B7F2EA6C-38D2-4D46-8B45-4DA20E4B57E5}" destId="{4EF2A762-D302-4043-9613-E4A3565F8A9C}" srcOrd="4"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9D42EBD8-6EA1-47C7-BE3C-B461E43E8F84}" type="presOf" srcId="{7F2918EF-66C0-4D30-AE84-1F12AF4A951B}"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BF58F5F0-8ECE-4BB5-A536-969F7FCAFB55}" type="presOf" srcId="{7F2918EF-66C0-4D30-AE84-1F12AF4A951B}" destId="{F3EA6552-A609-4DEC-8C13-9FD1CC1A3398}" srcOrd="1"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3">
            <a:lumMod val="60000"/>
            <a:lumOff val="40000"/>
          </a:schemeClr>
        </a:solidFill>
      </dgm:spPr>
      <dgm:t>
        <a:bodyPr/>
        <a:lstStyle/>
        <a:p>
          <a:pPr algn="ctr" rtl="0"/>
          <a:r>
            <a:rPr lang="en-US" sz="2800" b="1" dirty="0">
              <a:solidFill>
                <a:schemeClr val="tx1"/>
              </a:solidFill>
            </a:rPr>
            <a:t>TUBOS PVC</a:t>
          </a: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dirty="0">
            <a:solidFill>
              <a:schemeClr val="tx1"/>
            </a:solidFill>
          </a:endParaRPr>
        </a:p>
      </dgm:t>
    </dgm:pt>
    <dgm:pt modelId="{72118DD8-63A0-410B-8015-DEA3D6DDCE87}">
      <dgm:prSet/>
      <dgm:spPr/>
      <dgm:t>
        <a:bodyPr/>
        <a:lstStyle/>
        <a:p>
          <a:pPr rtl="0"/>
          <a:r>
            <a:rPr lang="es-ES" dirty="0">
              <a:solidFill>
                <a:schemeClr val="tx1"/>
              </a:solidFill>
            </a:rPr>
            <a:t>El día 24 de abril, se realizo el aumento en los tubos PVC del sistema de nivel de agua para corregir el caudal de liquido que caía desde la pared del tanque en lugar de caer desde arriba.</a:t>
          </a:r>
          <a:endParaRPr lang="en-US"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dgm:spPr/>
      <dgm:t>
        <a:bodyPr/>
        <a:lstStyle/>
        <a:p>
          <a:r>
            <a:rPr lang="es-ES" dirty="0">
              <a:solidFill>
                <a:schemeClr val="tx1"/>
              </a:solidFill>
            </a:rPr>
            <a:t>Se verifico que la instalación original no permitía mantener una altura de liquido adecuada y esto afectaba el funcionamiento del sistema.</a:t>
          </a:r>
          <a:endParaRPr lang="en-US"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4EF2A762-D302-4043-9613-E4A3565F8A9C}">
      <dgm:prSet/>
      <dgm:spPr/>
      <dgm:t>
        <a:bodyPr/>
        <a:lstStyle/>
        <a:p>
          <a:pPr rtl="0"/>
          <a:r>
            <a:rPr lang="es-ES" dirty="0">
              <a:solidFill>
                <a:schemeClr val="tx1"/>
              </a:solidFill>
            </a:rPr>
            <a:t>Una vez finalizada la instalación, se realizo una prueba de funcionamiento  y se confirmo que el sistema de nivel de liquido esta operando correctamente. </a:t>
          </a:r>
          <a:endParaRPr lang="en-US"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dgm:t>
        <a:bodyPr/>
        <a:lstStyle/>
        <a:p>
          <a:endParaRPr lang="es-ES">
            <a:solidFill>
              <a:schemeClr val="tx1"/>
            </a:solidFill>
          </a:endParaRPr>
        </a:p>
      </dgm:t>
    </dgm:pt>
    <dgm:pt modelId="{7F2918EF-66C0-4D30-AE84-1F12AF4A951B}">
      <dgm:prSet/>
      <dgm:spPr/>
      <dgm:t>
        <a:bodyPr/>
        <a:lstStyle/>
        <a:p>
          <a:pPr rtl="0"/>
          <a:r>
            <a:rPr lang="es-ES" dirty="0">
              <a:solidFill>
                <a:schemeClr val="tx1"/>
              </a:solidFill>
            </a:rPr>
            <a:t>Se procedió a desmontar los tubos PVC existentes y a instalar nuevos tubos con una mayor inclinación, permitiendo que el caudal de agua caiga desde arriba de manera adecuada. </a:t>
          </a:r>
          <a:endParaRPr lang="en-US" dirty="0">
            <a:solidFill>
              <a:schemeClr val="tx1"/>
            </a:solidFill>
          </a:endParaRPr>
        </a:p>
      </dgm:t>
    </dgm:pt>
    <dgm:pt modelId="{F4EDB3D2-658F-4F6B-B8F9-1D0C1CB998A5}" type="parTrans" cxnId="{F112DC41-3EDA-4ADA-83E2-636596A7893E}">
      <dgm:prSet/>
      <dgm:spPr/>
      <dgm:t>
        <a:bodyPr/>
        <a:lstStyle/>
        <a:p>
          <a:endParaRPr lang="es-BO"/>
        </a:p>
      </dgm:t>
    </dgm:pt>
    <dgm:pt modelId="{914C5ED8-334F-4FC7-BF44-9D620EC462C4}" type="sibTrans" cxnId="{F112DC41-3EDA-4ADA-83E2-636596A7893E}">
      <dgm:prSet/>
      <dgm:spPr>
        <a:solidFill>
          <a:srgbClr val="C00000">
            <a:alpha val="90000"/>
          </a:srgbClr>
        </a:solidFill>
      </dgm:spPr>
      <dgm:t>
        <a:bodyPr/>
        <a:lstStyle/>
        <a:p>
          <a:endParaRPr lang="es-BO"/>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Y="99216">
        <dgm:presLayoutVars>
          <dgm:bulletEnabled val="1"/>
        </dgm:presLayoutVars>
      </dgm:prSet>
      <dgm:spPr/>
    </dgm:pt>
    <dgm:pt modelId="{176C9AB9-268F-4542-8858-410F7980C292}" type="pres">
      <dgm:prSet presAssocID="{B7F2EA6C-38D2-4D46-8B45-4DA20E4B57E5}" presName="FiveNodes_2" presStyleLbl="node1" presStyleIdx="1" presStyleCnt="5" custLinFactNeighborX="3286" custLinFactNeighborY="-1874">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custLinFactNeighborX="-537">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88CAA12D-3894-4892-BD52-F0AF60A016EB}" type="presOf" srcId="{4EF2A762-D302-4043-9613-E4A3565F8A9C}" destId="{F4C74FB0-ABBF-4F7A-BD69-8416730E4DFD}" srcOrd="1" destOrd="0" presId="urn:microsoft.com/office/officeart/2005/8/layout/vProcess5"/>
    <dgm:cxn modelId="{F112DC41-3EDA-4ADA-83E2-636596A7893E}" srcId="{B7F2EA6C-38D2-4D46-8B45-4DA20E4B57E5}" destId="{7F2918EF-66C0-4D30-AE84-1F12AF4A951B}" srcOrd="3" destOrd="0" parTransId="{F4EDB3D2-658F-4F6B-B8F9-1D0C1CB998A5}" sibTransId="{914C5ED8-334F-4FC7-BF44-9D620EC462C4}"/>
    <dgm:cxn modelId="{F131B546-F99F-47A6-A0AC-0A9E7E81088D}" type="presOf" srcId="{10653214-9EEE-46E0-BD30-408AEDC33BE7}" destId="{4EFE6E1B-9267-487A-8669-EC3595E5F5DA}" srcOrd="1" destOrd="0" presId="urn:microsoft.com/office/officeart/2005/8/layout/vProcess5"/>
    <dgm:cxn modelId="{EEC59C67-389D-41C0-855C-85CCD5A41CE7}" type="presOf" srcId="{914C5ED8-334F-4FC7-BF44-9D620EC462C4}" destId="{AB1EE32B-45DD-4541-BDC7-76A8FFD50982}" srcOrd="0"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D5E35986-638F-4C8C-9CA1-361BC17C815D}" type="presOf" srcId="{4EF2A762-D302-4043-9613-E4A3565F8A9C}" destId="{498B0189-1D5E-41B5-BCD4-B5191EB685CF}" srcOrd="0" destOrd="0" presId="urn:microsoft.com/office/officeart/2005/8/layout/vProcess5"/>
    <dgm:cxn modelId="{6D11D1A1-45D5-48FA-B0ED-FA6F0B8E7679}" srcId="{B7F2EA6C-38D2-4D46-8B45-4DA20E4B57E5}" destId="{4EF2A762-D302-4043-9613-E4A3565F8A9C}" srcOrd="4"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9D42EBD8-6EA1-47C7-BE3C-B461E43E8F84}" type="presOf" srcId="{7F2918EF-66C0-4D30-AE84-1F12AF4A951B}"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BF58F5F0-8ECE-4BB5-A536-969F7FCAFB55}" type="presOf" srcId="{7F2918EF-66C0-4D30-AE84-1F12AF4A951B}" destId="{F3EA6552-A609-4DEC-8C13-9FD1CC1A3398}" srcOrd="1"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3">
            <a:lumMod val="60000"/>
            <a:lumOff val="40000"/>
          </a:schemeClr>
        </a:solidFill>
      </dgm:spPr>
      <dgm:t>
        <a:bodyPr/>
        <a:lstStyle/>
        <a:p>
          <a:pPr algn="ctr" rtl="0"/>
          <a:r>
            <a:rPr lang="en-US" sz="2800" b="1" dirty="0">
              <a:solidFill>
                <a:schemeClr val="tx1"/>
              </a:solidFill>
            </a:rPr>
            <a:t>TUBOS PVC</a:t>
          </a: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dirty="0">
            <a:solidFill>
              <a:schemeClr val="tx1"/>
            </a:solidFill>
          </a:endParaRPr>
        </a:p>
      </dgm:t>
    </dgm:pt>
    <dgm:pt modelId="{72118DD8-63A0-410B-8015-DEA3D6DDCE87}">
      <dgm:prSet/>
      <dgm:spPr/>
      <dgm:t>
        <a:bodyPr/>
        <a:lstStyle/>
        <a:p>
          <a:pPr rtl="0"/>
          <a:r>
            <a:rPr lang="es-ES" dirty="0">
              <a:solidFill>
                <a:schemeClr val="tx1"/>
              </a:solidFill>
            </a:rPr>
            <a:t>El día 24 de abril, se realizo el aumento en los tubos PVC del sistema de nivel de agua para corregir el caudal de liquido que caía desde la pared del tanque en lugar de caer desde arriba.</a:t>
          </a:r>
          <a:endParaRPr lang="en-US"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dgm:spPr/>
      <dgm:t>
        <a:bodyPr/>
        <a:lstStyle/>
        <a:p>
          <a:r>
            <a:rPr lang="es-ES" dirty="0">
              <a:solidFill>
                <a:schemeClr val="tx1"/>
              </a:solidFill>
            </a:rPr>
            <a:t>Se verifico que la instalación original no permitía mantener una altura de liquido adecuada y esto afectaba el funcionamiento del sistema.</a:t>
          </a:r>
          <a:endParaRPr lang="en-US"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4EF2A762-D302-4043-9613-E4A3565F8A9C}">
      <dgm:prSet/>
      <dgm:spPr/>
      <dgm:t>
        <a:bodyPr/>
        <a:lstStyle/>
        <a:p>
          <a:pPr rtl="0"/>
          <a:r>
            <a:rPr lang="es-ES" dirty="0">
              <a:solidFill>
                <a:schemeClr val="tx1"/>
              </a:solidFill>
            </a:rPr>
            <a:t>Una vez finalizada la instalación, se realizo una prueba de funcionamiento  y se confirmo que el sistema de nivel de liquido esta operando correctamente. </a:t>
          </a:r>
          <a:endParaRPr lang="en-US"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dgm:t>
        <a:bodyPr/>
        <a:lstStyle/>
        <a:p>
          <a:endParaRPr lang="es-ES">
            <a:solidFill>
              <a:schemeClr val="tx1"/>
            </a:solidFill>
          </a:endParaRPr>
        </a:p>
      </dgm:t>
    </dgm:pt>
    <dgm:pt modelId="{7F2918EF-66C0-4D30-AE84-1F12AF4A951B}">
      <dgm:prSet/>
      <dgm:spPr/>
      <dgm:t>
        <a:bodyPr/>
        <a:lstStyle/>
        <a:p>
          <a:pPr rtl="0"/>
          <a:r>
            <a:rPr lang="es-ES" dirty="0">
              <a:solidFill>
                <a:schemeClr val="tx1"/>
              </a:solidFill>
            </a:rPr>
            <a:t>Se procedió a desmontar los tubos PVC existentes y a instalar nuevos tubos con una mayor inclinación, permitiendo que el caudal de agua caiga desde arriba de manera adecuada. </a:t>
          </a:r>
          <a:endParaRPr lang="en-US" dirty="0">
            <a:solidFill>
              <a:schemeClr val="tx1"/>
            </a:solidFill>
          </a:endParaRPr>
        </a:p>
      </dgm:t>
    </dgm:pt>
    <dgm:pt modelId="{F4EDB3D2-658F-4F6B-B8F9-1D0C1CB998A5}" type="parTrans" cxnId="{F112DC41-3EDA-4ADA-83E2-636596A7893E}">
      <dgm:prSet/>
      <dgm:spPr/>
      <dgm:t>
        <a:bodyPr/>
        <a:lstStyle/>
        <a:p>
          <a:endParaRPr lang="es-BO"/>
        </a:p>
      </dgm:t>
    </dgm:pt>
    <dgm:pt modelId="{914C5ED8-334F-4FC7-BF44-9D620EC462C4}" type="sibTrans" cxnId="{F112DC41-3EDA-4ADA-83E2-636596A7893E}">
      <dgm:prSet/>
      <dgm:spPr>
        <a:solidFill>
          <a:srgbClr val="C00000">
            <a:alpha val="90000"/>
          </a:srgbClr>
        </a:solidFill>
      </dgm:spPr>
      <dgm:t>
        <a:bodyPr/>
        <a:lstStyle/>
        <a:p>
          <a:endParaRPr lang="es-BO"/>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Y="99216" custLinFactNeighborX="-27" custLinFactNeighborY="10743">
        <dgm:presLayoutVars>
          <dgm:bulletEnabled val="1"/>
        </dgm:presLayoutVars>
      </dgm:prSet>
      <dgm:spPr/>
    </dgm:pt>
    <dgm:pt modelId="{176C9AB9-268F-4542-8858-410F7980C292}" type="pres">
      <dgm:prSet presAssocID="{B7F2EA6C-38D2-4D46-8B45-4DA20E4B57E5}" presName="FiveNodes_2" presStyleLbl="node1" presStyleIdx="1" presStyleCnt="5" custLinFactNeighborX="3286" custLinFactNeighborY="-1874">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custLinFactNeighborX="-4659" custLinFactNeighborY="-26887">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88CAA12D-3894-4892-BD52-F0AF60A016EB}" type="presOf" srcId="{4EF2A762-D302-4043-9613-E4A3565F8A9C}" destId="{F4C74FB0-ABBF-4F7A-BD69-8416730E4DFD}" srcOrd="1" destOrd="0" presId="urn:microsoft.com/office/officeart/2005/8/layout/vProcess5"/>
    <dgm:cxn modelId="{F112DC41-3EDA-4ADA-83E2-636596A7893E}" srcId="{B7F2EA6C-38D2-4D46-8B45-4DA20E4B57E5}" destId="{7F2918EF-66C0-4D30-AE84-1F12AF4A951B}" srcOrd="3" destOrd="0" parTransId="{F4EDB3D2-658F-4F6B-B8F9-1D0C1CB998A5}" sibTransId="{914C5ED8-334F-4FC7-BF44-9D620EC462C4}"/>
    <dgm:cxn modelId="{F131B546-F99F-47A6-A0AC-0A9E7E81088D}" type="presOf" srcId="{10653214-9EEE-46E0-BD30-408AEDC33BE7}" destId="{4EFE6E1B-9267-487A-8669-EC3595E5F5DA}" srcOrd="1" destOrd="0" presId="urn:microsoft.com/office/officeart/2005/8/layout/vProcess5"/>
    <dgm:cxn modelId="{EEC59C67-389D-41C0-855C-85CCD5A41CE7}" type="presOf" srcId="{914C5ED8-334F-4FC7-BF44-9D620EC462C4}" destId="{AB1EE32B-45DD-4541-BDC7-76A8FFD50982}" srcOrd="0"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D5E35986-638F-4C8C-9CA1-361BC17C815D}" type="presOf" srcId="{4EF2A762-D302-4043-9613-E4A3565F8A9C}" destId="{498B0189-1D5E-41B5-BCD4-B5191EB685CF}" srcOrd="0" destOrd="0" presId="urn:microsoft.com/office/officeart/2005/8/layout/vProcess5"/>
    <dgm:cxn modelId="{6D11D1A1-45D5-48FA-B0ED-FA6F0B8E7679}" srcId="{B7F2EA6C-38D2-4D46-8B45-4DA20E4B57E5}" destId="{4EF2A762-D302-4043-9613-E4A3565F8A9C}" srcOrd="4"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9D42EBD8-6EA1-47C7-BE3C-B461E43E8F84}" type="presOf" srcId="{7F2918EF-66C0-4D30-AE84-1F12AF4A951B}"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BF58F5F0-8ECE-4BB5-A536-969F7FCAFB55}" type="presOf" srcId="{7F2918EF-66C0-4D30-AE84-1F12AF4A951B}" destId="{F3EA6552-A609-4DEC-8C13-9FD1CC1A3398}" srcOrd="1"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3">
            <a:lumMod val="60000"/>
            <a:lumOff val="40000"/>
          </a:schemeClr>
        </a:solidFill>
      </dgm:spPr>
      <dgm:t>
        <a:bodyPr/>
        <a:lstStyle/>
        <a:p>
          <a:pPr algn="ctr" rtl="0"/>
          <a:r>
            <a:rPr lang="en-US" sz="2800" b="1" dirty="0">
              <a:solidFill>
                <a:schemeClr val="tx1"/>
              </a:solidFill>
            </a:rPr>
            <a:t>TUBOS PVC</a:t>
          </a: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dirty="0">
            <a:solidFill>
              <a:schemeClr val="tx1"/>
            </a:solidFill>
          </a:endParaRPr>
        </a:p>
      </dgm:t>
    </dgm:pt>
    <dgm:pt modelId="{72118DD8-63A0-410B-8015-DEA3D6DDCE87}">
      <dgm:prSet/>
      <dgm:spPr/>
      <dgm:t>
        <a:bodyPr/>
        <a:lstStyle/>
        <a:p>
          <a:pPr rtl="0"/>
          <a:r>
            <a:rPr lang="es-ES" dirty="0">
              <a:solidFill>
                <a:schemeClr val="tx1"/>
              </a:solidFill>
            </a:rPr>
            <a:t>El día 24 de abril, se realizo el aumento en los tubos PVC del sistema de nivel de agua para corregir el caudal de liquido que caía desde la pared del tanque en lugar de caer desde arriba.</a:t>
          </a:r>
          <a:endParaRPr lang="en-US"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dgm:spPr/>
      <dgm:t>
        <a:bodyPr/>
        <a:lstStyle/>
        <a:p>
          <a:r>
            <a:rPr lang="es-ES" dirty="0">
              <a:solidFill>
                <a:schemeClr val="tx1"/>
              </a:solidFill>
            </a:rPr>
            <a:t>Se verifico que la instalación original no permitía mantener una altura de liquido adecuada y esto afectaba el funcionamiento del sistema.</a:t>
          </a:r>
          <a:endParaRPr lang="en-US"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4EF2A762-D302-4043-9613-E4A3565F8A9C}">
      <dgm:prSet/>
      <dgm:spPr/>
      <dgm:t>
        <a:bodyPr/>
        <a:lstStyle/>
        <a:p>
          <a:pPr rtl="0"/>
          <a:r>
            <a:rPr lang="es-ES" dirty="0">
              <a:solidFill>
                <a:schemeClr val="tx1"/>
              </a:solidFill>
            </a:rPr>
            <a:t>Una vez finalizada la instalación, se realizo una prueba de funcionamiento  y se confirmo que el sistema de nivel de liquido esta operando correctamente. </a:t>
          </a:r>
          <a:endParaRPr lang="en-US"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dgm:t>
        <a:bodyPr/>
        <a:lstStyle/>
        <a:p>
          <a:endParaRPr lang="es-ES">
            <a:solidFill>
              <a:schemeClr val="tx1"/>
            </a:solidFill>
          </a:endParaRPr>
        </a:p>
      </dgm:t>
    </dgm:pt>
    <dgm:pt modelId="{7F2918EF-66C0-4D30-AE84-1F12AF4A951B}">
      <dgm:prSet/>
      <dgm:spPr/>
      <dgm:t>
        <a:bodyPr/>
        <a:lstStyle/>
        <a:p>
          <a:pPr rtl="0"/>
          <a:r>
            <a:rPr lang="es-ES" dirty="0">
              <a:solidFill>
                <a:schemeClr val="tx1"/>
              </a:solidFill>
            </a:rPr>
            <a:t>Se procedió a desmontar los tubos PVC existentes y a instalar nuevos tubos con una mayor inclinación, permitiendo que el caudal de agua caiga desde arriba de manera adecuada. </a:t>
          </a:r>
          <a:endParaRPr lang="en-US" dirty="0">
            <a:solidFill>
              <a:schemeClr val="tx1"/>
            </a:solidFill>
          </a:endParaRPr>
        </a:p>
      </dgm:t>
    </dgm:pt>
    <dgm:pt modelId="{F4EDB3D2-658F-4F6B-B8F9-1D0C1CB998A5}" type="parTrans" cxnId="{F112DC41-3EDA-4ADA-83E2-636596A7893E}">
      <dgm:prSet/>
      <dgm:spPr/>
      <dgm:t>
        <a:bodyPr/>
        <a:lstStyle/>
        <a:p>
          <a:endParaRPr lang="es-BO"/>
        </a:p>
      </dgm:t>
    </dgm:pt>
    <dgm:pt modelId="{914C5ED8-334F-4FC7-BF44-9D620EC462C4}" type="sibTrans" cxnId="{F112DC41-3EDA-4ADA-83E2-636596A7893E}">
      <dgm:prSet/>
      <dgm:spPr>
        <a:solidFill>
          <a:srgbClr val="C00000">
            <a:alpha val="90000"/>
          </a:srgbClr>
        </a:solidFill>
      </dgm:spPr>
      <dgm:t>
        <a:bodyPr/>
        <a:lstStyle/>
        <a:p>
          <a:endParaRPr lang="es-BO"/>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Y="99216">
        <dgm:presLayoutVars>
          <dgm:bulletEnabled val="1"/>
        </dgm:presLayoutVars>
      </dgm:prSet>
      <dgm:spPr/>
    </dgm:pt>
    <dgm:pt modelId="{176C9AB9-268F-4542-8858-410F7980C292}" type="pres">
      <dgm:prSet presAssocID="{B7F2EA6C-38D2-4D46-8B45-4DA20E4B57E5}" presName="FiveNodes_2" presStyleLbl="node1" presStyleIdx="1" presStyleCnt="5" custLinFactNeighborX="3286" custLinFactNeighborY="-1874">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custLinFactNeighborX="-537">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88CAA12D-3894-4892-BD52-F0AF60A016EB}" type="presOf" srcId="{4EF2A762-D302-4043-9613-E4A3565F8A9C}" destId="{F4C74FB0-ABBF-4F7A-BD69-8416730E4DFD}" srcOrd="1" destOrd="0" presId="urn:microsoft.com/office/officeart/2005/8/layout/vProcess5"/>
    <dgm:cxn modelId="{F112DC41-3EDA-4ADA-83E2-636596A7893E}" srcId="{B7F2EA6C-38D2-4D46-8B45-4DA20E4B57E5}" destId="{7F2918EF-66C0-4D30-AE84-1F12AF4A951B}" srcOrd="3" destOrd="0" parTransId="{F4EDB3D2-658F-4F6B-B8F9-1D0C1CB998A5}" sibTransId="{914C5ED8-334F-4FC7-BF44-9D620EC462C4}"/>
    <dgm:cxn modelId="{F131B546-F99F-47A6-A0AC-0A9E7E81088D}" type="presOf" srcId="{10653214-9EEE-46E0-BD30-408AEDC33BE7}" destId="{4EFE6E1B-9267-487A-8669-EC3595E5F5DA}" srcOrd="1" destOrd="0" presId="urn:microsoft.com/office/officeart/2005/8/layout/vProcess5"/>
    <dgm:cxn modelId="{EEC59C67-389D-41C0-855C-85CCD5A41CE7}" type="presOf" srcId="{914C5ED8-334F-4FC7-BF44-9D620EC462C4}" destId="{AB1EE32B-45DD-4541-BDC7-76A8FFD50982}" srcOrd="0"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D5E35986-638F-4C8C-9CA1-361BC17C815D}" type="presOf" srcId="{4EF2A762-D302-4043-9613-E4A3565F8A9C}" destId="{498B0189-1D5E-41B5-BCD4-B5191EB685CF}" srcOrd="0" destOrd="0" presId="urn:microsoft.com/office/officeart/2005/8/layout/vProcess5"/>
    <dgm:cxn modelId="{6D11D1A1-45D5-48FA-B0ED-FA6F0B8E7679}" srcId="{B7F2EA6C-38D2-4D46-8B45-4DA20E4B57E5}" destId="{4EF2A762-D302-4043-9613-E4A3565F8A9C}" srcOrd="4"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9D42EBD8-6EA1-47C7-BE3C-B461E43E8F84}" type="presOf" srcId="{7F2918EF-66C0-4D30-AE84-1F12AF4A951B}"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BF58F5F0-8ECE-4BB5-A536-969F7FCAFB55}" type="presOf" srcId="{7F2918EF-66C0-4D30-AE84-1F12AF4A951B}" destId="{F3EA6552-A609-4DEC-8C13-9FD1CC1A3398}" srcOrd="1"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dgm:spPr/>
      <dgm:t>
        <a:bodyPr/>
        <a:lstStyle/>
        <a:p>
          <a:pPr rtl="0"/>
          <a:r>
            <a:rPr lang="en-US" dirty="0">
              <a:solidFill>
                <a:schemeClr val="tx1"/>
              </a:solidFill>
            </a:rPr>
            <a:t>TUBOS PVC</a:t>
          </a: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dgm:t>
        <a:bodyPr/>
        <a:lstStyle/>
        <a:p>
          <a:endParaRPr lang="es-ES">
            <a:solidFill>
              <a:schemeClr val="tx1"/>
            </a:solidFill>
          </a:endParaRPr>
        </a:p>
      </dgm:t>
    </dgm:pt>
    <dgm:pt modelId="{72118DD8-63A0-410B-8015-DEA3D6DDCE87}">
      <dgm:prSet/>
      <dgm:spPr/>
      <dgm:t>
        <a:bodyPr/>
        <a:lstStyle/>
        <a:p>
          <a:pPr rtl="0"/>
          <a:r>
            <a:rPr lang="es-ES" dirty="0"/>
            <a:t>El día 24 de abril, se realizo el aumento en los tubos PVC del sistema de nivel de agua para corregir el caudal de liquido que caía desde la pared del tanque en lugar de caer desde arriba.</a:t>
          </a:r>
          <a:endParaRPr lang="en-US"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dgm:t>
        <a:bodyPr/>
        <a:lstStyle/>
        <a:p>
          <a:endParaRPr lang="es-ES">
            <a:solidFill>
              <a:schemeClr val="tx1"/>
            </a:solidFill>
          </a:endParaRPr>
        </a:p>
      </dgm:t>
    </dgm:pt>
    <dgm:pt modelId="{10653214-9EEE-46E0-BD30-408AEDC33BE7}">
      <dgm:prSet/>
      <dgm:spPr/>
      <dgm:t>
        <a:bodyPr/>
        <a:lstStyle/>
        <a:p>
          <a:r>
            <a:rPr lang="es-ES" dirty="0"/>
            <a:t>Se verifico que la instalación original no permitía mantener una altura de liquido adecuada y esto afectaba el funcionamiento del sistema .</a:t>
          </a:r>
          <a:endParaRPr lang="en-US"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dgm:t>
        <a:bodyPr/>
        <a:lstStyle/>
        <a:p>
          <a:endParaRPr lang="es-ES">
            <a:solidFill>
              <a:schemeClr val="tx1"/>
            </a:solidFill>
          </a:endParaRPr>
        </a:p>
      </dgm:t>
    </dgm:pt>
    <dgm:pt modelId="{4EF2A762-D302-4043-9613-E4A3565F8A9C}">
      <dgm:prSet/>
      <dgm:spPr/>
      <dgm:t>
        <a:bodyPr/>
        <a:lstStyle/>
        <a:p>
          <a:pPr rtl="0"/>
          <a:r>
            <a:rPr lang="es-ES" dirty="0"/>
            <a:t>Una vez finalizada la instalación, se realizo una prueba de funcionamiento  y se confirmo que el sistema de nivel de liquido esta operando correctamente. </a:t>
          </a:r>
          <a:endParaRPr lang="en-US"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dgm:t>
        <a:bodyPr/>
        <a:lstStyle/>
        <a:p>
          <a:endParaRPr lang="es-ES">
            <a:solidFill>
              <a:schemeClr val="tx1"/>
            </a:solidFill>
          </a:endParaRPr>
        </a:p>
      </dgm:t>
    </dgm:pt>
    <dgm:pt modelId="{7F2918EF-66C0-4D30-AE84-1F12AF4A951B}">
      <dgm:prSet/>
      <dgm:spPr/>
      <dgm:t>
        <a:bodyPr/>
        <a:lstStyle/>
        <a:p>
          <a:pPr rtl="0"/>
          <a:r>
            <a:rPr lang="es-ES" dirty="0"/>
            <a:t>Se procedió a desmontar los tubos PVC existentes y a instalar nuevos tubos con una mayor inclinación, permitiendo que el caudal de agua caiga desde arriba de manera adecuada. </a:t>
          </a:r>
          <a:endParaRPr lang="en-US" dirty="0">
            <a:solidFill>
              <a:schemeClr val="tx1"/>
            </a:solidFill>
          </a:endParaRPr>
        </a:p>
      </dgm:t>
    </dgm:pt>
    <dgm:pt modelId="{F4EDB3D2-658F-4F6B-B8F9-1D0C1CB998A5}" type="parTrans" cxnId="{F112DC41-3EDA-4ADA-83E2-636596A7893E}">
      <dgm:prSet/>
      <dgm:spPr/>
      <dgm:t>
        <a:bodyPr/>
        <a:lstStyle/>
        <a:p>
          <a:endParaRPr lang="es-BO"/>
        </a:p>
      </dgm:t>
    </dgm:pt>
    <dgm:pt modelId="{914C5ED8-334F-4FC7-BF44-9D620EC462C4}" type="sibTrans" cxnId="{F112DC41-3EDA-4ADA-83E2-636596A7893E}">
      <dgm:prSet/>
      <dgm:spPr/>
      <dgm:t>
        <a:bodyPr/>
        <a:lstStyle/>
        <a:p>
          <a:endParaRPr lang="es-BO"/>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Y="99216">
        <dgm:presLayoutVars>
          <dgm:bulletEnabled val="1"/>
        </dgm:presLayoutVars>
      </dgm:prSet>
      <dgm:spPr/>
    </dgm:pt>
    <dgm:pt modelId="{176C9AB9-268F-4542-8858-410F7980C292}" type="pres">
      <dgm:prSet presAssocID="{B7F2EA6C-38D2-4D46-8B45-4DA20E4B57E5}" presName="FiveNodes_2" presStyleLbl="node1" presStyleIdx="1" presStyleCnt="5" custLinFactNeighborX="3286" custLinFactNeighborY="-1874">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custLinFactNeighborX="-537">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88CAA12D-3894-4892-BD52-F0AF60A016EB}" type="presOf" srcId="{4EF2A762-D302-4043-9613-E4A3565F8A9C}" destId="{F4C74FB0-ABBF-4F7A-BD69-8416730E4DFD}" srcOrd="1" destOrd="0" presId="urn:microsoft.com/office/officeart/2005/8/layout/vProcess5"/>
    <dgm:cxn modelId="{F112DC41-3EDA-4ADA-83E2-636596A7893E}" srcId="{B7F2EA6C-38D2-4D46-8B45-4DA20E4B57E5}" destId="{7F2918EF-66C0-4D30-AE84-1F12AF4A951B}" srcOrd="3" destOrd="0" parTransId="{F4EDB3D2-658F-4F6B-B8F9-1D0C1CB998A5}" sibTransId="{914C5ED8-334F-4FC7-BF44-9D620EC462C4}"/>
    <dgm:cxn modelId="{F131B546-F99F-47A6-A0AC-0A9E7E81088D}" type="presOf" srcId="{10653214-9EEE-46E0-BD30-408AEDC33BE7}" destId="{4EFE6E1B-9267-487A-8669-EC3595E5F5DA}" srcOrd="1" destOrd="0" presId="urn:microsoft.com/office/officeart/2005/8/layout/vProcess5"/>
    <dgm:cxn modelId="{EEC59C67-389D-41C0-855C-85CCD5A41CE7}" type="presOf" srcId="{914C5ED8-334F-4FC7-BF44-9D620EC462C4}" destId="{AB1EE32B-45DD-4541-BDC7-76A8FFD50982}" srcOrd="0"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D5E35986-638F-4C8C-9CA1-361BC17C815D}" type="presOf" srcId="{4EF2A762-D302-4043-9613-E4A3565F8A9C}" destId="{498B0189-1D5E-41B5-BCD4-B5191EB685CF}" srcOrd="0" destOrd="0" presId="urn:microsoft.com/office/officeart/2005/8/layout/vProcess5"/>
    <dgm:cxn modelId="{6D11D1A1-45D5-48FA-B0ED-FA6F0B8E7679}" srcId="{B7F2EA6C-38D2-4D46-8B45-4DA20E4B57E5}" destId="{4EF2A762-D302-4043-9613-E4A3565F8A9C}" srcOrd="4"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9D42EBD8-6EA1-47C7-BE3C-B461E43E8F84}" type="presOf" srcId="{7F2918EF-66C0-4D30-AE84-1F12AF4A951B}"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BF58F5F0-8ECE-4BB5-A536-969F7FCAFB55}" type="presOf" srcId="{7F2918EF-66C0-4D30-AE84-1F12AF4A951B}" destId="{F3EA6552-A609-4DEC-8C13-9FD1CC1A3398}" srcOrd="1"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custT="1"/>
      <dgm:spPr>
        <a:solidFill>
          <a:schemeClr val="accent3">
            <a:lumMod val="60000"/>
            <a:lumOff val="40000"/>
          </a:schemeClr>
        </a:solidFill>
      </dgm:spPr>
      <dgm:t>
        <a:bodyPr/>
        <a:lstStyle/>
        <a:p>
          <a:pPr algn="ctr" rtl="0"/>
          <a:r>
            <a:rPr lang="en-US" sz="2800" b="1" dirty="0">
              <a:solidFill>
                <a:schemeClr val="tx1"/>
              </a:solidFill>
            </a:rPr>
            <a:t>TUBOS PVC</a:t>
          </a: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a:solidFill>
          <a:srgbClr val="C00000">
            <a:alpha val="90000"/>
          </a:srgbClr>
        </a:solidFill>
      </dgm:spPr>
      <dgm:t>
        <a:bodyPr/>
        <a:lstStyle/>
        <a:p>
          <a:endParaRPr lang="es-ES" dirty="0">
            <a:solidFill>
              <a:schemeClr val="tx1"/>
            </a:solidFill>
          </a:endParaRPr>
        </a:p>
      </dgm:t>
    </dgm:pt>
    <dgm:pt modelId="{72118DD8-63A0-410B-8015-DEA3D6DDCE87}">
      <dgm:prSet/>
      <dgm:spPr/>
      <dgm:t>
        <a:bodyPr/>
        <a:lstStyle/>
        <a:p>
          <a:pPr rtl="0"/>
          <a:r>
            <a:rPr lang="es-ES" dirty="0">
              <a:solidFill>
                <a:schemeClr val="tx1"/>
              </a:solidFill>
            </a:rPr>
            <a:t>El día 24 de abril, se realizo el aumento en los tubos PVC del sistema de nivel de agua para corregir el caudal de liquido que caía desde la pared del tanque en lugar de caer desde arriba.</a:t>
          </a:r>
          <a:endParaRPr lang="en-US"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a:solidFill>
          <a:srgbClr val="C00000">
            <a:alpha val="90000"/>
          </a:srgbClr>
        </a:solidFill>
      </dgm:spPr>
      <dgm:t>
        <a:bodyPr/>
        <a:lstStyle/>
        <a:p>
          <a:endParaRPr lang="es-ES">
            <a:solidFill>
              <a:schemeClr val="tx1"/>
            </a:solidFill>
          </a:endParaRPr>
        </a:p>
      </dgm:t>
    </dgm:pt>
    <dgm:pt modelId="{10653214-9EEE-46E0-BD30-408AEDC33BE7}">
      <dgm:prSet/>
      <dgm:spPr/>
      <dgm:t>
        <a:bodyPr/>
        <a:lstStyle/>
        <a:p>
          <a:r>
            <a:rPr lang="es-ES" dirty="0">
              <a:solidFill>
                <a:schemeClr val="tx1"/>
              </a:solidFill>
            </a:rPr>
            <a:t>Se verifico que la instalación original no permitía mantener una altura de liquido adecuada y esto afectaba el funcionamiento del sistema.</a:t>
          </a:r>
          <a:endParaRPr lang="en-US"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a:solidFill>
          <a:srgbClr val="C00000">
            <a:alpha val="90000"/>
          </a:srgbClr>
        </a:solidFill>
      </dgm:spPr>
      <dgm:t>
        <a:bodyPr/>
        <a:lstStyle/>
        <a:p>
          <a:endParaRPr lang="es-ES">
            <a:solidFill>
              <a:schemeClr val="tx1"/>
            </a:solidFill>
          </a:endParaRPr>
        </a:p>
      </dgm:t>
    </dgm:pt>
    <dgm:pt modelId="{4EF2A762-D302-4043-9613-E4A3565F8A9C}">
      <dgm:prSet/>
      <dgm:spPr/>
      <dgm:t>
        <a:bodyPr/>
        <a:lstStyle/>
        <a:p>
          <a:pPr rtl="0"/>
          <a:r>
            <a:rPr lang="es-ES" dirty="0">
              <a:solidFill>
                <a:schemeClr val="tx1"/>
              </a:solidFill>
            </a:rPr>
            <a:t>Una vez finalizada la instalación, se realizo una prueba de funcionamiento  y se confirmo que el sistema de nivel de liquido esta operando correctamente. </a:t>
          </a:r>
          <a:endParaRPr lang="en-US"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dgm:t>
        <a:bodyPr/>
        <a:lstStyle/>
        <a:p>
          <a:endParaRPr lang="es-ES">
            <a:solidFill>
              <a:schemeClr val="tx1"/>
            </a:solidFill>
          </a:endParaRPr>
        </a:p>
      </dgm:t>
    </dgm:pt>
    <dgm:pt modelId="{7F2918EF-66C0-4D30-AE84-1F12AF4A951B}">
      <dgm:prSet/>
      <dgm:spPr/>
      <dgm:t>
        <a:bodyPr/>
        <a:lstStyle/>
        <a:p>
          <a:pPr rtl="0"/>
          <a:r>
            <a:rPr lang="es-ES" dirty="0">
              <a:solidFill>
                <a:schemeClr val="tx1"/>
              </a:solidFill>
            </a:rPr>
            <a:t>Se procedió a desmontar los tubos PVC existentes y a instalar nuevos tubos con una mayor inclinación, permitiendo que el caudal de agua caiga desde arriba de manera adecuada. </a:t>
          </a:r>
          <a:endParaRPr lang="en-US" dirty="0">
            <a:solidFill>
              <a:schemeClr val="tx1"/>
            </a:solidFill>
          </a:endParaRPr>
        </a:p>
      </dgm:t>
    </dgm:pt>
    <dgm:pt modelId="{F4EDB3D2-658F-4F6B-B8F9-1D0C1CB998A5}" type="parTrans" cxnId="{F112DC41-3EDA-4ADA-83E2-636596A7893E}">
      <dgm:prSet/>
      <dgm:spPr/>
      <dgm:t>
        <a:bodyPr/>
        <a:lstStyle/>
        <a:p>
          <a:endParaRPr lang="es-BO"/>
        </a:p>
      </dgm:t>
    </dgm:pt>
    <dgm:pt modelId="{914C5ED8-334F-4FC7-BF44-9D620EC462C4}" type="sibTrans" cxnId="{F112DC41-3EDA-4ADA-83E2-636596A7893E}">
      <dgm:prSet/>
      <dgm:spPr>
        <a:solidFill>
          <a:srgbClr val="C00000">
            <a:alpha val="90000"/>
          </a:srgbClr>
        </a:solidFill>
      </dgm:spPr>
      <dgm:t>
        <a:bodyPr/>
        <a:lstStyle/>
        <a:p>
          <a:endParaRPr lang="es-BO"/>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Y="99216">
        <dgm:presLayoutVars>
          <dgm:bulletEnabled val="1"/>
        </dgm:presLayoutVars>
      </dgm:prSet>
      <dgm:spPr/>
    </dgm:pt>
    <dgm:pt modelId="{176C9AB9-268F-4542-8858-410F7980C292}" type="pres">
      <dgm:prSet presAssocID="{B7F2EA6C-38D2-4D46-8B45-4DA20E4B57E5}" presName="FiveNodes_2" presStyleLbl="node1" presStyleIdx="1" presStyleCnt="5" custLinFactNeighborX="3286" custLinFactNeighborY="-1874">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custLinFactNeighborX="-537">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88CAA12D-3894-4892-BD52-F0AF60A016EB}" type="presOf" srcId="{4EF2A762-D302-4043-9613-E4A3565F8A9C}" destId="{F4C74FB0-ABBF-4F7A-BD69-8416730E4DFD}" srcOrd="1" destOrd="0" presId="urn:microsoft.com/office/officeart/2005/8/layout/vProcess5"/>
    <dgm:cxn modelId="{F112DC41-3EDA-4ADA-83E2-636596A7893E}" srcId="{B7F2EA6C-38D2-4D46-8B45-4DA20E4B57E5}" destId="{7F2918EF-66C0-4D30-AE84-1F12AF4A951B}" srcOrd="3" destOrd="0" parTransId="{F4EDB3D2-658F-4F6B-B8F9-1D0C1CB998A5}" sibTransId="{914C5ED8-334F-4FC7-BF44-9D620EC462C4}"/>
    <dgm:cxn modelId="{F131B546-F99F-47A6-A0AC-0A9E7E81088D}" type="presOf" srcId="{10653214-9EEE-46E0-BD30-408AEDC33BE7}" destId="{4EFE6E1B-9267-487A-8669-EC3595E5F5DA}" srcOrd="1" destOrd="0" presId="urn:microsoft.com/office/officeart/2005/8/layout/vProcess5"/>
    <dgm:cxn modelId="{EEC59C67-389D-41C0-855C-85CCD5A41CE7}" type="presOf" srcId="{914C5ED8-334F-4FC7-BF44-9D620EC462C4}" destId="{AB1EE32B-45DD-4541-BDC7-76A8FFD50982}" srcOrd="0"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D5E35986-638F-4C8C-9CA1-361BC17C815D}" type="presOf" srcId="{4EF2A762-D302-4043-9613-E4A3565F8A9C}" destId="{498B0189-1D5E-41B5-BCD4-B5191EB685CF}" srcOrd="0" destOrd="0" presId="urn:microsoft.com/office/officeart/2005/8/layout/vProcess5"/>
    <dgm:cxn modelId="{6D11D1A1-45D5-48FA-B0ED-FA6F0B8E7679}" srcId="{B7F2EA6C-38D2-4D46-8B45-4DA20E4B57E5}" destId="{4EF2A762-D302-4043-9613-E4A3565F8A9C}" srcOrd="4"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9D42EBD8-6EA1-47C7-BE3C-B461E43E8F84}" type="presOf" srcId="{7F2918EF-66C0-4D30-AE84-1F12AF4A951B}"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BF58F5F0-8ECE-4BB5-A536-969F7FCAFB55}" type="presOf" srcId="{7F2918EF-66C0-4D30-AE84-1F12AF4A951B}" destId="{F3EA6552-A609-4DEC-8C13-9FD1CC1A3398}" srcOrd="1"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B7F2EA6C-38D2-4D46-8B45-4DA20E4B57E5}"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es-ES"/>
        </a:p>
      </dgm:t>
    </dgm:pt>
    <dgm:pt modelId="{8984B55C-3E64-439F-A595-395389D28C40}">
      <dgm:prSet/>
      <dgm:spPr/>
      <dgm:t>
        <a:bodyPr/>
        <a:lstStyle/>
        <a:p>
          <a:pPr rtl="0"/>
          <a:r>
            <a:rPr lang="en-US" dirty="0">
              <a:solidFill>
                <a:schemeClr val="tx1"/>
              </a:solidFill>
            </a:rPr>
            <a:t>TUBOS PVC</a:t>
          </a:r>
        </a:p>
      </dgm:t>
    </dgm:pt>
    <dgm:pt modelId="{773EFA5D-8482-4448-B641-37A7EA73E802}" type="parTrans" cxnId="{3CFF9977-8DEA-4C6A-9899-06F2C862B677}">
      <dgm:prSet/>
      <dgm:spPr/>
      <dgm:t>
        <a:bodyPr/>
        <a:lstStyle/>
        <a:p>
          <a:endParaRPr lang="es-ES">
            <a:solidFill>
              <a:schemeClr val="tx1"/>
            </a:solidFill>
          </a:endParaRPr>
        </a:p>
      </dgm:t>
    </dgm:pt>
    <dgm:pt modelId="{85249E67-F3DF-4771-9AC1-8C6CC49CD264}" type="sibTrans" cxnId="{3CFF9977-8DEA-4C6A-9899-06F2C862B677}">
      <dgm:prSet/>
      <dgm:spPr/>
      <dgm:t>
        <a:bodyPr/>
        <a:lstStyle/>
        <a:p>
          <a:endParaRPr lang="es-ES">
            <a:solidFill>
              <a:schemeClr val="tx1"/>
            </a:solidFill>
          </a:endParaRPr>
        </a:p>
      </dgm:t>
    </dgm:pt>
    <dgm:pt modelId="{72118DD8-63A0-410B-8015-DEA3D6DDCE87}">
      <dgm:prSet/>
      <dgm:spPr/>
      <dgm:t>
        <a:bodyPr/>
        <a:lstStyle/>
        <a:p>
          <a:pPr rtl="0"/>
          <a:r>
            <a:rPr lang="es-ES" dirty="0"/>
            <a:t>El día 24 de abril, se realizo el aumento en los tubos PVC del sistema de nivel de agua para corregir el caudal de liquido que caía desde la pared del tanque en lugar de caer desde arriba.</a:t>
          </a:r>
          <a:endParaRPr lang="en-US" dirty="0">
            <a:solidFill>
              <a:schemeClr val="tx1"/>
            </a:solidFill>
          </a:endParaRPr>
        </a:p>
      </dgm:t>
    </dgm:pt>
    <dgm:pt modelId="{03372D8F-8493-4FA0-B2B1-8B7740E4E802}" type="parTrans" cxnId="{5F423D7F-B4D6-43A9-80CB-C6B014ED053B}">
      <dgm:prSet/>
      <dgm:spPr/>
      <dgm:t>
        <a:bodyPr/>
        <a:lstStyle/>
        <a:p>
          <a:endParaRPr lang="es-ES">
            <a:solidFill>
              <a:schemeClr val="tx1"/>
            </a:solidFill>
          </a:endParaRPr>
        </a:p>
      </dgm:t>
    </dgm:pt>
    <dgm:pt modelId="{A8F00A03-FD4D-4FA6-8116-414E94A206D4}" type="sibTrans" cxnId="{5F423D7F-B4D6-43A9-80CB-C6B014ED053B}">
      <dgm:prSet/>
      <dgm:spPr/>
      <dgm:t>
        <a:bodyPr/>
        <a:lstStyle/>
        <a:p>
          <a:endParaRPr lang="es-ES">
            <a:solidFill>
              <a:schemeClr val="tx1"/>
            </a:solidFill>
          </a:endParaRPr>
        </a:p>
      </dgm:t>
    </dgm:pt>
    <dgm:pt modelId="{10653214-9EEE-46E0-BD30-408AEDC33BE7}">
      <dgm:prSet/>
      <dgm:spPr/>
      <dgm:t>
        <a:bodyPr/>
        <a:lstStyle/>
        <a:p>
          <a:r>
            <a:rPr lang="es-ES" dirty="0"/>
            <a:t>Se verifico que la instalación original no permitía mantener una altura de liquido adecuada y esto afectaba el funcionamiento del sistema .</a:t>
          </a:r>
          <a:endParaRPr lang="en-US" dirty="0">
            <a:solidFill>
              <a:schemeClr val="tx1"/>
            </a:solidFill>
          </a:endParaRPr>
        </a:p>
      </dgm:t>
    </dgm:pt>
    <dgm:pt modelId="{27D155B1-E39B-4F39-8744-7368F7EAB810}" type="parTrans" cxnId="{45DBD5AE-3AE5-4874-A4B8-AD7CFA3104FA}">
      <dgm:prSet/>
      <dgm:spPr/>
      <dgm:t>
        <a:bodyPr/>
        <a:lstStyle/>
        <a:p>
          <a:endParaRPr lang="es-ES">
            <a:solidFill>
              <a:schemeClr val="tx1"/>
            </a:solidFill>
          </a:endParaRPr>
        </a:p>
      </dgm:t>
    </dgm:pt>
    <dgm:pt modelId="{DB5DF01F-4125-4AFA-ADC9-912F68ADE2F8}" type="sibTrans" cxnId="{45DBD5AE-3AE5-4874-A4B8-AD7CFA3104FA}">
      <dgm:prSet/>
      <dgm:spPr/>
      <dgm:t>
        <a:bodyPr/>
        <a:lstStyle/>
        <a:p>
          <a:endParaRPr lang="es-ES">
            <a:solidFill>
              <a:schemeClr val="tx1"/>
            </a:solidFill>
          </a:endParaRPr>
        </a:p>
      </dgm:t>
    </dgm:pt>
    <dgm:pt modelId="{4EF2A762-D302-4043-9613-E4A3565F8A9C}">
      <dgm:prSet/>
      <dgm:spPr/>
      <dgm:t>
        <a:bodyPr/>
        <a:lstStyle/>
        <a:p>
          <a:pPr rtl="0"/>
          <a:r>
            <a:rPr lang="es-ES" dirty="0"/>
            <a:t>Una vez finalizada la instalación, se realizo una prueba de funcionamiento  y se confirmo que el sistema de nivel de liquido esta operando correctamente. </a:t>
          </a:r>
          <a:endParaRPr lang="en-US" dirty="0">
            <a:solidFill>
              <a:schemeClr val="tx1"/>
            </a:solidFill>
          </a:endParaRPr>
        </a:p>
      </dgm:t>
    </dgm:pt>
    <dgm:pt modelId="{C246B544-9A19-4162-998C-FF4691A959E1}" type="parTrans" cxnId="{6D11D1A1-45D5-48FA-B0ED-FA6F0B8E7679}">
      <dgm:prSet/>
      <dgm:spPr/>
      <dgm:t>
        <a:bodyPr/>
        <a:lstStyle/>
        <a:p>
          <a:endParaRPr lang="es-ES">
            <a:solidFill>
              <a:schemeClr val="tx1"/>
            </a:solidFill>
          </a:endParaRPr>
        </a:p>
      </dgm:t>
    </dgm:pt>
    <dgm:pt modelId="{8B32B83C-3CA1-4EE5-B1CD-B4DDA01C3687}" type="sibTrans" cxnId="{6D11D1A1-45D5-48FA-B0ED-FA6F0B8E7679}">
      <dgm:prSet/>
      <dgm:spPr/>
      <dgm:t>
        <a:bodyPr/>
        <a:lstStyle/>
        <a:p>
          <a:endParaRPr lang="es-ES">
            <a:solidFill>
              <a:schemeClr val="tx1"/>
            </a:solidFill>
          </a:endParaRPr>
        </a:p>
      </dgm:t>
    </dgm:pt>
    <dgm:pt modelId="{7F2918EF-66C0-4D30-AE84-1F12AF4A951B}">
      <dgm:prSet/>
      <dgm:spPr/>
      <dgm:t>
        <a:bodyPr/>
        <a:lstStyle/>
        <a:p>
          <a:pPr rtl="0"/>
          <a:r>
            <a:rPr lang="es-ES" dirty="0"/>
            <a:t>Se procedió a desmontar los tubos PVC existentes y a instalar nuevos tubos con una mayor inclinación, permitiendo que el caudal de agua caiga desde arriba de manera adecuada. </a:t>
          </a:r>
          <a:endParaRPr lang="en-US" dirty="0">
            <a:solidFill>
              <a:schemeClr val="tx1"/>
            </a:solidFill>
          </a:endParaRPr>
        </a:p>
      </dgm:t>
    </dgm:pt>
    <dgm:pt modelId="{F4EDB3D2-658F-4F6B-B8F9-1D0C1CB998A5}" type="parTrans" cxnId="{F112DC41-3EDA-4ADA-83E2-636596A7893E}">
      <dgm:prSet/>
      <dgm:spPr/>
      <dgm:t>
        <a:bodyPr/>
        <a:lstStyle/>
        <a:p>
          <a:endParaRPr lang="es-BO"/>
        </a:p>
      </dgm:t>
    </dgm:pt>
    <dgm:pt modelId="{914C5ED8-334F-4FC7-BF44-9D620EC462C4}" type="sibTrans" cxnId="{F112DC41-3EDA-4ADA-83E2-636596A7893E}">
      <dgm:prSet/>
      <dgm:spPr/>
      <dgm:t>
        <a:bodyPr/>
        <a:lstStyle/>
        <a:p>
          <a:endParaRPr lang="es-BO"/>
        </a:p>
      </dgm:t>
    </dgm:pt>
    <dgm:pt modelId="{8F8C2596-501D-4B69-9B89-4D5E9B51FEB0}" type="pres">
      <dgm:prSet presAssocID="{B7F2EA6C-38D2-4D46-8B45-4DA20E4B57E5}" presName="outerComposite" presStyleCnt="0">
        <dgm:presLayoutVars>
          <dgm:chMax val="5"/>
          <dgm:dir/>
          <dgm:resizeHandles val="exact"/>
        </dgm:presLayoutVars>
      </dgm:prSet>
      <dgm:spPr/>
    </dgm:pt>
    <dgm:pt modelId="{A45610E1-C480-4BAA-B3F4-909E60ED1082}" type="pres">
      <dgm:prSet presAssocID="{B7F2EA6C-38D2-4D46-8B45-4DA20E4B57E5}" presName="dummyMaxCanvas" presStyleCnt="0">
        <dgm:presLayoutVars/>
      </dgm:prSet>
      <dgm:spPr/>
    </dgm:pt>
    <dgm:pt modelId="{5F656477-0B1D-4A0D-8CFB-5088367347BE}" type="pres">
      <dgm:prSet presAssocID="{B7F2EA6C-38D2-4D46-8B45-4DA20E4B57E5}" presName="FiveNodes_1" presStyleLbl="node1" presStyleIdx="0" presStyleCnt="5" custScaleY="99216">
        <dgm:presLayoutVars>
          <dgm:bulletEnabled val="1"/>
        </dgm:presLayoutVars>
      </dgm:prSet>
      <dgm:spPr/>
    </dgm:pt>
    <dgm:pt modelId="{176C9AB9-268F-4542-8858-410F7980C292}" type="pres">
      <dgm:prSet presAssocID="{B7F2EA6C-38D2-4D46-8B45-4DA20E4B57E5}" presName="FiveNodes_2" presStyleLbl="node1" presStyleIdx="1" presStyleCnt="5" custLinFactNeighborX="3286" custLinFactNeighborY="-1874">
        <dgm:presLayoutVars>
          <dgm:bulletEnabled val="1"/>
        </dgm:presLayoutVars>
      </dgm:prSet>
      <dgm:spPr/>
    </dgm:pt>
    <dgm:pt modelId="{66379E1A-0F09-45D6-84BB-E01BD8286EAC}" type="pres">
      <dgm:prSet presAssocID="{B7F2EA6C-38D2-4D46-8B45-4DA20E4B57E5}" presName="FiveNodes_3" presStyleLbl="node1" presStyleIdx="2" presStyleCnt="5">
        <dgm:presLayoutVars>
          <dgm:bulletEnabled val="1"/>
        </dgm:presLayoutVars>
      </dgm:prSet>
      <dgm:spPr/>
    </dgm:pt>
    <dgm:pt modelId="{D1B66F5B-4D53-492D-9743-9A11E84815BD}" type="pres">
      <dgm:prSet presAssocID="{B7F2EA6C-38D2-4D46-8B45-4DA20E4B57E5}" presName="FiveNodes_4" presStyleLbl="node1" presStyleIdx="3" presStyleCnt="5">
        <dgm:presLayoutVars>
          <dgm:bulletEnabled val="1"/>
        </dgm:presLayoutVars>
      </dgm:prSet>
      <dgm:spPr/>
    </dgm:pt>
    <dgm:pt modelId="{498B0189-1D5E-41B5-BCD4-B5191EB685CF}" type="pres">
      <dgm:prSet presAssocID="{B7F2EA6C-38D2-4D46-8B45-4DA20E4B57E5}" presName="FiveNodes_5" presStyleLbl="node1" presStyleIdx="4" presStyleCnt="5" custLinFactNeighborX="-537">
        <dgm:presLayoutVars>
          <dgm:bulletEnabled val="1"/>
        </dgm:presLayoutVars>
      </dgm:prSet>
      <dgm:spPr/>
    </dgm:pt>
    <dgm:pt modelId="{E6B5DF30-7638-4B5E-98E1-0E3FF1419B24}" type="pres">
      <dgm:prSet presAssocID="{B7F2EA6C-38D2-4D46-8B45-4DA20E4B57E5}" presName="FiveConn_1-2" presStyleLbl="fgAccFollowNode1" presStyleIdx="0" presStyleCnt="4">
        <dgm:presLayoutVars>
          <dgm:bulletEnabled val="1"/>
        </dgm:presLayoutVars>
      </dgm:prSet>
      <dgm:spPr/>
    </dgm:pt>
    <dgm:pt modelId="{08A01CBC-2114-4238-9CF1-00132CA1EEC6}" type="pres">
      <dgm:prSet presAssocID="{B7F2EA6C-38D2-4D46-8B45-4DA20E4B57E5}" presName="FiveConn_2-3" presStyleLbl="fgAccFollowNode1" presStyleIdx="1" presStyleCnt="4">
        <dgm:presLayoutVars>
          <dgm:bulletEnabled val="1"/>
        </dgm:presLayoutVars>
      </dgm:prSet>
      <dgm:spPr/>
    </dgm:pt>
    <dgm:pt modelId="{DF26EFB5-032F-4D55-9B0B-38F4247FE97C}" type="pres">
      <dgm:prSet presAssocID="{B7F2EA6C-38D2-4D46-8B45-4DA20E4B57E5}" presName="FiveConn_3-4" presStyleLbl="fgAccFollowNode1" presStyleIdx="2" presStyleCnt="4">
        <dgm:presLayoutVars>
          <dgm:bulletEnabled val="1"/>
        </dgm:presLayoutVars>
      </dgm:prSet>
      <dgm:spPr/>
    </dgm:pt>
    <dgm:pt modelId="{AB1EE32B-45DD-4541-BDC7-76A8FFD50982}" type="pres">
      <dgm:prSet presAssocID="{B7F2EA6C-38D2-4D46-8B45-4DA20E4B57E5}" presName="FiveConn_4-5" presStyleLbl="fgAccFollowNode1" presStyleIdx="3" presStyleCnt="4">
        <dgm:presLayoutVars>
          <dgm:bulletEnabled val="1"/>
        </dgm:presLayoutVars>
      </dgm:prSet>
      <dgm:spPr/>
    </dgm:pt>
    <dgm:pt modelId="{7E23AB31-539B-489D-B54F-7FBA0C6A0891}" type="pres">
      <dgm:prSet presAssocID="{B7F2EA6C-38D2-4D46-8B45-4DA20E4B57E5}" presName="FiveNodes_1_text" presStyleLbl="node1" presStyleIdx="4" presStyleCnt="5">
        <dgm:presLayoutVars>
          <dgm:bulletEnabled val="1"/>
        </dgm:presLayoutVars>
      </dgm:prSet>
      <dgm:spPr/>
    </dgm:pt>
    <dgm:pt modelId="{81BCD6B2-5655-43C1-A1F2-C9D0EBC42085}" type="pres">
      <dgm:prSet presAssocID="{B7F2EA6C-38D2-4D46-8B45-4DA20E4B57E5}" presName="FiveNodes_2_text" presStyleLbl="node1" presStyleIdx="4" presStyleCnt="5">
        <dgm:presLayoutVars>
          <dgm:bulletEnabled val="1"/>
        </dgm:presLayoutVars>
      </dgm:prSet>
      <dgm:spPr/>
    </dgm:pt>
    <dgm:pt modelId="{4EFE6E1B-9267-487A-8669-EC3595E5F5DA}" type="pres">
      <dgm:prSet presAssocID="{B7F2EA6C-38D2-4D46-8B45-4DA20E4B57E5}" presName="FiveNodes_3_text" presStyleLbl="node1" presStyleIdx="4" presStyleCnt="5">
        <dgm:presLayoutVars>
          <dgm:bulletEnabled val="1"/>
        </dgm:presLayoutVars>
      </dgm:prSet>
      <dgm:spPr/>
    </dgm:pt>
    <dgm:pt modelId="{F3EA6552-A609-4DEC-8C13-9FD1CC1A3398}" type="pres">
      <dgm:prSet presAssocID="{B7F2EA6C-38D2-4D46-8B45-4DA20E4B57E5}" presName="FiveNodes_4_text" presStyleLbl="node1" presStyleIdx="4" presStyleCnt="5">
        <dgm:presLayoutVars>
          <dgm:bulletEnabled val="1"/>
        </dgm:presLayoutVars>
      </dgm:prSet>
      <dgm:spPr/>
    </dgm:pt>
    <dgm:pt modelId="{F4C74FB0-ABBF-4F7A-BD69-8416730E4DFD}" type="pres">
      <dgm:prSet presAssocID="{B7F2EA6C-38D2-4D46-8B45-4DA20E4B57E5}" presName="FiveNodes_5_text" presStyleLbl="node1" presStyleIdx="4" presStyleCnt="5">
        <dgm:presLayoutVars>
          <dgm:bulletEnabled val="1"/>
        </dgm:presLayoutVars>
      </dgm:prSet>
      <dgm:spPr/>
    </dgm:pt>
  </dgm:ptLst>
  <dgm:cxnLst>
    <dgm:cxn modelId="{FB31AF0D-F81F-49F7-8BA8-9956DE1563E2}" type="presOf" srcId="{10653214-9EEE-46E0-BD30-408AEDC33BE7}" destId="{66379E1A-0F09-45D6-84BB-E01BD8286EAC}" srcOrd="0" destOrd="0" presId="urn:microsoft.com/office/officeart/2005/8/layout/vProcess5"/>
    <dgm:cxn modelId="{88E38A18-3054-4922-A34B-7527BAF5B2F4}" type="presOf" srcId="{A8F00A03-FD4D-4FA6-8116-414E94A206D4}" destId="{08A01CBC-2114-4238-9CF1-00132CA1EEC6}" srcOrd="0" destOrd="0" presId="urn:microsoft.com/office/officeart/2005/8/layout/vProcess5"/>
    <dgm:cxn modelId="{88CAA12D-3894-4892-BD52-F0AF60A016EB}" type="presOf" srcId="{4EF2A762-D302-4043-9613-E4A3565F8A9C}" destId="{F4C74FB0-ABBF-4F7A-BD69-8416730E4DFD}" srcOrd="1" destOrd="0" presId="urn:microsoft.com/office/officeart/2005/8/layout/vProcess5"/>
    <dgm:cxn modelId="{F112DC41-3EDA-4ADA-83E2-636596A7893E}" srcId="{B7F2EA6C-38D2-4D46-8B45-4DA20E4B57E5}" destId="{7F2918EF-66C0-4D30-AE84-1F12AF4A951B}" srcOrd="3" destOrd="0" parTransId="{F4EDB3D2-658F-4F6B-B8F9-1D0C1CB998A5}" sibTransId="{914C5ED8-334F-4FC7-BF44-9D620EC462C4}"/>
    <dgm:cxn modelId="{F131B546-F99F-47A6-A0AC-0A9E7E81088D}" type="presOf" srcId="{10653214-9EEE-46E0-BD30-408AEDC33BE7}" destId="{4EFE6E1B-9267-487A-8669-EC3595E5F5DA}" srcOrd="1" destOrd="0" presId="urn:microsoft.com/office/officeart/2005/8/layout/vProcess5"/>
    <dgm:cxn modelId="{EEC59C67-389D-41C0-855C-85CCD5A41CE7}" type="presOf" srcId="{914C5ED8-334F-4FC7-BF44-9D620EC462C4}" destId="{AB1EE32B-45DD-4541-BDC7-76A8FFD50982}" srcOrd="0" destOrd="0" presId="urn:microsoft.com/office/officeart/2005/8/layout/vProcess5"/>
    <dgm:cxn modelId="{0027D269-2A07-4B44-8D39-294FFF5FFAEE}" type="presOf" srcId="{DB5DF01F-4125-4AFA-ADC9-912F68ADE2F8}" destId="{DF26EFB5-032F-4D55-9B0B-38F4247FE97C}" srcOrd="0" destOrd="0" presId="urn:microsoft.com/office/officeart/2005/8/layout/vProcess5"/>
    <dgm:cxn modelId="{62302475-519A-4B39-A295-A35330507CE3}" type="presOf" srcId="{72118DD8-63A0-410B-8015-DEA3D6DDCE87}" destId="{176C9AB9-268F-4542-8858-410F7980C292}" srcOrd="0" destOrd="0" presId="urn:microsoft.com/office/officeart/2005/8/layout/vProcess5"/>
    <dgm:cxn modelId="{3CFF9977-8DEA-4C6A-9899-06F2C862B677}" srcId="{B7F2EA6C-38D2-4D46-8B45-4DA20E4B57E5}" destId="{8984B55C-3E64-439F-A595-395389D28C40}" srcOrd="0" destOrd="0" parTransId="{773EFA5D-8482-4448-B641-37A7EA73E802}" sibTransId="{85249E67-F3DF-4771-9AC1-8C6CC49CD264}"/>
    <dgm:cxn modelId="{5F423D7F-B4D6-43A9-80CB-C6B014ED053B}" srcId="{B7F2EA6C-38D2-4D46-8B45-4DA20E4B57E5}" destId="{72118DD8-63A0-410B-8015-DEA3D6DDCE87}" srcOrd="1" destOrd="0" parTransId="{03372D8F-8493-4FA0-B2B1-8B7740E4E802}" sibTransId="{A8F00A03-FD4D-4FA6-8116-414E94A206D4}"/>
    <dgm:cxn modelId="{62660581-EF24-4FCD-9207-70B811FBA489}" type="presOf" srcId="{8984B55C-3E64-439F-A595-395389D28C40}" destId="{5F656477-0B1D-4A0D-8CFB-5088367347BE}" srcOrd="0" destOrd="0" presId="urn:microsoft.com/office/officeart/2005/8/layout/vProcess5"/>
    <dgm:cxn modelId="{D5E35986-638F-4C8C-9CA1-361BC17C815D}" type="presOf" srcId="{4EF2A762-D302-4043-9613-E4A3565F8A9C}" destId="{498B0189-1D5E-41B5-BCD4-B5191EB685CF}" srcOrd="0" destOrd="0" presId="urn:microsoft.com/office/officeart/2005/8/layout/vProcess5"/>
    <dgm:cxn modelId="{6D11D1A1-45D5-48FA-B0ED-FA6F0B8E7679}" srcId="{B7F2EA6C-38D2-4D46-8B45-4DA20E4B57E5}" destId="{4EF2A762-D302-4043-9613-E4A3565F8A9C}" srcOrd="4" destOrd="0" parTransId="{C246B544-9A19-4162-998C-FF4691A959E1}" sibTransId="{8B32B83C-3CA1-4EE5-B1CD-B4DDA01C3687}"/>
    <dgm:cxn modelId="{45DBD5AE-3AE5-4874-A4B8-AD7CFA3104FA}" srcId="{B7F2EA6C-38D2-4D46-8B45-4DA20E4B57E5}" destId="{10653214-9EEE-46E0-BD30-408AEDC33BE7}" srcOrd="2" destOrd="0" parTransId="{27D155B1-E39B-4F39-8744-7368F7EAB810}" sibTransId="{DB5DF01F-4125-4AFA-ADC9-912F68ADE2F8}"/>
    <dgm:cxn modelId="{B10987AF-36FA-41D0-B3F7-C8B3530EB487}" type="presOf" srcId="{8984B55C-3E64-439F-A595-395389D28C40}" destId="{7E23AB31-539B-489D-B54F-7FBA0C6A0891}" srcOrd="1" destOrd="0" presId="urn:microsoft.com/office/officeart/2005/8/layout/vProcess5"/>
    <dgm:cxn modelId="{D34B0FB7-22A0-4925-A927-3BE6ACC9D663}" type="presOf" srcId="{72118DD8-63A0-410B-8015-DEA3D6DDCE87}" destId="{81BCD6B2-5655-43C1-A1F2-C9D0EBC42085}" srcOrd="1" destOrd="0" presId="urn:microsoft.com/office/officeart/2005/8/layout/vProcess5"/>
    <dgm:cxn modelId="{9D42EBD8-6EA1-47C7-BE3C-B461E43E8F84}" type="presOf" srcId="{7F2918EF-66C0-4D30-AE84-1F12AF4A951B}" destId="{D1B66F5B-4D53-492D-9743-9A11E84815BD}" srcOrd="0" destOrd="0" presId="urn:microsoft.com/office/officeart/2005/8/layout/vProcess5"/>
    <dgm:cxn modelId="{22BB06E5-1D92-4817-A0EF-3CA93917FA3C}" type="presOf" srcId="{85249E67-F3DF-4771-9AC1-8C6CC49CD264}" destId="{E6B5DF30-7638-4B5E-98E1-0E3FF1419B24}" srcOrd="0" destOrd="0" presId="urn:microsoft.com/office/officeart/2005/8/layout/vProcess5"/>
    <dgm:cxn modelId="{F363B7EC-83E0-42E0-8EEE-E30A605F781E}" type="presOf" srcId="{B7F2EA6C-38D2-4D46-8B45-4DA20E4B57E5}" destId="{8F8C2596-501D-4B69-9B89-4D5E9B51FEB0}" srcOrd="0" destOrd="0" presId="urn:microsoft.com/office/officeart/2005/8/layout/vProcess5"/>
    <dgm:cxn modelId="{BF58F5F0-8ECE-4BB5-A536-969F7FCAFB55}" type="presOf" srcId="{7F2918EF-66C0-4D30-AE84-1F12AF4A951B}" destId="{F3EA6552-A609-4DEC-8C13-9FD1CC1A3398}" srcOrd="1" destOrd="0" presId="urn:microsoft.com/office/officeart/2005/8/layout/vProcess5"/>
    <dgm:cxn modelId="{D6E7BFD0-36BB-4369-BDD2-5A1D3336EEFA}" type="presParOf" srcId="{8F8C2596-501D-4B69-9B89-4D5E9B51FEB0}" destId="{A45610E1-C480-4BAA-B3F4-909E60ED1082}" srcOrd="0" destOrd="0" presId="urn:microsoft.com/office/officeart/2005/8/layout/vProcess5"/>
    <dgm:cxn modelId="{ABF0248F-7F1C-4EDB-89F0-84BAE7140BAA}" type="presParOf" srcId="{8F8C2596-501D-4B69-9B89-4D5E9B51FEB0}" destId="{5F656477-0B1D-4A0D-8CFB-5088367347BE}" srcOrd="1" destOrd="0" presId="urn:microsoft.com/office/officeart/2005/8/layout/vProcess5"/>
    <dgm:cxn modelId="{EA321A64-8813-4A46-BF46-B958BB61A695}" type="presParOf" srcId="{8F8C2596-501D-4B69-9B89-4D5E9B51FEB0}" destId="{176C9AB9-268F-4542-8858-410F7980C292}" srcOrd="2" destOrd="0" presId="urn:microsoft.com/office/officeart/2005/8/layout/vProcess5"/>
    <dgm:cxn modelId="{42F18977-0A77-48BC-A1BB-50399B1E9DC7}" type="presParOf" srcId="{8F8C2596-501D-4B69-9B89-4D5E9B51FEB0}" destId="{66379E1A-0F09-45D6-84BB-E01BD8286EAC}" srcOrd="3" destOrd="0" presId="urn:microsoft.com/office/officeart/2005/8/layout/vProcess5"/>
    <dgm:cxn modelId="{7EF9F831-452A-409A-99F2-1AB58ACF16C3}" type="presParOf" srcId="{8F8C2596-501D-4B69-9B89-4D5E9B51FEB0}" destId="{D1B66F5B-4D53-492D-9743-9A11E84815BD}" srcOrd="4" destOrd="0" presId="urn:microsoft.com/office/officeart/2005/8/layout/vProcess5"/>
    <dgm:cxn modelId="{FD3232A0-585B-40BE-AE74-1D6118F6D920}" type="presParOf" srcId="{8F8C2596-501D-4B69-9B89-4D5E9B51FEB0}" destId="{498B0189-1D5E-41B5-BCD4-B5191EB685CF}" srcOrd="5" destOrd="0" presId="urn:microsoft.com/office/officeart/2005/8/layout/vProcess5"/>
    <dgm:cxn modelId="{9CFE6451-5661-41F4-808F-7FBBCDEFC77D}" type="presParOf" srcId="{8F8C2596-501D-4B69-9B89-4D5E9B51FEB0}" destId="{E6B5DF30-7638-4B5E-98E1-0E3FF1419B24}" srcOrd="6" destOrd="0" presId="urn:microsoft.com/office/officeart/2005/8/layout/vProcess5"/>
    <dgm:cxn modelId="{06965147-D9B2-4312-B869-41F6D4978F3E}" type="presParOf" srcId="{8F8C2596-501D-4B69-9B89-4D5E9B51FEB0}" destId="{08A01CBC-2114-4238-9CF1-00132CA1EEC6}" srcOrd="7" destOrd="0" presId="urn:microsoft.com/office/officeart/2005/8/layout/vProcess5"/>
    <dgm:cxn modelId="{CD5F8EE7-2170-4A2A-8B8E-AD0F777138D6}" type="presParOf" srcId="{8F8C2596-501D-4B69-9B89-4D5E9B51FEB0}" destId="{DF26EFB5-032F-4D55-9B0B-38F4247FE97C}" srcOrd="8" destOrd="0" presId="urn:microsoft.com/office/officeart/2005/8/layout/vProcess5"/>
    <dgm:cxn modelId="{003A9B29-8D8F-427C-9DB5-34BCF644593D}" type="presParOf" srcId="{8F8C2596-501D-4B69-9B89-4D5E9B51FEB0}" destId="{AB1EE32B-45DD-4541-BDC7-76A8FFD50982}" srcOrd="9" destOrd="0" presId="urn:microsoft.com/office/officeart/2005/8/layout/vProcess5"/>
    <dgm:cxn modelId="{A1756AE3-2974-4189-B455-F6554D25507F}" type="presParOf" srcId="{8F8C2596-501D-4B69-9B89-4D5E9B51FEB0}" destId="{7E23AB31-539B-489D-B54F-7FBA0C6A0891}" srcOrd="10" destOrd="0" presId="urn:microsoft.com/office/officeart/2005/8/layout/vProcess5"/>
    <dgm:cxn modelId="{436A809F-4661-4259-BC6C-AE6CDFA8CE9C}" type="presParOf" srcId="{8F8C2596-501D-4B69-9B89-4D5E9B51FEB0}" destId="{81BCD6B2-5655-43C1-A1F2-C9D0EBC42085}" srcOrd="11" destOrd="0" presId="urn:microsoft.com/office/officeart/2005/8/layout/vProcess5"/>
    <dgm:cxn modelId="{D9D5A7CA-4416-4C09-A699-4A4F623E8F62}" type="presParOf" srcId="{8F8C2596-501D-4B69-9B89-4D5E9B51FEB0}" destId="{4EFE6E1B-9267-487A-8669-EC3595E5F5DA}" srcOrd="12" destOrd="0" presId="urn:microsoft.com/office/officeart/2005/8/layout/vProcess5"/>
    <dgm:cxn modelId="{08980A11-A089-465D-9776-838F30E633D4}" type="presParOf" srcId="{8F8C2596-501D-4B69-9B89-4D5E9B51FEB0}" destId="{F3EA6552-A609-4DEC-8C13-9FD1CC1A3398}" srcOrd="13" destOrd="0" presId="urn:microsoft.com/office/officeart/2005/8/layout/vProcess5"/>
    <dgm:cxn modelId="{0495B9D4-87D6-42CD-9118-DE2007473B26}" type="presParOf" srcId="{8F8C2596-501D-4B69-9B89-4D5E9B51FEB0}" destId="{F4C74FB0-ABBF-4F7A-BD69-8416730E4DFD}"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4DE15836-E9A7-41EA-942A-79EA8CBAC11D}" type="doc">
      <dgm:prSet loTypeId="urn:microsoft.com/office/officeart/2005/8/layout/process4" loCatId="list" qsTypeId="urn:microsoft.com/office/officeart/2005/8/quickstyle/simple3" qsCatId="simple" csTypeId="urn:microsoft.com/office/officeart/2005/8/colors/colorful4" csCatId="colorful" phldr="1"/>
      <dgm:spPr/>
      <dgm:t>
        <a:bodyPr/>
        <a:lstStyle/>
        <a:p>
          <a:endParaRPr lang="es-ES"/>
        </a:p>
      </dgm:t>
    </dgm:pt>
    <dgm:pt modelId="{B5E28BFC-6FB1-4A8A-82F8-4DAA64CEFA74}">
      <dgm:prSet custT="1"/>
      <dgm:spPr/>
      <dgm:t>
        <a:bodyPr/>
        <a:lstStyle/>
        <a:p>
          <a:pPr algn="just" rtl="0"/>
          <a:r>
            <a:rPr lang="es-BO" sz="2400" dirty="0"/>
            <a:t>Iniciar con el pulsador de inicio/apagado.</a:t>
          </a:r>
          <a:endParaRPr lang="en-US" sz="2400" dirty="0"/>
        </a:p>
      </dgm:t>
    </dgm:pt>
    <dgm:pt modelId="{1E5AB41F-42C0-4CAD-B524-A072C00FF2EF}" type="parTrans" cxnId="{3CB18F8C-9496-4273-A9D5-93CCF92DA5F8}">
      <dgm:prSet/>
      <dgm:spPr/>
      <dgm:t>
        <a:bodyPr/>
        <a:lstStyle/>
        <a:p>
          <a:pPr algn="just"/>
          <a:endParaRPr lang="es-ES" sz="2000"/>
        </a:p>
      </dgm:t>
    </dgm:pt>
    <dgm:pt modelId="{00F0071D-81B2-45E8-9386-1551CA1BAF38}" type="sibTrans" cxnId="{3CB18F8C-9496-4273-A9D5-93CCF92DA5F8}">
      <dgm:prSet/>
      <dgm:spPr/>
      <dgm:t>
        <a:bodyPr/>
        <a:lstStyle/>
        <a:p>
          <a:pPr algn="just"/>
          <a:endParaRPr lang="es-ES" sz="2000"/>
        </a:p>
      </dgm:t>
    </dgm:pt>
    <dgm:pt modelId="{4A127EA0-6533-43AE-AD83-C08FDCC08727}">
      <dgm:prSet custT="1"/>
      <dgm:spPr/>
      <dgm:t>
        <a:bodyPr/>
        <a:lstStyle/>
        <a:p>
          <a:pPr algn="just" rtl="0"/>
          <a:r>
            <a:rPr lang="es-BO" sz="2400" dirty="0"/>
            <a:t>Hacer el control de liquido mediante los sensores vibratorios.</a:t>
          </a:r>
          <a:endParaRPr lang="en-US" sz="2400" dirty="0"/>
        </a:p>
      </dgm:t>
    </dgm:pt>
    <dgm:pt modelId="{484B938A-8648-4FB5-89F5-4A4D20484543}" type="parTrans" cxnId="{EF8481A3-937E-430F-8DA9-20D1E539353B}">
      <dgm:prSet/>
      <dgm:spPr/>
      <dgm:t>
        <a:bodyPr/>
        <a:lstStyle/>
        <a:p>
          <a:pPr algn="just"/>
          <a:endParaRPr lang="es-ES" sz="2000"/>
        </a:p>
      </dgm:t>
    </dgm:pt>
    <dgm:pt modelId="{0D91A171-4ACB-4035-A775-65E603527A48}" type="sibTrans" cxnId="{EF8481A3-937E-430F-8DA9-20D1E539353B}">
      <dgm:prSet/>
      <dgm:spPr/>
      <dgm:t>
        <a:bodyPr/>
        <a:lstStyle/>
        <a:p>
          <a:pPr algn="just"/>
          <a:endParaRPr lang="es-ES" sz="2000"/>
        </a:p>
      </dgm:t>
    </dgm:pt>
    <dgm:pt modelId="{16E69CB8-F3C5-43DD-9ADC-BF588D601D42}">
      <dgm:prSet custT="1"/>
      <dgm:spPr/>
      <dgm:t>
        <a:bodyPr/>
        <a:lstStyle/>
        <a:p>
          <a:pPr algn="just" rtl="0"/>
          <a:r>
            <a:rPr lang="es-BO" sz="2400" dirty="0"/>
            <a:t>Manipular el variador de frecuencia de manera que  deberá dejar de funcionar en cuando supere el nivel de liquido de llenado.</a:t>
          </a:r>
          <a:endParaRPr lang="en-US" sz="2400" dirty="0"/>
        </a:p>
      </dgm:t>
    </dgm:pt>
    <dgm:pt modelId="{0D135484-8315-46DB-A104-DA7D16E2D75A}" type="parTrans" cxnId="{BCE070A1-073D-401D-81A1-A91560A77C4B}">
      <dgm:prSet/>
      <dgm:spPr/>
      <dgm:t>
        <a:bodyPr/>
        <a:lstStyle/>
        <a:p>
          <a:pPr algn="just"/>
          <a:endParaRPr lang="es-ES" sz="2000"/>
        </a:p>
      </dgm:t>
    </dgm:pt>
    <dgm:pt modelId="{96699E2A-00D1-4E49-BFF7-5F3D46BE8A87}" type="sibTrans" cxnId="{BCE070A1-073D-401D-81A1-A91560A77C4B}">
      <dgm:prSet/>
      <dgm:spPr/>
      <dgm:t>
        <a:bodyPr/>
        <a:lstStyle/>
        <a:p>
          <a:pPr algn="just"/>
          <a:endParaRPr lang="es-ES" sz="2000"/>
        </a:p>
      </dgm:t>
    </dgm:pt>
    <dgm:pt modelId="{D4B30932-C2CB-4105-A116-DFCAAF3C19A5}">
      <dgm:prSet custT="1"/>
      <dgm:spPr/>
      <dgm:t>
        <a:bodyPr/>
        <a:lstStyle/>
        <a:p>
          <a:pPr algn="just" rtl="0"/>
          <a:r>
            <a:rPr lang="es-BO" sz="2400" dirty="0"/>
            <a:t>desactivar las electroválvulas(NC)cuando el proceso de llenado de tanque de liquido halla llegado a finalizar.</a:t>
          </a:r>
          <a:endParaRPr lang="en-US" sz="2400" dirty="0"/>
        </a:p>
      </dgm:t>
    </dgm:pt>
    <dgm:pt modelId="{4CB8E0BF-2E87-436D-9B82-0F5670937697}" type="parTrans" cxnId="{C549888B-44DF-409A-851B-6AA3B34E03A1}">
      <dgm:prSet/>
      <dgm:spPr/>
      <dgm:t>
        <a:bodyPr/>
        <a:lstStyle/>
        <a:p>
          <a:pPr algn="just"/>
          <a:endParaRPr lang="es-ES" sz="2000"/>
        </a:p>
      </dgm:t>
    </dgm:pt>
    <dgm:pt modelId="{15F75B2F-0CB1-4E0E-B478-CC3486203505}" type="sibTrans" cxnId="{C549888B-44DF-409A-851B-6AA3B34E03A1}">
      <dgm:prSet/>
      <dgm:spPr/>
      <dgm:t>
        <a:bodyPr/>
        <a:lstStyle/>
        <a:p>
          <a:pPr algn="just"/>
          <a:endParaRPr lang="es-ES" sz="2000"/>
        </a:p>
      </dgm:t>
    </dgm:pt>
    <dgm:pt modelId="{81C6F324-7316-45DB-B888-CC14AB0234F6}">
      <dgm:prSet custT="1"/>
      <dgm:spPr/>
      <dgm:t>
        <a:bodyPr/>
        <a:lstStyle/>
        <a:p>
          <a:pPr algn="just" rtl="0"/>
          <a:r>
            <a:rPr lang="es-BO" sz="2400" dirty="0"/>
            <a:t>Mantener la baliza en la señalización </a:t>
          </a:r>
          <a:r>
            <a:rPr lang="es-BO" sz="2400" dirty="0" err="1"/>
            <a:t>verde,mientras</a:t>
          </a:r>
          <a:r>
            <a:rPr lang="es-BO" sz="2400" dirty="0"/>
            <a:t> el proceso de llenado este vigente. </a:t>
          </a:r>
          <a:endParaRPr lang="en-US" sz="2400" dirty="0"/>
        </a:p>
      </dgm:t>
    </dgm:pt>
    <dgm:pt modelId="{7077F583-DA56-45D3-83AC-3ED596FC990C}" type="parTrans" cxnId="{D756DA03-C3A4-4488-832F-0BCD73DBD49B}">
      <dgm:prSet/>
      <dgm:spPr/>
      <dgm:t>
        <a:bodyPr/>
        <a:lstStyle/>
        <a:p>
          <a:pPr algn="just"/>
          <a:endParaRPr lang="es-ES" sz="2000"/>
        </a:p>
      </dgm:t>
    </dgm:pt>
    <dgm:pt modelId="{85A7443F-38A3-483A-9407-6CD9DFC20521}" type="sibTrans" cxnId="{D756DA03-C3A4-4488-832F-0BCD73DBD49B}">
      <dgm:prSet/>
      <dgm:spPr/>
      <dgm:t>
        <a:bodyPr/>
        <a:lstStyle/>
        <a:p>
          <a:pPr algn="just"/>
          <a:endParaRPr lang="es-ES" sz="2000"/>
        </a:p>
      </dgm:t>
    </dgm:pt>
    <dgm:pt modelId="{CB7BDB75-7F9D-4CE8-9094-06EA8894BD90}" type="pres">
      <dgm:prSet presAssocID="{4DE15836-E9A7-41EA-942A-79EA8CBAC11D}" presName="Name0" presStyleCnt="0">
        <dgm:presLayoutVars>
          <dgm:dir/>
          <dgm:animLvl val="lvl"/>
          <dgm:resizeHandles val="exact"/>
        </dgm:presLayoutVars>
      </dgm:prSet>
      <dgm:spPr/>
    </dgm:pt>
    <dgm:pt modelId="{23DB9EB4-4FAB-40FE-BDE5-647C09881987}" type="pres">
      <dgm:prSet presAssocID="{81C6F324-7316-45DB-B888-CC14AB0234F6}" presName="boxAndChildren" presStyleCnt="0"/>
      <dgm:spPr/>
    </dgm:pt>
    <dgm:pt modelId="{484B4B2F-2AE8-4EF7-A67D-FAA7FDC6B6C8}" type="pres">
      <dgm:prSet presAssocID="{81C6F324-7316-45DB-B888-CC14AB0234F6}" presName="parentTextBox" presStyleLbl="node1" presStyleIdx="0" presStyleCnt="5"/>
      <dgm:spPr/>
    </dgm:pt>
    <dgm:pt modelId="{61FFEC4F-62A6-4939-A8CB-43DD23FA50A9}" type="pres">
      <dgm:prSet presAssocID="{15F75B2F-0CB1-4E0E-B478-CC3486203505}" presName="sp" presStyleCnt="0"/>
      <dgm:spPr/>
    </dgm:pt>
    <dgm:pt modelId="{74257FEF-61E4-4DC1-B4F7-88A45ECAEF4F}" type="pres">
      <dgm:prSet presAssocID="{D4B30932-C2CB-4105-A116-DFCAAF3C19A5}" presName="arrowAndChildren" presStyleCnt="0"/>
      <dgm:spPr/>
    </dgm:pt>
    <dgm:pt modelId="{55DEF261-45C0-4BE6-8D11-757DF4401EBE}" type="pres">
      <dgm:prSet presAssocID="{D4B30932-C2CB-4105-A116-DFCAAF3C19A5}" presName="parentTextArrow" presStyleLbl="node1" presStyleIdx="1" presStyleCnt="5"/>
      <dgm:spPr/>
    </dgm:pt>
    <dgm:pt modelId="{E6E0D6A1-EC15-4898-8273-12A1365197B6}" type="pres">
      <dgm:prSet presAssocID="{96699E2A-00D1-4E49-BFF7-5F3D46BE8A87}" presName="sp" presStyleCnt="0"/>
      <dgm:spPr/>
    </dgm:pt>
    <dgm:pt modelId="{711A1CDF-F60A-4EFB-A035-A907ED487230}" type="pres">
      <dgm:prSet presAssocID="{16E69CB8-F3C5-43DD-9ADC-BF588D601D42}" presName="arrowAndChildren" presStyleCnt="0"/>
      <dgm:spPr/>
    </dgm:pt>
    <dgm:pt modelId="{B3E36614-B84D-417D-856F-7D2F2EBB8949}" type="pres">
      <dgm:prSet presAssocID="{16E69CB8-F3C5-43DD-9ADC-BF588D601D42}" presName="parentTextArrow" presStyleLbl="node1" presStyleIdx="2" presStyleCnt="5"/>
      <dgm:spPr/>
    </dgm:pt>
    <dgm:pt modelId="{11FAD3D6-F8DE-4729-99B1-5A6FA340F485}" type="pres">
      <dgm:prSet presAssocID="{0D91A171-4ACB-4035-A775-65E603527A48}" presName="sp" presStyleCnt="0"/>
      <dgm:spPr/>
    </dgm:pt>
    <dgm:pt modelId="{75885BE2-E4E6-4681-B2EB-37AD5938D0F1}" type="pres">
      <dgm:prSet presAssocID="{4A127EA0-6533-43AE-AD83-C08FDCC08727}" presName="arrowAndChildren" presStyleCnt="0"/>
      <dgm:spPr/>
    </dgm:pt>
    <dgm:pt modelId="{A5B88AB9-16C4-4949-A8CC-0649321616BA}" type="pres">
      <dgm:prSet presAssocID="{4A127EA0-6533-43AE-AD83-C08FDCC08727}" presName="parentTextArrow" presStyleLbl="node1" presStyleIdx="3" presStyleCnt="5"/>
      <dgm:spPr/>
    </dgm:pt>
    <dgm:pt modelId="{716D56C5-447D-487D-A06A-06EC89732776}" type="pres">
      <dgm:prSet presAssocID="{00F0071D-81B2-45E8-9386-1551CA1BAF38}" presName="sp" presStyleCnt="0"/>
      <dgm:spPr/>
    </dgm:pt>
    <dgm:pt modelId="{4562E590-8503-48BA-B578-508EDF15CFEE}" type="pres">
      <dgm:prSet presAssocID="{B5E28BFC-6FB1-4A8A-82F8-4DAA64CEFA74}" presName="arrowAndChildren" presStyleCnt="0"/>
      <dgm:spPr/>
    </dgm:pt>
    <dgm:pt modelId="{698A681C-D6B5-4C49-815A-960B836F0F9D}" type="pres">
      <dgm:prSet presAssocID="{B5E28BFC-6FB1-4A8A-82F8-4DAA64CEFA74}" presName="parentTextArrow" presStyleLbl="node1" presStyleIdx="4" presStyleCnt="5" custLinFactNeighborX="-76" custLinFactNeighborY="-221"/>
      <dgm:spPr/>
    </dgm:pt>
  </dgm:ptLst>
  <dgm:cxnLst>
    <dgm:cxn modelId="{D756DA03-C3A4-4488-832F-0BCD73DBD49B}" srcId="{4DE15836-E9A7-41EA-942A-79EA8CBAC11D}" destId="{81C6F324-7316-45DB-B888-CC14AB0234F6}" srcOrd="4" destOrd="0" parTransId="{7077F583-DA56-45D3-83AC-3ED596FC990C}" sibTransId="{85A7443F-38A3-483A-9407-6CD9DFC20521}"/>
    <dgm:cxn modelId="{5196765F-137B-45E1-B99A-D939D964EFCD}" type="presOf" srcId="{4DE15836-E9A7-41EA-942A-79EA8CBAC11D}" destId="{CB7BDB75-7F9D-4CE8-9094-06EA8894BD90}" srcOrd="0" destOrd="0" presId="urn:microsoft.com/office/officeart/2005/8/layout/process4"/>
    <dgm:cxn modelId="{B2DC2B75-7436-4510-A374-37557A4DD6EA}" type="presOf" srcId="{D4B30932-C2CB-4105-A116-DFCAAF3C19A5}" destId="{55DEF261-45C0-4BE6-8D11-757DF4401EBE}" srcOrd="0" destOrd="0" presId="urn:microsoft.com/office/officeart/2005/8/layout/process4"/>
    <dgm:cxn modelId="{C549888B-44DF-409A-851B-6AA3B34E03A1}" srcId="{4DE15836-E9A7-41EA-942A-79EA8CBAC11D}" destId="{D4B30932-C2CB-4105-A116-DFCAAF3C19A5}" srcOrd="3" destOrd="0" parTransId="{4CB8E0BF-2E87-436D-9B82-0F5670937697}" sibTransId="{15F75B2F-0CB1-4E0E-B478-CC3486203505}"/>
    <dgm:cxn modelId="{3CB18F8C-9496-4273-A9D5-93CCF92DA5F8}" srcId="{4DE15836-E9A7-41EA-942A-79EA8CBAC11D}" destId="{B5E28BFC-6FB1-4A8A-82F8-4DAA64CEFA74}" srcOrd="0" destOrd="0" parTransId="{1E5AB41F-42C0-4CAD-B524-A072C00FF2EF}" sibTransId="{00F0071D-81B2-45E8-9386-1551CA1BAF38}"/>
    <dgm:cxn modelId="{BCE070A1-073D-401D-81A1-A91560A77C4B}" srcId="{4DE15836-E9A7-41EA-942A-79EA8CBAC11D}" destId="{16E69CB8-F3C5-43DD-9ADC-BF588D601D42}" srcOrd="2" destOrd="0" parTransId="{0D135484-8315-46DB-A104-DA7D16E2D75A}" sibTransId="{96699E2A-00D1-4E49-BFF7-5F3D46BE8A87}"/>
    <dgm:cxn modelId="{EF8481A3-937E-430F-8DA9-20D1E539353B}" srcId="{4DE15836-E9A7-41EA-942A-79EA8CBAC11D}" destId="{4A127EA0-6533-43AE-AD83-C08FDCC08727}" srcOrd="1" destOrd="0" parTransId="{484B938A-8648-4FB5-89F5-4A4D20484543}" sibTransId="{0D91A171-4ACB-4035-A775-65E603527A48}"/>
    <dgm:cxn modelId="{2D0CCBA8-1E60-49D7-ADA6-7CACC54E0D77}" type="presOf" srcId="{81C6F324-7316-45DB-B888-CC14AB0234F6}" destId="{484B4B2F-2AE8-4EF7-A67D-FAA7FDC6B6C8}" srcOrd="0" destOrd="0" presId="urn:microsoft.com/office/officeart/2005/8/layout/process4"/>
    <dgm:cxn modelId="{92EB14B5-BD24-45C2-9C06-38E7FD562B0F}" type="presOf" srcId="{16E69CB8-F3C5-43DD-9ADC-BF588D601D42}" destId="{B3E36614-B84D-417D-856F-7D2F2EBB8949}" srcOrd="0" destOrd="0" presId="urn:microsoft.com/office/officeart/2005/8/layout/process4"/>
    <dgm:cxn modelId="{2F4921D8-7FFC-4D1E-B2E1-3E446659CF8F}" type="presOf" srcId="{4A127EA0-6533-43AE-AD83-C08FDCC08727}" destId="{A5B88AB9-16C4-4949-A8CC-0649321616BA}" srcOrd="0" destOrd="0" presId="urn:microsoft.com/office/officeart/2005/8/layout/process4"/>
    <dgm:cxn modelId="{6FA934DC-C519-44D4-8053-54A9DC086133}" type="presOf" srcId="{B5E28BFC-6FB1-4A8A-82F8-4DAA64CEFA74}" destId="{698A681C-D6B5-4C49-815A-960B836F0F9D}" srcOrd="0" destOrd="0" presId="urn:microsoft.com/office/officeart/2005/8/layout/process4"/>
    <dgm:cxn modelId="{DE2DBCAB-941E-4B2E-9D19-E31BCBAE340F}" type="presParOf" srcId="{CB7BDB75-7F9D-4CE8-9094-06EA8894BD90}" destId="{23DB9EB4-4FAB-40FE-BDE5-647C09881987}" srcOrd="0" destOrd="0" presId="urn:microsoft.com/office/officeart/2005/8/layout/process4"/>
    <dgm:cxn modelId="{80D29402-A249-4DB1-8523-8AA39D83B423}" type="presParOf" srcId="{23DB9EB4-4FAB-40FE-BDE5-647C09881987}" destId="{484B4B2F-2AE8-4EF7-A67D-FAA7FDC6B6C8}" srcOrd="0" destOrd="0" presId="urn:microsoft.com/office/officeart/2005/8/layout/process4"/>
    <dgm:cxn modelId="{E0F5BC1D-0E75-4C1A-A517-ECAB0368D28B}" type="presParOf" srcId="{CB7BDB75-7F9D-4CE8-9094-06EA8894BD90}" destId="{61FFEC4F-62A6-4939-A8CB-43DD23FA50A9}" srcOrd="1" destOrd="0" presId="urn:microsoft.com/office/officeart/2005/8/layout/process4"/>
    <dgm:cxn modelId="{F74A918E-EF6F-41E1-AD08-64D39D55F004}" type="presParOf" srcId="{CB7BDB75-7F9D-4CE8-9094-06EA8894BD90}" destId="{74257FEF-61E4-4DC1-B4F7-88A45ECAEF4F}" srcOrd="2" destOrd="0" presId="urn:microsoft.com/office/officeart/2005/8/layout/process4"/>
    <dgm:cxn modelId="{13C016BB-0910-4F9B-83B8-DA048A7C675A}" type="presParOf" srcId="{74257FEF-61E4-4DC1-B4F7-88A45ECAEF4F}" destId="{55DEF261-45C0-4BE6-8D11-757DF4401EBE}" srcOrd="0" destOrd="0" presId="urn:microsoft.com/office/officeart/2005/8/layout/process4"/>
    <dgm:cxn modelId="{5198D1FC-E477-44F6-AA4C-BEC9AA7C4DE0}" type="presParOf" srcId="{CB7BDB75-7F9D-4CE8-9094-06EA8894BD90}" destId="{E6E0D6A1-EC15-4898-8273-12A1365197B6}" srcOrd="3" destOrd="0" presId="urn:microsoft.com/office/officeart/2005/8/layout/process4"/>
    <dgm:cxn modelId="{0A18E604-CE2B-4E1C-8851-E5137E6A66D2}" type="presParOf" srcId="{CB7BDB75-7F9D-4CE8-9094-06EA8894BD90}" destId="{711A1CDF-F60A-4EFB-A035-A907ED487230}" srcOrd="4" destOrd="0" presId="urn:microsoft.com/office/officeart/2005/8/layout/process4"/>
    <dgm:cxn modelId="{EEC03A81-CF57-430A-9087-FB9DDE40CE8C}" type="presParOf" srcId="{711A1CDF-F60A-4EFB-A035-A907ED487230}" destId="{B3E36614-B84D-417D-856F-7D2F2EBB8949}" srcOrd="0" destOrd="0" presId="urn:microsoft.com/office/officeart/2005/8/layout/process4"/>
    <dgm:cxn modelId="{FE75BD14-3B79-49C8-A765-1A3BAFB46933}" type="presParOf" srcId="{CB7BDB75-7F9D-4CE8-9094-06EA8894BD90}" destId="{11FAD3D6-F8DE-4729-99B1-5A6FA340F485}" srcOrd="5" destOrd="0" presId="urn:microsoft.com/office/officeart/2005/8/layout/process4"/>
    <dgm:cxn modelId="{38179E68-7372-4CBA-A9A2-9AA74DAA324C}" type="presParOf" srcId="{CB7BDB75-7F9D-4CE8-9094-06EA8894BD90}" destId="{75885BE2-E4E6-4681-B2EB-37AD5938D0F1}" srcOrd="6" destOrd="0" presId="urn:microsoft.com/office/officeart/2005/8/layout/process4"/>
    <dgm:cxn modelId="{BD63588C-2FB4-413D-9420-863C481E70D4}" type="presParOf" srcId="{75885BE2-E4E6-4681-B2EB-37AD5938D0F1}" destId="{A5B88AB9-16C4-4949-A8CC-0649321616BA}" srcOrd="0" destOrd="0" presId="urn:microsoft.com/office/officeart/2005/8/layout/process4"/>
    <dgm:cxn modelId="{FE1988C2-7665-4AFA-BABD-6FB06AF34486}" type="presParOf" srcId="{CB7BDB75-7F9D-4CE8-9094-06EA8894BD90}" destId="{716D56C5-447D-487D-A06A-06EC89732776}" srcOrd="7" destOrd="0" presId="urn:microsoft.com/office/officeart/2005/8/layout/process4"/>
    <dgm:cxn modelId="{301ACA7E-B2F1-4D28-A4A7-4244226618C6}" type="presParOf" srcId="{CB7BDB75-7F9D-4CE8-9094-06EA8894BD90}" destId="{4562E590-8503-48BA-B578-508EDF15CFEE}" srcOrd="8" destOrd="0" presId="urn:microsoft.com/office/officeart/2005/8/layout/process4"/>
    <dgm:cxn modelId="{75DEBED4-8A63-48DA-87EB-772E12A9A064}" type="presParOf" srcId="{4562E590-8503-48BA-B578-508EDF15CFEE}" destId="{698A681C-D6B5-4C49-815A-960B836F0F9D}"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6ED271AA-9DDC-4D3C-BA45-4C5801912A16}" type="doc">
      <dgm:prSet loTypeId="urn:microsoft.com/office/officeart/2005/8/layout/vList2" loCatId="list" qsTypeId="urn:microsoft.com/office/officeart/2005/8/quickstyle/3d2" qsCatId="3D" csTypeId="urn:microsoft.com/office/officeart/2005/8/colors/accent1_2" csCatId="accent1"/>
      <dgm:spPr/>
      <dgm:t>
        <a:bodyPr/>
        <a:lstStyle/>
        <a:p>
          <a:endParaRPr lang="es-ES"/>
        </a:p>
      </dgm:t>
    </dgm:pt>
    <dgm:pt modelId="{CB239521-BF1C-414E-A6C9-52944B79A0BC}">
      <dgm:prSet/>
      <dgm:spPr/>
      <dgm:t>
        <a:bodyPr/>
        <a:lstStyle/>
        <a:p>
          <a:pPr rtl="0"/>
          <a:r>
            <a:rPr lang="es-BO" b="1">
              <a:solidFill>
                <a:schemeClr val="tx1"/>
              </a:solidFill>
            </a:rPr>
            <a:t>Mantenimiento general del sistema.</a:t>
          </a:r>
          <a:endParaRPr lang="en-US" b="1">
            <a:solidFill>
              <a:schemeClr val="tx1"/>
            </a:solidFill>
          </a:endParaRPr>
        </a:p>
      </dgm:t>
    </dgm:pt>
    <dgm:pt modelId="{DED27861-33F9-4762-ADAA-E7D15A5FEDF9}" type="parTrans" cxnId="{8A575149-C7BF-4751-8C9C-B11F07BC2D6A}">
      <dgm:prSet/>
      <dgm:spPr/>
      <dgm:t>
        <a:bodyPr/>
        <a:lstStyle/>
        <a:p>
          <a:endParaRPr lang="es-ES"/>
        </a:p>
      </dgm:t>
    </dgm:pt>
    <dgm:pt modelId="{A9748A58-9835-4509-8CFE-E13BE7A6FF5C}" type="sibTrans" cxnId="{8A575149-C7BF-4751-8C9C-B11F07BC2D6A}">
      <dgm:prSet/>
      <dgm:spPr/>
      <dgm:t>
        <a:bodyPr/>
        <a:lstStyle/>
        <a:p>
          <a:endParaRPr lang="es-ES"/>
        </a:p>
      </dgm:t>
    </dgm:pt>
    <dgm:pt modelId="{690D3B4C-4EAF-46B6-929C-DB7E5E94464A}">
      <dgm:prSet/>
      <dgm:spPr/>
      <dgm:t>
        <a:bodyPr/>
        <a:lstStyle/>
        <a:p>
          <a:pPr rtl="0"/>
          <a:r>
            <a:rPr lang="es-BO"/>
            <a:t>Se debe realizar mantenimiento (limpieza) a los componentes de control cada cierto tiempo.</a:t>
          </a:r>
          <a:endParaRPr lang="en-US"/>
        </a:p>
      </dgm:t>
    </dgm:pt>
    <dgm:pt modelId="{1AF14BB0-9757-463C-BA85-E2723C424DF2}" type="parTrans" cxnId="{6796FFFA-EF28-4182-AD14-0E0625F3F12C}">
      <dgm:prSet/>
      <dgm:spPr/>
      <dgm:t>
        <a:bodyPr/>
        <a:lstStyle/>
        <a:p>
          <a:endParaRPr lang="es-ES"/>
        </a:p>
      </dgm:t>
    </dgm:pt>
    <dgm:pt modelId="{4A04C6BC-3FCE-43B5-890D-02AC413E2474}" type="sibTrans" cxnId="{6796FFFA-EF28-4182-AD14-0E0625F3F12C}">
      <dgm:prSet/>
      <dgm:spPr/>
      <dgm:t>
        <a:bodyPr/>
        <a:lstStyle/>
        <a:p>
          <a:endParaRPr lang="es-ES"/>
        </a:p>
      </dgm:t>
    </dgm:pt>
    <dgm:pt modelId="{CCF44327-93B2-456A-AED9-DD29AAADA4B3}">
      <dgm:prSet/>
      <dgm:spPr/>
      <dgm:t>
        <a:bodyPr/>
        <a:lstStyle/>
        <a:p>
          <a:pPr rtl="0"/>
          <a:r>
            <a:rPr lang="es-BO"/>
            <a:t>Mantener el liquido limpio y libre de impurezas.</a:t>
          </a:r>
          <a:endParaRPr lang="en-US"/>
        </a:p>
      </dgm:t>
    </dgm:pt>
    <dgm:pt modelId="{39959332-FDC0-466A-B77F-9B4D7748F44F}" type="parTrans" cxnId="{51BA84DC-6052-40F2-ACB6-DD5BC6059ACA}">
      <dgm:prSet/>
      <dgm:spPr/>
      <dgm:t>
        <a:bodyPr/>
        <a:lstStyle/>
        <a:p>
          <a:endParaRPr lang="es-ES"/>
        </a:p>
      </dgm:t>
    </dgm:pt>
    <dgm:pt modelId="{EEFCE01B-C667-40D8-9A02-AC51536C4C73}" type="sibTrans" cxnId="{51BA84DC-6052-40F2-ACB6-DD5BC6059ACA}">
      <dgm:prSet/>
      <dgm:spPr/>
      <dgm:t>
        <a:bodyPr/>
        <a:lstStyle/>
        <a:p>
          <a:endParaRPr lang="es-ES"/>
        </a:p>
      </dgm:t>
    </dgm:pt>
    <dgm:pt modelId="{131C9652-9011-4424-B019-F7D0AFDC1D82}">
      <dgm:prSet/>
      <dgm:spPr/>
      <dgm:t>
        <a:bodyPr/>
        <a:lstStyle/>
        <a:p>
          <a:pPr rtl="0"/>
          <a:r>
            <a:rPr lang="es-BO"/>
            <a:t>Inspección regular para evitar la acumulación de suciedad que pueda afectar su funcionamiento.</a:t>
          </a:r>
          <a:endParaRPr lang="en-US"/>
        </a:p>
      </dgm:t>
    </dgm:pt>
    <dgm:pt modelId="{AB413434-F02B-49DA-A137-9BECDB3A6A05}" type="parTrans" cxnId="{5FCA8A1B-3621-4C7B-8E80-8C88EBB809E9}">
      <dgm:prSet/>
      <dgm:spPr/>
      <dgm:t>
        <a:bodyPr/>
        <a:lstStyle/>
        <a:p>
          <a:endParaRPr lang="es-ES"/>
        </a:p>
      </dgm:t>
    </dgm:pt>
    <dgm:pt modelId="{DED8C4DD-9C2A-4C62-BA1D-20683E47C4BA}" type="sibTrans" cxnId="{5FCA8A1B-3621-4C7B-8E80-8C88EBB809E9}">
      <dgm:prSet/>
      <dgm:spPr/>
      <dgm:t>
        <a:bodyPr/>
        <a:lstStyle/>
        <a:p>
          <a:endParaRPr lang="es-ES"/>
        </a:p>
      </dgm:t>
    </dgm:pt>
    <dgm:pt modelId="{40F3025F-9030-41B2-AADF-36C6F62E10B2}">
      <dgm:prSet/>
      <dgm:spPr/>
      <dgm:t>
        <a:bodyPr/>
        <a:lstStyle/>
        <a:p>
          <a:pPr rtl="0"/>
          <a:r>
            <a:rPr lang="es-BO"/>
            <a:t>Limpieza adecuada, tomar en cuenta las recomendaciones del fabricante.</a:t>
          </a:r>
          <a:endParaRPr lang="en-US"/>
        </a:p>
      </dgm:t>
    </dgm:pt>
    <dgm:pt modelId="{8D57F3A9-335A-49E3-81A0-AFA010EE62A4}" type="parTrans" cxnId="{D5E6C382-C7AE-429C-9C59-A7F0A3405A05}">
      <dgm:prSet/>
      <dgm:spPr/>
      <dgm:t>
        <a:bodyPr/>
        <a:lstStyle/>
        <a:p>
          <a:endParaRPr lang="es-ES"/>
        </a:p>
      </dgm:t>
    </dgm:pt>
    <dgm:pt modelId="{662A23DF-CE95-48F5-AF6C-520709D65887}" type="sibTrans" cxnId="{D5E6C382-C7AE-429C-9C59-A7F0A3405A05}">
      <dgm:prSet/>
      <dgm:spPr/>
      <dgm:t>
        <a:bodyPr/>
        <a:lstStyle/>
        <a:p>
          <a:endParaRPr lang="es-ES"/>
        </a:p>
      </dgm:t>
    </dgm:pt>
    <dgm:pt modelId="{5030719B-B798-4478-AE2B-82AE97CDD100}">
      <dgm:prSet/>
      <dgm:spPr/>
      <dgm:t>
        <a:bodyPr/>
        <a:lstStyle/>
        <a:p>
          <a:pPr rtl="0"/>
          <a:r>
            <a:rPr lang="es-BO"/>
            <a:t>Capacitación personal. Incluye la comprensión de limpieza, riesgos de contaminación, registros de acciones.</a:t>
          </a:r>
          <a:endParaRPr lang="en-US"/>
        </a:p>
      </dgm:t>
    </dgm:pt>
    <dgm:pt modelId="{806C2568-D4AE-4BBD-AB32-03425CB85101}" type="parTrans" cxnId="{11C02477-B553-4FA7-9A9A-BF9A72ACC5C2}">
      <dgm:prSet/>
      <dgm:spPr/>
      <dgm:t>
        <a:bodyPr/>
        <a:lstStyle/>
        <a:p>
          <a:endParaRPr lang="es-ES"/>
        </a:p>
      </dgm:t>
    </dgm:pt>
    <dgm:pt modelId="{177E11C7-DEB3-49A9-86E3-7771F624CEEB}" type="sibTrans" cxnId="{11C02477-B553-4FA7-9A9A-BF9A72ACC5C2}">
      <dgm:prSet/>
      <dgm:spPr/>
      <dgm:t>
        <a:bodyPr/>
        <a:lstStyle/>
        <a:p>
          <a:endParaRPr lang="es-ES"/>
        </a:p>
      </dgm:t>
    </dgm:pt>
    <dgm:pt modelId="{04A06614-CA45-44AA-9BCE-00479EBF8780}">
      <dgm:prSet/>
      <dgm:spPr/>
      <dgm:t>
        <a:bodyPr/>
        <a:lstStyle/>
        <a:p>
          <a:pPr rtl="0"/>
          <a:r>
            <a:rPr lang="es-BO" b="1">
              <a:solidFill>
                <a:schemeClr val="tx1"/>
              </a:solidFill>
            </a:rPr>
            <a:t>Mantenimiento preventivo para los componentes del sistema.</a:t>
          </a:r>
          <a:endParaRPr lang="en-US">
            <a:solidFill>
              <a:schemeClr val="tx1"/>
            </a:solidFill>
          </a:endParaRPr>
        </a:p>
      </dgm:t>
    </dgm:pt>
    <dgm:pt modelId="{C935E13F-F36B-4B10-8276-39CE861DC1D7}" type="parTrans" cxnId="{21CAA3A6-70AA-4CC1-A422-30E544110F3A}">
      <dgm:prSet/>
      <dgm:spPr/>
      <dgm:t>
        <a:bodyPr/>
        <a:lstStyle/>
        <a:p>
          <a:endParaRPr lang="es-ES"/>
        </a:p>
      </dgm:t>
    </dgm:pt>
    <dgm:pt modelId="{3D6B71FB-8659-4F17-9ADC-D5DDD62B33E4}" type="sibTrans" cxnId="{21CAA3A6-70AA-4CC1-A422-30E544110F3A}">
      <dgm:prSet/>
      <dgm:spPr/>
      <dgm:t>
        <a:bodyPr/>
        <a:lstStyle/>
        <a:p>
          <a:endParaRPr lang="es-ES"/>
        </a:p>
      </dgm:t>
    </dgm:pt>
    <dgm:pt modelId="{EDC115E0-764F-4E25-82B0-3AC16447A8DF}">
      <dgm:prSet/>
      <dgm:spPr/>
      <dgm:t>
        <a:bodyPr/>
        <a:lstStyle/>
        <a:p>
          <a:pPr rtl="0"/>
          <a:r>
            <a:rPr lang="es-BO"/>
            <a:t>Realizar una revisión regular del estado de los componentes, </a:t>
          </a:r>
          <a:endParaRPr lang="en-US"/>
        </a:p>
      </dgm:t>
    </dgm:pt>
    <dgm:pt modelId="{21D887B5-78E2-4213-99FD-B92F05B2D6AC}" type="parTrans" cxnId="{17894688-D691-4F2D-B653-2FDEDAC9BA71}">
      <dgm:prSet/>
      <dgm:spPr/>
      <dgm:t>
        <a:bodyPr/>
        <a:lstStyle/>
        <a:p>
          <a:endParaRPr lang="es-ES"/>
        </a:p>
      </dgm:t>
    </dgm:pt>
    <dgm:pt modelId="{B7B14DCE-1060-4D41-8C4A-7E02F2CCDC5D}" type="sibTrans" cxnId="{17894688-D691-4F2D-B653-2FDEDAC9BA71}">
      <dgm:prSet/>
      <dgm:spPr/>
      <dgm:t>
        <a:bodyPr/>
        <a:lstStyle/>
        <a:p>
          <a:endParaRPr lang="es-ES"/>
        </a:p>
      </dgm:t>
    </dgm:pt>
    <dgm:pt modelId="{5F46EBD1-783E-4511-9A47-5783C8E8895B}">
      <dgm:prSet/>
      <dgm:spPr/>
      <dgm:t>
        <a:bodyPr/>
        <a:lstStyle/>
        <a:p>
          <a:pPr rtl="0"/>
          <a:r>
            <a:rPr lang="es-BO"/>
            <a:t>La presión que ejerce el tanque de liquido a la bomba no debe superar los limites, de lo contrario se reducirá la vida útil de la bomba.</a:t>
          </a:r>
          <a:endParaRPr lang="en-US"/>
        </a:p>
      </dgm:t>
    </dgm:pt>
    <dgm:pt modelId="{5FDFE453-6E08-41F8-819A-CD95788FC3EF}" type="parTrans" cxnId="{A2FA7118-A6E2-4037-95C5-16EDC68555DB}">
      <dgm:prSet/>
      <dgm:spPr/>
      <dgm:t>
        <a:bodyPr/>
        <a:lstStyle/>
        <a:p>
          <a:endParaRPr lang="es-ES"/>
        </a:p>
      </dgm:t>
    </dgm:pt>
    <dgm:pt modelId="{1546620F-0EF9-4C73-A623-A0A86D15E8FB}" type="sibTrans" cxnId="{A2FA7118-A6E2-4037-95C5-16EDC68555DB}">
      <dgm:prSet/>
      <dgm:spPr/>
      <dgm:t>
        <a:bodyPr/>
        <a:lstStyle/>
        <a:p>
          <a:endParaRPr lang="es-ES"/>
        </a:p>
      </dgm:t>
    </dgm:pt>
    <dgm:pt modelId="{45A1C12F-005F-4244-B039-FE34A0C0608B}">
      <dgm:prSet/>
      <dgm:spPr/>
      <dgm:t>
        <a:bodyPr/>
        <a:lstStyle/>
        <a:p>
          <a:pPr rtl="0"/>
          <a:r>
            <a:rPr lang="es-BO"/>
            <a:t>La frecuencia utilizada en el variador de frecuencia no deberá superar 90% del limite superior del rango soportado por la bomba(motor).</a:t>
          </a:r>
          <a:endParaRPr lang="en-US"/>
        </a:p>
      </dgm:t>
    </dgm:pt>
    <dgm:pt modelId="{7D7E9A01-9A9B-4451-B66F-805DF2B7485F}" type="parTrans" cxnId="{372031C4-EE81-40FD-912A-5541EAF2B16A}">
      <dgm:prSet/>
      <dgm:spPr/>
      <dgm:t>
        <a:bodyPr/>
        <a:lstStyle/>
        <a:p>
          <a:endParaRPr lang="es-ES"/>
        </a:p>
      </dgm:t>
    </dgm:pt>
    <dgm:pt modelId="{47EC7B12-9F0D-4099-B0E8-C61D9D71835F}" type="sibTrans" cxnId="{372031C4-EE81-40FD-912A-5541EAF2B16A}">
      <dgm:prSet/>
      <dgm:spPr/>
      <dgm:t>
        <a:bodyPr/>
        <a:lstStyle/>
        <a:p>
          <a:endParaRPr lang="es-ES"/>
        </a:p>
      </dgm:t>
    </dgm:pt>
    <dgm:pt modelId="{7E5D595E-96DD-48E3-9403-9253A4691B98}">
      <dgm:prSet/>
      <dgm:spPr/>
      <dgm:t>
        <a:bodyPr/>
        <a:lstStyle/>
        <a:p>
          <a:pPr rtl="0"/>
          <a:r>
            <a:rPr lang="es-BO"/>
            <a:t>Los tubos de conexión deben superar la altura del nivel del sensor superior , para evitar oscilaciones en las mediciones.</a:t>
          </a:r>
          <a:endParaRPr lang="en-US"/>
        </a:p>
      </dgm:t>
    </dgm:pt>
    <dgm:pt modelId="{6DCBF6EA-D48E-4AD2-AAAA-6986ABAC92CB}" type="parTrans" cxnId="{51463F65-1D31-4D64-8802-7E9DF331BBB8}">
      <dgm:prSet/>
      <dgm:spPr/>
      <dgm:t>
        <a:bodyPr/>
        <a:lstStyle/>
        <a:p>
          <a:endParaRPr lang="es-ES"/>
        </a:p>
      </dgm:t>
    </dgm:pt>
    <dgm:pt modelId="{80A5CBAB-37D0-4789-8857-71D8FC16DE9E}" type="sibTrans" cxnId="{51463F65-1D31-4D64-8802-7E9DF331BBB8}">
      <dgm:prSet/>
      <dgm:spPr/>
      <dgm:t>
        <a:bodyPr/>
        <a:lstStyle/>
        <a:p>
          <a:endParaRPr lang="es-ES"/>
        </a:p>
      </dgm:t>
    </dgm:pt>
    <dgm:pt modelId="{F5DDD373-198A-4288-9E33-1830C04B5D33}" type="pres">
      <dgm:prSet presAssocID="{6ED271AA-9DDC-4D3C-BA45-4C5801912A16}" presName="linear" presStyleCnt="0">
        <dgm:presLayoutVars>
          <dgm:animLvl val="lvl"/>
          <dgm:resizeHandles val="exact"/>
        </dgm:presLayoutVars>
      </dgm:prSet>
      <dgm:spPr/>
    </dgm:pt>
    <dgm:pt modelId="{FF057DB2-60A4-4E5E-B60C-C9D8A6AB6E7A}" type="pres">
      <dgm:prSet presAssocID="{CB239521-BF1C-414E-A6C9-52944B79A0BC}" presName="parentText" presStyleLbl="node1" presStyleIdx="0" presStyleCnt="2">
        <dgm:presLayoutVars>
          <dgm:chMax val="0"/>
          <dgm:bulletEnabled val="1"/>
        </dgm:presLayoutVars>
      </dgm:prSet>
      <dgm:spPr/>
    </dgm:pt>
    <dgm:pt modelId="{DA555730-5BC6-485F-A7D7-5CECEF2ED6AA}" type="pres">
      <dgm:prSet presAssocID="{CB239521-BF1C-414E-A6C9-52944B79A0BC}" presName="childText" presStyleLbl="revTx" presStyleIdx="0" presStyleCnt="2">
        <dgm:presLayoutVars>
          <dgm:bulletEnabled val="1"/>
        </dgm:presLayoutVars>
      </dgm:prSet>
      <dgm:spPr/>
    </dgm:pt>
    <dgm:pt modelId="{3BE9FAB8-6679-4458-97C6-FD09A560691B}" type="pres">
      <dgm:prSet presAssocID="{04A06614-CA45-44AA-9BCE-00479EBF8780}" presName="parentText" presStyleLbl="node1" presStyleIdx="1" presStyleCnt="2">
        <dgm:presLayoutVars>
          <dgm:chMax val="0"/>
          <dgm:bulletEnabled val="1"/>
        </dgm:presLayoutVars>
      </dgm:prSet>
      <dgm:spPr/>
    </dgm:pt>
    <dgm:pt modelId="{2A2B72C1-4EEE-4281-A247-905AF94F3687}" type="pres">
      <dgm:prSet presAssocID="{04A06614-CA45-44AA-9BCE-00479EBF8780}" presName="childText" presStyleLbl="revTx" presStyleIdx="1" presStyleCnt="2">
        <dgm:presLayoutVars>
          <dgm:bulletEnabled val="1"/>
        </dgm:presLayoutVars>
      </dgm:prSet>
      <dgm:spPr/>
    </dgm:pt>
  </dgm:ptLst>
  <dgm:cxnLst>
    <dgm:cxn modelId="{63CF240E-3301-4D81-AFD3-B0DBBB643143}" type="presOf" srcId="{40F3025F-9030-41B2-AADF-36C6F62E10B2}" destId="{DA555730-5BC6-485F-A7D7-5CECEF2ED6AA}" srcOrd="0" destOrd="3" presId="urn:microsoft.com/office/officeart/2005/8/layout/vList2"/>
    <dgm:cxn modelId="{A2FA7118-A6E2-4037-95C5-16EDC68555DB}" srcId="{04A06614-CA45-44AA-9BCE-00479EBF8780}" destId="{5F46EBD1-783E-4511-9A47-5783C8E8895B}" srcOrd="1" destOrd="0" parTransId="{5FDFE453-6E08-41F8-819A-CD95788FC3EF}" sibTransId="{1546620F-0EF9-4C73-A623-A0A86D15E8FB}"/>
    <dgm:cxn modelId="{5FCA8A1B-3621-4C7B-8E80-8C88EBB809E9}" srcId="{CB239521-BF1C-414E-A6C9-52944B79A0BC}" destId="{131C9652-9011-4424-B019-F7D0AFDC1D82}" srcOrd="2" destOrd="0" parTransId="{AB413434-F02B-49DA-A137-9BECDB3A6A05}" sibTransId="{DED8C4DD-9C2A-4C62-BA1D-20683E47C4BA}"/>
    <dgm:cxn modelId="{50A81720-A46E-4C89-BCAB-841B5572156B}" type="presOf" srcId="{131C9652-9011-4424-B019-F7D0AFDC1D82}" destId="{DA555730-5BC6-485F-A7D7-5CECEF2ED6AA}" srcOrd="0" destOrd="2" presId="urn:microsoft.com/office/officeart/2005/8/layout/vList2"/>
    <dgm:cxn modelId="{2E5E5536-B84B-4C6C-89BE-FA914E2A68A7}" type="presOf" srcId="{04A06614-CA45-44AA-9BCE-00479EBF8780}" destId="{3BE9FAB8-6679-4458-97C6-FD09A560691B}" srcOrd="0" destOrd="0" presId="urn:microsoft.com/office/officeart/2005/8/layout/vList2"/>
    <dgm:cxn modelId="{626FD13B-EAD6-4EFB-A9FF-67B78FE46065}" type="presOf" srcId="{5F46EBD1-783E-4511-9A47-5783C8E8895B}" destId="{2A2B72C1-4EEE-4281-A247-905AF94F3687}" srcOrd="0" destOrd="1" presId="urn:microsoft.com/office/officeart/2005/8/layout/vList2"/>
    <dgm:cxn modelId="{51463F65-1D31-4D64-8802-7E9DF331BBB8}" srcId="{04A06614-CA45-44AA-9BCE-00479EBF8780}" destId="{7E5D595E-96DD-48E3-9403-9253A4691B98}" srcOrd="3" destOrd="0" parTransId="{6DCBF6EA-D48E-4AD2-AAAA-6986ABAC92CB}" sibTransId="{80A5CBAB-37D0-4789-8857-71D8FC16DE9E}"/>
    <dgm:cxn modelId="{8A575149-C7BF-4751-8C9C-B11F07BC2D6A}" srcId="{6ED271AA-9DDC-4D3C-BA45-4C5801912A16}" destId="{CB239521-BF1C-414E-A6C9-52944B79A0BC}" srcOrd="0" destOrd="0" parTransId="{DED27861-33F9-4762-ADAA-E7D15A5FEDF9}" sibTransId="{A9748A58-9835-4509-8CFE-E13BE7A6FF5C}"/>
    <dgm:cxn modelId="{11C02477-B553-4FA7-9A9A-BF9A72ACC5C2}" srcId="{CB239521-BF1C-414E-A6C9-52944B79A0BC}" destId="{5030719B-B798-4478-AE2B-82AE97CDD100}" srcOrd="4" destOrd="0" parTransId="{806C2568-D4AE-4BBD-AB32-03425CB85101}" sibTransId="{177E11C7-DEB3-49A9-86E3-7771F624CEEB}"/>
    <dgm:cxn modelId="{D5E6C382-C7AE-429C-9C59-A7F0A3405A05}" srcId="{CB239521-BF1C-414E-A6C9-52944B79A0BC}" destId="{40F3025F-9030-41B2-AADF-36C6F62E10B2}" srcOrd="3" destOrd="0" parTransId="{8D57F3A9-335A-49E3-81A0-AFA010EE62A4}" sibTransId="{662A23DF-CE95-48F5-AF6C-520709D65887}"/>
    <dgm:cxn modelId="{1C71F585-C108-46E9-83C0-F9C86A258F1D}" type="presOf" srcId="{CB239521-BF1C-414E-A6C9-52944B79A0BC}" destId="{FF057DB2-60A4-4E5E-B60C-C9D8A6AB6E7A}" srcOrd="0" destOrd="0" presId="urn:microsoft.com/office/officeart/2005/8/layout/vList2"/>
    <dgm:cxn modelId="{17894688-D691-4F2D-B653-2FDEDAC9BA71}" srcId="{04A06614-CA45-44AA-9BCE-00479EBF8780}" destId="{EDC115E0-764F-4E25-82B0-3AC16447A8DF}" srcOrd="0" destOrd="0" parTransId="{21D887B5-78E2-4213-99FD-B92F05B2D6AC}" sibTransId="{B7B14DCE-1060-4D41-8C4A-7E02F2CCDC5D}"/>
    <dgm:cxn modelId="{2F2CBF8E-B2C1-413C-9876-C63E06B55C3D}" type="presOf" srcId="{7E5D595E-96DD-48E3-9403-9253A4691B98}" destId="{2A2B72C1-4EEE-4281-A247-905AF94F3687}" srcOrd="0" destOrd="3" presId="urn:microsoft.com/office/officeart/2005/8/layout/vList2"/>
    <dgm:cxn modelId="{32CBB493-1338-4B73-A2F9-34C633C8B96D}" type="presOf" srcId="{45A1C12F-005F-4244-B039-FE34A0C0608B}" destId="{2A2B72C1-4EEE-4281-A247-905AF94F3687}" srcOrd="0" destOrd="2" presId="urn:microsoft.com/office/officeart/2005/8/layout/vList2"/>
    <dgm:cxn modelId="{21CAA3A6-70AA-4CC1-A422-30E544110F3A}" srcId="{6ED271AA-9DDC-4D3C-BA45-4C5801912A16}" destId="{04A06614-CA45-44AA-9BCE-00479EBF8780}" srcOrd="1" destOrd="0" parTransId="{C935E13F-F36B-4B10-8276-39CE861DC1D7}" sibTransId="{3D6B71FB-8659-4F17-9ADC-D5DDD62B33E4}"/>
    <dgm:cxn modelId="{7AC0AEAA-B418-4CC7-9CD5-877977721B78}" type="presOf" srcId="{5030719B-B798-4478-AE2B-82AE97CDD100}" destId="{DA555730-5BC6-485F-A7D7-5CECEF2ED6AA}" srcOrd="0" destOrd="4" presId="urn:microsoft.com/office/officeart/2005/8/layout/vList2"/>
    <dgm:cxn modelId="{74908BC1-8F2C-47A9-A907-52D1E519EC87}" type="presOf" srcId="{6ED271AA-9DDC-4D3C-BA45-4C5801912A16}" destId="{F5DDD373-198A-4288-9E33-1830C04B5D33}" srcOrd="0" destOrd="0" presId="urn:microsoft.com/office/officeart/2005/8/layout/vList2"/>
    <dgm:cxn modelId="{FC003CC2-1E03-4813-9165-C3DFAF011D49}" type="presOf" srcId="{EDC115E0-764F-4E25-82B0-3AC16447A8DF}" destId="{2A2B72C1-4EEE-4281-A247-905AF94F3687}" srcOrd="0" destOrd="0" presId="urn:microsoft.com/office/officeart/2005/8/layout/vList2"/>
    <dgm:cxn modelId="{372031C4-EE81-40FD-912A-5541EAF2B16A}" srcId="{04A06614-CA45-44AA-9BCE-00479EBF8780}" destId="{45A1C12F-005F-4244-B039-FE34A0C0608B}" srcOrd="2" destOrd="0" parTransId="{7D7E9A01-9A9B-4451-B66F-805DF2B7485F}" sibTransId="{47EC7B12-9F0D-4099-B0E8-C61D9D71835F}"/>
    <dgm:cxn modelId="{728C97C5-D37F-4D7B-801C-4D0BA093387F}" type="presOf" srcId="{690D3B4C-4EAF-46B6-929C-DB7E5E94464A}" destId="{DA555730-5BC6-485F-A7D7-5CECEF2ED6AA}" srcOrd="0" destOrd="0" presId="urn:microsoft.com/office/officeart/2005/8/layout/vList2"/>
    <dgm:cxn modelId="{51BA84DC-6052-40F2-ACB6-DD5BC6059ACA}" srcId="{CB239521-BF1C-414E-A6C9-52944B79A0BC}" destId="{CCF44327-93B2-456A-AED9-DD29AAADA4B3}" srcOrd="1" destOrd="0" parTransId="{39959332-FDC0-466A-B77F-9B4D7748F44F}" sibTransId="{EEFCE01B-C667-40D8-9A02-AC51536C4C73}"/>
    <dgm:cxn modelId="{455135ED-A3C6-4992-B0DB-FA8FD35AC1C2}" type="presOf" srcId="{CCF44327-93B2-456A-AED9-DD29AAADA4B3}" destId="{DA555730-5BC6-485F-A7D7-5CECEF2ED6AA}" srcOrd="0" destOrd="1" presId="urn:microsoft.com/office/officeart/2005/8/layout/vList2"/>
    <dgm:cxn modelId="{6796FFFA-EF28-4182-AD14-0E0625F3F12C}" srcId="{CB239521-BF1C-414E-A6C9-52944B79A0BC}" destId="{690D3B4C-4EAF-46B6-929C-DB7E5E94464A}" srcOrd="0" destOrd="0" parTransId="{1AF14BB0-9757-463C-BA85-E2723C424DF2}" sibTransId="{4A04C6BC-3FCE-43B5-890D-02AC413E2474}"/>
    <dgm:cxn modelId="{D76F7A94-4006-45E9-853B-4864F02B6E15}" type="presParOf" srcId="{F5DDD373-198A-4288-9E33-1830C04B5D33}" destId="{FF057DB2-60A4-4E5E-B60C-C9D8A6AB6E7A}" srcOrd="0" destOrd="0" presId="urn:microsoft.com/office/officeart/2005/8/layout/vList2"/>
    <dgm:cxn modelId="{75C6C133-2E7D-4971-999E-83862A185745}" type="presParOf" srcId="{F5DDD373-198A-4288-9E33-1830C04B5D33}" destId="{DA555730-5BC6-485F-A7D7-5CECEF2ED6AA}" srcOrd="1" destOrd="0" presId="urn:microsoft.com/office/officeart/2005/8/layout/vList2"/>
    <dgm:cxn modelId="{A40E8DDA-68B2-4FEF-83ED-DB1BA5737EE5}" type="presParOf" srcId="{F5DDD373-198A-4288-9E33-1830C04B5D33}" destId="{3BE9FAB8-6679-4458-97C6-FD09A560691B}" srcOrd="2" destOrd="0" presId="urn:microsoft.com/office/officeart/2005/8/layout/vList2"/>
    <dgm:cxn modelId="{4FA1DF71-E8E5-434E-A407-682F80A98DFC}" type="presParOf" srcId="{F5DDD373-198A-4288-9E33-1830C04B5D33}" destId="{2A2B72C1-4EEE-4281-A247-905AF94F3687}"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08D2AAAE-425C-417B-AD6E-B646D91C160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s-ES"/>
        </a:p>
      </dgm:t>
    </dgm:pt>
    <dgm:pt modelId="{7E8A1E01-0023-4D59-9310-BC993769485C}">
      <dgm:prSet/>
      <dgm:spPr/>
      <dgm:t>
        <a:bodyPr/>
        <a:lstStyle/>
        <a:p>
          <a:pPr rtl="0"/>
          <a:r>
            <a:rPr lang="es-BO" b="1">
              <a:solidFill>
                <a:schemeClr val="tx1"/>
              </a:solidFill>
            </a:rPr>
            <a:t>Para ello:  </a:t>
          </a:r>
          <a:endParaRPr lang="en-US" b="1">
            <a:solidFill>
              <a:schemeClr val="tx1"/>
            </a:solidFill>
          </a:endParaRPr>
        </a:p>
      </dgm:t>
    </dgm:pt>
    <dgm:pt modelId="{DBA8FA2C-FE1F-4467-AFD5-A52D501DC29D}" type="parTrans" cxnId="{CD5A4A42-4B28-4A6A-BC39-CECEDCC8C3C1}">
      <dgm:prSet/>
      <dgm:spPr/>
      <dgm:t>
        <a:bodyPr/>
        <a:lstStyle/>
        <a:p>
          <a:endParaRPr lang="es-ES"/>
        </a:p>
      </dgm:t>
    </dgm:pt>
    <dgm:pt modelId="{6E294A92-1686-49FE-9D6B-2887CE7E0ED7}" type="sibTrans" cxnId="{CD5A4A42-4B28-4A6A-BC39-CECEDCC8C3C1}">
      <dgm:prSet/>
      <dgm:spPr/>
      <dgm:t>
        <a:bodyPr/>
        <a:lstStyle/>
        <a:p>
          <a:endParaRPr lang="es-ES"/>
        </a:p>
      </dgm:t>
    </dgm:pt>
    <dgm:pt modelId="{7941CFA2-64A7-4418-A87A-A21480519D30}">
      <dgm:prSet/>
      <dgm:spPr/>
      <dgm:t>
        <a:bodyPr/>
        <a:lstStyle/>
        <a:p>
          <a:pPr rtl="0"/>
          <a:r>
            <a:rPr lang="es-BO"/>
            <a:t>Se realizó: Modificaciones en la infraestructura de canalización(tamaño del conducto) del sistema de nivel de liquido. </a:t>
          </a:r>
          <a:endParaRPr lang="en-US"/>
        </a:p>
      </dgm:t>
    </dgm:pt>
    <dgm:pt modelId="{CF97B406-4DB6-41C2-B510-F7DB67627741}" type="parTrans" cxnId="{7127DA2B-87D7-427D-AB98-9400157BE159}">
      <dgm:prSet/>
      <dgm:spPr/>
      <dgm:t>
        <a:bodyPr/>
        <a:lstStyle/>
        <a:p>
          <a:endParaRPr lang="es-ES"/>
        </a:p>
      </dgm:t>
    </dgm:pt>
    <dgm:pt modelId="{C76F3D49-118D-415E-A424-260EBCCE1A96}" type="sibTrans" cxnId="{7127DA2B-87D7-427D-AB98-9400157BE159}">
      <dgm:prSet/>
      <dgm:spPr/>
      <dgm:t>
        <a:bodyPr/>
        <a:lstStyle/>
        <a:p>
          <a:endParaRPr lang="es-ES"/>
        </a:p>
      </dgm:t>
    </dgm:pt>
    <dgm:pt modelId="{767BC3B7-6A82-4AD4-B638-A56778341775}">
      <dgm:prSet/>
      <dgm:spPr/>
      <dgm:t>
        <a:bodyPr/>
        <a:lstStyle/>
        <a:p>
          <a:pPr rtl="0"/>
          <a:r>
            <a:rPr lang="es-BO"/>
            <a:t>Se realizó: Limpieza general.</a:t>
          </a:r>
          <a:endParaRPr lang="en-US"/>
        </a:p>
      </dgm:t>
    </dgm:pt>
    <dgm:pt modelId="{334E0FA2-0B21-4520-8DA3-9A5986133C12}" type="parTrans" cxnId="{2478B15B-5799-453D-83D0-DA802DDF1D26}">
      <dgm:prSet/>
      <dgm:spPr/>
      <dgm:t>
        <a:bodyPr/>
        <a:lstStyle/>
        <a:p>
          <a:endParaRPr lang="es-ES"/>
        </a:p>
      </dgm:t>
    </dgm:pt>
    <dgm:pt modelId="{D0365B34-E3E5-4762-8FB3-FBC557BFF54D}" type="sibTrans" cxnId="{2478B15B-5799-453D-83D0-DA802DDF1D26}">
      <dgm:prSet/>
      <dgm:spPr/>
      <dgm:t>
        <a:bodyPr/>
        <a:lstStyle/>
        <a:p>
          <a:endParaRPr lang="es-ES"/>
        </a:p>
      </dgm:t>
    </dgm:pt>
    <dgm:pt modelId="{E6654490-6CE7-4B10-AFBB-87E02D0C7CEF}">
      <dgm:prSet/>
      <dgm:spPr/>
      <dgm:t>
        <a:bodyPr/>
        <a:lstStyle/>
        <a:p>
          <a:pPr rtl="0"/>
          <a:r>
            <a:rPr lang="es-BO"/>
            <a:t>Se tomo en cuenta las Precauciones eléctricas:</a:t>
          </a:r>
          <a:endParaRPr lang="en-US"/>
        </a:p>
      </dgm:t>
    </dgm:pt>
    <dgm:pt modelId="{572ADE80-994E-4BE0-BEE0-2B0F44732185}" type="parTrans" cxnId="{9351F319-A2C3-4803-A002-90B305FD4B97}">
      <dgm:prSet/>
      <dgm:spPr/>
      <dgm:t>
        <a:bodyPr/>
        <a:lstStyle/>
        <a:p>
          <a:endParaRPr lang="es-ES"/>
        </a:p>
      </dgm:t>
    </dgm:pt>
    <dgm:pt modelId="{23347138-EA26-499D-81A2-C47F288B29B6}" type="sibTrans" cxnId="{9351F319-A2C3-4803-A002-90B305FD4B97}">
      <dgm:prSet/>
      <dgm:spPr/>
      <dgm:t>
        <a:bodyPr/>
        <a:lstStyle/>
        <a:p>
          <a:endParaRPr lang="es-ES"/>
        </a:p>
      </dgm:t>
    </dgm:pt>
    <dgm:pt modelId="{E5E36332-D254-40E4-AFD7-C8EF68EE7721}">
      <dgm:prSet/>
      <dgm:spPr/>
      <dgm:t>
        <a:bodyPr/>
        <a:lstStyle/>
        <a:p>
          <a:pPr rtl="0"/>
          <a:r>
            <a:rPr lang="es-BO"/>
            <a:t>Aislamiento adecuado de las conexiones eléctricas </a:t>
          </a:r>
          <a:endParaRPr lang="en-US"/>
        </a:p>
      </dgm:t>
    </dgm:pt>
    <dgm:pt modelId="{3D7F62D1-C2B1-492E-BCFC-440DBC0E9D0A}" type="parTrans" cxnId="{7C8BB5B1-B169-4D79-AD73-621FB9CE43EA}">
      <dgm:prSet/>
      <dgm:spPr/>
      <dgm:t>
        <a:bodyPr/>
        <a:lstStyle/>
        <a:p>
          <a:endParaRPr lang="es-ES"/>
        </a:p>
      </dgm:t>
    </dgm:pt>
    <dgm:pt modelId="{702A8383-5F35-4779-B56D-8EAE407162EB}" type="sibTrans" cxnId="{7C8BB5B1-B169-4D79-AD73-621FB9CE43EA}">
      <dgm:prSet/>
      <dgm:spPr/>
      <dgm:t>
        <a:bodyPr/>
        <a:lstStyle/>
        <a:p>
          <a:endParaRPr lang="es-ES"/>
        </a:p>
      </dgm:t>
    </dgm:pt>
    <dgm:pt modelId="{FACBC05F-ADC6-4CC0-8B0B-6A7995FF69FF}">
      <dgm:prSet/>
      <dgm:spPr/>
      <dgm:t>
        <a:bodyPr/>
        <a:lstStyle/>
        <a:p>
          <a:pPr rtl="0"/>
          <a:r>
            <a:rPr lang="es-BO"/>
            <a:t>Prevenir cortocircuitos y riesgos eléctricos en presencia del liquido.</a:t>
          </a:r>
          <a:endParaRPr lang="en-US"/>
        </a:p>
      </dgm:t>
    </dgm:pt>
    <dgm:pt modelId="{037CF4C8-239D-4B60-9D5A-D1A1D28BEEE4}" type="parTrans" cxnId="{D428A9BB-DE00-4F4E-BBD2-DC1E24600ADD}">
      <dgm:prSet/>
      <dgm:spPr/>
      <dgm:t>
        <a:bodyPr/>
        <a:lstStyle/>
        <a:p>
          <a:endParaRPr lang="es-ES"/>
        </a:p>
      </dgm:t>
    </dgm:pt>
    <dgm:pt modelId="{5A457550-D80C-4EF8-8C00-4795D10C5A7F}" type="sibTrans" cxnId="{D428A9BB-DE00-4F4E-BBD2-DC1E24600ADD}">
      <dgm:prSet/>
      <dgm:spPr/>
      <dgm:t>
        <a:bodyPr/>
        <a:lstStyle/>
        <a:p>
          <a:endParaRPr lang="es-ES"/>
        </a:p>
      </dgm:t>
    </dgm:pt>
    <dgm:pt modelId="{7A0E17FD-A9C0-441D-9117-020F30B66A82}">
      <dgm:prSet/>
      <dgm:spPr/>
      <dgm:t>
        <a:bodyPr/>
        <a:lstStyle/>
        <a:p>
          <a:pPr rtl="0"/>
          <a:r>
            <a:rPr lang="es-BO"/>
            <a:t>Cuidado con la manipulación de componentes eléctricos en el sistema.</a:t>
          </a:r>
          <a:endParaRPr lang="en-US"/>
        </a:p>
      </dgm:t>
    </dgm:pt>
    <dgm:pt modelId="{C79EFBC1-3B27-45BD-B115-55BD46B38C02}" type="parTrans" cxnId="{6C831C87-FD68-4B42-8B9B-B4240774EEE2}">
      <dgm:prSet/>
      <dgm:spPr/>
      <dgm:t>
        <a:bodyPr/>
        <a:lstStyle/>
        <a:p>
          <a:endParaRPr lang="es-ES"/>
        </a:p>
      </dgm:t>
    </dgm:pt>
    <dgm:pt modelId="{70A01FE9-D6A2-4210-B49E-FD711A240F2C}" type="sibTrans" cxnId="{6C831C87-FD68-4B42-8B9B-B4240774EEE2}">
      <dgm:prSet/>
      <dgm:spPr/>
      <dgm:t>
        <a:bodyPr/>
        <a:lstStyle/>
        <a:p>
          <a:endParaRPr lang="es-ES"/>
        </a:p>
      </dgm:t>
    </dgm:pt>
    <dgm:pt modelId="{FF361EB9-B69F-41B3-83C9-F85B55D46427}" type="pres">
      <dgm:prSet presAssocID="{08D2AAAE-425C-417B-AD6E-B646D91C1601}" presName="linear" presStyleCnt="0">
        <dgm:presLayoutVars>
          <dgm:animLvl val="lvl"/>
          <dgm:resizeHandles val="exact"/>
        </dgm:presLayoutVars>
      </dgm:prSet>
      <dgm:spPr/>
    </dgm:pt>
    <dgm:pt modelId="{1FC29FDC-900A-4BBF-87D4-C285997847C7}" type="pres">
      <dgm:prSet presAssocID="{7E8A1E01-0023-4D59-9310-BC993769485C}" presName="parentText" presStyleLbl="node1" presStyleIdx="0" presStyleCnt="1">
        <dgm:presLayoutVars>
          <dgm:chMax val="0"/>
          <dgm:bulletEnabled val="1"/>
        </dgm:presLayoutVars>
      </dgm:prSet>
      <dgm:spPr/>
    </dgm:pt>
    <dgm:pt modelId="{F789CA65-6BAC-479C-B623-A03102A18581}" type="pres">
      <dgm:prSet presAssocID="{7E8A1E01-0023-4D59-9310-BC993769485C}" presName="childText" presStyleLbl="revTx" presStyleIdx="0" presStyleCnt="1">
        <dgm:presLayoutVars>
          <dgm:bulletEnabled val="1"/>
        </dgm:presLayoutVars>
      </dgm:prSet>
      <dgm:spPr/>
    </dgm:pt>
  </dgm:ptLst>
  <dgm:cxnLst>
    <dgm:cxn modelId="{1C453F00-F47F-44B4-A401-B55EC2F732E6}" type="presOf" srcId="{7A0E17FD-A9C0-441D-9117-020F30B66A82}" destId="{F789CA65-6BAC-479C-B623-A03102A18581}" srcOrd="0" destOrd="5" presId="urn:microsoft.com/office/officeart/2005/8/layout/vList2"/>
    <dgm:cxn modelId="{0F03740C-209B-47DB-8B1A-7676B1471401}" type="presOf" srcId="{08D2AAAE-425C-417B-AD6E-B646D91C1601}" destId="{FF361EB9-B69F-41B3-83C9-F85B55D46427}" srcOrd="0" destOrd="0" presId="urn:microsoft.com/office/officeart/2005/8/layout/vList2"/>
    <dgm:cxn modelId="{9351F319-A2C3-4803-A002-90B305FD4B97}" srcId="{7E8A1E01-0023-4D59-9310-BC993769485C}" destId="{E6654490-6CE7-4B10-AFBB-87E02D0C7CEF}" srcOrd="2" destOrd="0" parTransId="{572ADE80-994E-4BE0-BEE0-2B0F44732185}" sibTransId="{23347138-EA26-499D-81A2-C47F288B29B6}"/>
    <dgm:cxn modelId="{7127DA2B-87D7-427D-AB98-9400157BE159}" srcId="{7E8A1E01-0023-4D59-9310-BC993769485C}" destId="{7941CFA2-64A7-4418-A87A-A21480519D30}" srcOrd="0" destOrd="0" parTransId="{CF97B406-4DB6-41C2-B510-F7DB67627741}" sibTransId="{C76F3D49-118D-415E-A424-260EBCCE1A96}"/>
    <dgm:cxn modelId="{85F0653D-F106-4EE2-B4A9-F1BD133E416B}" type="presOf" srcId="{767BC3B7-6A82-4AD4-B638-A56778341775}" destId="{F789CA65-6BAC-479C-B623-A03102A18581}" srcOrd="0" destOrd="1" presId="urn:microsoft.com/office/officeart/2005/8/layout/vList2"/>
    <dgm:cxn modelId="{2478B15B-5799-453D-83D0-DA802DDF1D26}" srcId="{7E8A1E01-0023-4D59-9310-BC993769485C}" destId="{767BC3B7-6A82-4AD4-B638-A56778341775}" srcOrd="1" destOrd="0" parTransId="{334E0FA2-0B21-4520-8DA3-9A5986133C12}" sibTransId="{D0365B34-E3E5-4762-8FB3-FBC557BFF54D}"/>
    <dgm:cxn modelId="{196FD95B-C3FA-4515-AF01-16AB327BEF1B}" type="presOf" srcId="{E5E36332-D254-40E4-AFD7-C8EF68EE7721}" destId="{F789CA65-6BAC-479C-B623-A03102A18581}" srcOrd="0" destOrd="3" presId="urn:microsoft.com/office/officeart/2005/8/layout/vList2"/>
    <dgm:cxn modelId="{CD5A4A42-4B28-4A6A-BC39-CECEDCC8C3C1}" srcId="{08D2AAAE-425C-417B-AD6E-B646D91C1601}" destId="{7E8A1E01-0023-4D59-9310-BC993769485C}" srcOrd="0" destOrd="0" parTransId="{DBA8FA2C-FE1F-4467-AFD5-A52D501DC29D}" sibTransId="{6E294A92-1686-49FE-9D6B-2887CE7E0ED7}"/>
    <dgm:cxn modelId="{6C831C87-FD68-4B42-8B9B-B4240774EEE2}" srcId="{E6654490-6CE7-4B10-AFBB-87E02D0C7CEF}" destId="{7A0E17FD-A9C0-441D-9117-020F30B66A82}" srcOrd="2" destOrd="0" parTransId="{C79EFBC1-3B27-45BD-B115-55BD46B38C02}" sibTransId="{70A01FE9-D6A2-4210-B49E-FD711A240F2C}"/>
    <dgm:cxn modelId="{A7B9788F-7D66-45E8-919F-E4EEFF9E64A6}" type="presOf" srcId="{7E8A1E01-0023-4D59-9310-BC993769485C}" destId="{1FC29FDC-900A-4BBF-87D4-C285997847C7}" srcOrd="0" destOrd="0" presId="urn:microsoft.com/office/officeart/2005/8/layout/vList2"/>
    <dgm:cxn modelId="{E4F82998-7CE9-4463-9F69-2F90583CCAB0}" type="presOf" srcId="{7941CFA2-64A7-4418-A87A-A21480519D30}" destId="{F789CA65-6BAC-479C-B623-A03102A18581}" srcOrd="0" destOrd="0" presId="urn:microsoft.com/office/officeart/2005/8/layout/vList2"/>
    <dgm:cxn modelId="{7C8BB5B1-B169-4D79-AD73-621FB9CE43EA}" srcId="{E6654490-6CE7-4B10-AFBB-87E02D0C7CEF}" destId="{E5E36332-D254-40E4-AFD7-C8EF68EE7721}" srcOrd="0" destOrd="0" parTransId="{3D7F62D1-C2B1-492E-BCFC-440DBC0E9D0A}" sibTransId="{702A8383-5F35-4779-B56D-8EAE407162EB}"/>
    <dgm:cxn modelId="{CB3F73B7-4D1E-403F-8E40-8C8A0794E30D}" type="presOf" srcId="{E6654490-6CE7-4B10-AFBB-87E02D0C7CEF}" destId="{F789CA65-6BAC-479C-B623-A03102A18581}" srcOrd="0" destOrd="2" presId="urn:microsoft.com/office/officeart/2005/8/layout/vList2"/>
    <dgm:cxn modelId="{D428A9BB-DE00-4F4E-BBD2-DC1E24600ADD}" srcId="{E6654490-6CE7-4B10-AFBB-87E02D0C7CEF}" destId="{FACBC05F-ADC6-4CC0-8B0B-6A7995FF69FF}" srcOrd="1" destOrd="0" parTransId="{037CF4C8-239D-4B60-9D5A-D1A1D28BEEE4}" sibTransId="{5A457550-D80C-4EF8-8C00-4795D10C5A7F}"/>
    <dgm:cxn modelId="{926561E2-F210-4A2D-AA5D-36300BA16338}" type="presOf" srcId="{FACBC05F-ADC6-4CC0-8B0B-6A7995FF69FF}" destId="{F789CA65-6BAC-479C-B623-A03102A18581}" srcOrd="0" destOrd="4" presId="urn:microsoft.com/office/officeart/2005/8/layout/vList2"/>
    <dgm:cxn modelId="{0B8E4705-F641-4544-A88F-77526F90A2CA}" type="presParOf" srcId="{FF361EB9-B69F-41B3-83C9-F85B55D46427}" destId="{1FC29FDC-900A-4BBF-87D4-C285997847C7}" srcOrd="0" destOrd="0" presId="urn:microsoft.com/office/officeart/2005/8/layout/vList2"/>
    <dgm:cxn modelId="{BEB95975-A84A-44A4-80EB-2E0861CAB3B5}" type="presParOf" srcId="{FF361EB9-B69F-41B3-83C9-F85B55D46427}" destId="{F789CA65-6BAC-479C-B623-A03102A1858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56267"/>
          <a:ext cx="7744967" cy="1163242"/>
        </a:xfrm>
        <a:prstGeom prst="roundRect">
          <a:avLst>
            <a:gd name="adj" fmla="val 10000"/>
          </a:avLst>
        </a:prstGeom>
        <a:solidFill>
          <a:schemeClr val="accent4">
            <a:lumMod val="75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BO" sz="2000" kern="1200" dirty="0">
              <a:solidFill>
                <a:schemeClr val="tx1"/>
              </a:solidFill>
            </a:rPr>
            <a:t>PRINCIPO DE FUNCIONAMIENTO</a:t>
          </a:r>
        </a:p>
        <a:p>
          <a:pPr marL="0" lvl="0" indent="0" algn="just" defTabSz="889000" rtl="0">
            <a:lnSpc>
              <a:spcPct val="90000"/>
            </a:lnSpc>
            <a:spcBef>
              <a:spcPct val="0"/>
            </a:spcBef>
            <a:spcAft>
              <a:spcPct val="35000"/>
            </a:spcAft>
            <a:buNone/>
          </a:pPr>
          <a:r>
            <a:rPr lang="es-BO" sz="2000" b="0" i="0" kern="1200" dirty="0"/>
            <a:t>Una bomba centrífuga es un tipo de bomba hidráulica que utiliza la fuerza centrífuga generada por un impulsor rotativo para aumentar la presión y mover fluidos.</a:t>
          </a:r>
          <a:endParaRPr lang="en-US" sz="2000" kern="1200" dirty="0">
            <a:solidFill>
              <a:schemeClr val="tx1"/>
            </a:solidFill>
          </a:endParaRPr>
        </a:p>
      </dsp:txBody>
      <dsp:txXfrm>
        <a:off x="34070" y="-22197"/>
        <a:ext cx="6609654" cy="1095102"/>
      </dsp:txXfrm>
    </dsp:sp>
    <dsp:sp modelId="{176C9AB9-268F-4542-8858-410F7980C292}">
      <dsp:nvSpPr>
        <dsp:cNvPr id="0" name=""/>
        <dsp:cNvSpPr/>
      </dsp:nvSpPr>
      <dsp:spPr>
        <a:xfrm>
          <a:off x="578358" y="1124743"/>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s-BO" sz="1800" b="0" i="0" kern="1200" dirty="0"/>
            <a:t>La bomba centrífuga consta de varios componentes. El impulsor es un componente clave que consta de palas curvadas que giran dentro de la carcasa de la bomba.</a:t>
          </a:r>
          <a:endParaRPr lang="en-US" sz="1800" kern="1200" dirty="0">
            <a:solidFill>
              <a:schemeClr val="tx1"/>
            </a:solidFill>
          </a:endParaRPr>
        </a:p>
      </dsp:txBody>
      <dsp:txXfrm>
        <a:off x="605836" y="1152221"/>
        <a:ext cx="6501840" cy="883218"/>
      </dsp:txXfrm>
    </dsp:sp>
    <dsp:sp modelId="{66379E1A-0F09-45D6-84BB-E01BD8286EAC}">
      <dsp:nvSpPr>
        <dsp:cNvPr id="0" name=""/>
        <dsp:cNvSpPr/>
      </dsp:nvSpPr>
      <dsp:spPr>
        <a:xfrm>
          <a:off x="1156716" y="2193219"/>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b="0" i="0" kern="1200" dirty="0"/>
            <a:t>Cuando el impulsor gira, crea una fuerza centrífuga que empuja el fluido hacia el exterior y hacia una zona de alta presión llamada difusor.</a:t>
          </a:r>
          <a:endParaRPr lang="en-US" sz="2000" kern="1200" dirty="0">
            <a:solidFill>
              <a:schemeClr val="tx1"/>
            </a:solidFill>
          </a:endParaRPr>
        </a:p>
      </dsp:txBody>
      <dsp:txXfrm>
        <a:off x="1184194" y="2220697"/>
        <a:ext cx="6501840" cy="883218"/>
      </dsp:txXfrm>
    </dsp:sp>
    <dsp:sp modelId="{D1B66F5B-4D53-492D-9743-9A11E84815BD}">
      <dsp:nvSpPr>
        <dsp:cNvPr id="0" name=""/>
        <dsp:cNvSpPr/>
      </dsp:nvSpPr>
      <dsp:spPr>
        <a:xfrm>
          <a:off x="1735073" y="3261696"/>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b="0" i="0" kern="1200" dirty="0"/>
            <a:t>El difusor es una estructura en forma de cono o voluta que rodea al impulsor y tiene la función de convertir la energía cinética del fluido en energía de presión.</a:t>
          </a:r>
          <a:endParaRPr lang="en-US" sz="2000" kern="1200" dirty="0">
            <a:solidFill>
              <a:schemeClr val="tx1"/>
            </a:solidFill>
          </a:endParaRPr>
        </a:p>
      </dsp:txBody>
      <dsp:txXfrm>
        <a:off x="1762551" y="3289174"/>
        <a:ext cx="6501840" cy="883218"/>
      </dsp:txXfrm>
    </dsp:sp>
    <dsp:sp modelId="{498B0189-1D5E-41B5-BCD4-B5191EB685CF}">
      <dsp:nvSpPr>
        <dsp:cNvPr id="0" name=""/>
        <dsp:cNvSpPr/>
      </dsp:nvSpPr>
      <dsp:spPr>
        <a:xfrm>
          <a:off x="2313432" y="4330172"/>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b="0" i="0" kern="1200" dirty="0"/>
            <a:t>A medida que el fluido pasa a través del difusor, la velocidad disminuye y la presión aumenta.</a:t>
          </a:r>
          <a:endParaRPr lang="en-US" sz="2000" kern="1200" dirty="0">
            <a:solidFill>
              <a:schemeClr val="tx1"/>
            </a:solidFill>
          </a:endParaRPr>
        </a:p>
      </dsp:txBody>
      <dsp:txXfrm>
        <a:off x="2340910" y="4357650"/>
        <a:ext cx="6501840" cy="883218"/>
      </dsp:txXfrm>
    </dsp:sp>
    <dsp:sp modelId="{E6B5DF30-7638-4B5E-98E1-0E3FF1419B24}">
      <dsp:nvSpPr>
        <dsp:cNvPr id="0" name=""/>
        <dsp:cNvSpPr/>
      </dsp:nvSpPr>
      <dsp:spPr>
        <a:xfrm>
          <a:off x="7135154" y="74165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272362" y="741655"/>
        <a:ext cx="335397" cy="458884"/>
      </dsp:txXfrm>
    </dsp:sp>
    <dsp:sp modelId="{08A01CBC-2114-4238-9CF1-00132CA1EEC6}">
      <dsp:nvSpPr>
        <dsp:cNvPr id="0" name=""/>
        <dsp:cNvSpPr/>
      </dsp:nvSpPr>
      <dsp:spPr>
        <a:xfrm>
          <a:off x="7713512" y="1810131"/>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850720" y="1810131"/>
        <a:ext cx="335397" cy="458884"/>
      </dsp:txXfrm>
    </dsp:sp>
    <dsp:sp modelId="{DF26EFB5-032F-4D55-9B0B-38F4247FE97C}">
      <dsp:nvSpPr>
        <dsp:cNvPr id="0" name=""/>
        <dsp:cNvSpPr/>
      </dsp:nvSpPr>
      <dsp:spPr>
        <a:xfrm>
          <a:off x="8291870" y="2862972"/>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429078" y="2862972"/>
        <a:ext cx="335397" cy="458884"/>
      </dsp:txXfrm>
    </dsp:sp>
    <dsp:sp modelId="{AB1EE32B-45DD-4541-BDC7-76A8FFD50982}">
      <dsp:nvSpPr>
        <dsp:cNvPr id="0" name=""/>
        <dsp:cNvSpPr/>
      </dsp:nvSpPr>
      <dsp:spPr>
        <a:xfrm>
          <a:off x="8870228" y="3941872"/>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9007436" y="3941872"/>
        <a:ext cx="335397" cy="4588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D488E0-C3F6-43EC-A79E-381BDE61C3CE}">
      <dsp:nvSpPr>
        <dsp:cNvPr id="0" name=""/>
        <dsp:cNvSpPr/>
      </dsp:nvSpPr>
      <dsp:spPr>
        <a:xfrm>
          <a:off x="-502920" y="0"/>
          <a:ext cx="8046720" cy="1146657"/>
        </a:xfrm>
        <a:prstGeom prst="roundRect">
          <a:avLst>
            <a:gd name="adj" fmla="val 10000"/>
          </a:avLst>
        </a:prstGeom>
        <a:solidFill>
          <a:schemeClr val="accent4">
            <a:lumMod val="75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BO" sz="2000" b="0" i="0" kern="1200" dirty="0"/>
            <a:t>Utiliza un motor asíncrono trifásico, también conocido como motor de inducción trifásico, es un tipo de motor eléctrico que utiliza tres corrientes eléctricas alternas que son desfasadas entre sí en 120 grados para crear un campo magnético rotativo que hace girar el motor.</a:t>
          </a:r>
          <a:endParaRPr lang="en-US" sz="2000" kern="1200" dirty="0">
            <a:solidFill>
              <a:schemeClr val="tx1"/>
            </a:solidFill>
          </a:endParaRPr>
        </a:p>
      </dsp:txBody>
      <dsp:txXfrm>
        <a:off x="-469336" y="33584"/>
        <a:ext cx="6712495" cy="1079489"/>
      </dsp:txXfrm>
    </dsp:sp>
    <dsp:sp modelId="{3AB082CF-FB41-4A1D-B0AA-0AD89878AB44}">
      <dsp:nvSpPr>
        <dsp:cNvPr id="0" name=""/>
        <dsp:cNvSpPr/>
      </dsp:nvSpPr>
      <dsp:spPr>
        <a:xfrm>
          <a:off x="170992" y="1355140"/>
          <a:ext cx="8046720" cy="1146657"/>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s-BO" sz="1800" b="0" i="0" kern="1200" dirty="0"/>
            <a:t>Este tipo de motor se compone principalmente de dos partes: el estator y el rotor. El estator es la parte fija del motor y se compone de un núcleo de hierro laminado, que contiene tres devanados de cobre, conectados en estrella o en triángulo, a través de los cuales circulan las corrientes eléctricas alternas trifásicas.</a:t>
          </a:r>
          <a:endParaRPr lang="en-US" sz="1800" kern="1200" dirty="0">
            <a:solidFill>
              <a:schemeClr val="tx1"/>
            </a:solidFill>
          </a:endParaRPr>
        </a:p>
      </dsp:txBody>
      <dsp:txXfrm>
        <a:off x="204576" y="1388724"/>
        <a:ext cx="6560311" cy="1079489"/>
      </dsp:txXfrm>
    </dsp:sp>
    <dsp:sp modelId="{6DABDC2B-E9E2-4897-9363-22B6192E3B51}">
      <dsp:nvSpPr>
        <dsp:cNvPr id="0" name=""/>
        <dsp:cNvSpPr/>
      </dsp:nvSpPr>
      <dsp:spPr>
        <a:xfrm>
          <a:off x="70408" y="2710281"/>
          <a:ext cx="9575596" cy="1146657"/>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b="0" i="0" kern="1200" dirty="0"/>
            <a:t>El rotor, por otro lado, es la parte móvil del motor y se compone de un conjunto de conductores de cobre dispuestos en ranuras de un núcleo de hierro laminado, los cuales están aislados eléctricamente y que forman una jaula de ardilla.</a:t>
          </a:r>
          <a:endParaRPr lang="en-US" sz="2000" kern="1200" dirty="0">
            <a:solidFill>
              <a:schemeClr val="tx1"/>
            </a:solidFill>
          </a:endParaRPr>
        </a:p>
      </dsp:txBody>
      <dsp:txXfrm>
        <a:off x="103992" y="2743865"/>
        <a:ext cx="7831502" cy="1079489"/>
      </dsp:txXfrm>
    </dsp:sp>
    <dsp:sp modelId="{F6E848C7-79D6-4F26-9331-1A316BD20E66}">
      <dsp:nvSpPr>
        <dsp:cNvPr id="0" name=""/>
        <dsp:cNvSpPr/>
      </dsp:nvSpPr>
      <dsp:spPr>
        <a:xfrm>
          <a:off x="502920" y="4065422"/>
          <a:ext cx="10058399" cy="1146657"/>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b="0" i="0" kern="1200" dirty="0"/>
            <a:t>Cuando se aplica corriente eléctrica al estator, se produce un campo magnético rotativo que induce corrientes eléctricas en la jaula de ardilla del rotor. Estas corrientes crean un campo magnético en el rotor que interactúa con el campo magnético del estator, haciendo que el rotor comience a girar.</a:t>
          </a:r>
          <a:endParaRPr lang="en-US" sz="2000" kern="1200" dirty="0">
            <a:solidFill>
              <a:schemeClr val="tx1"/>
            </a:solidFill>
          </a:endParaRPr>
        </a:p>
      </dsp:txBody>
      <dsp:txXfrm>
        <a:off x="536504" y="4099006"/>
        <a:ext cx="8217181" cy="1079489"/>
      </dsp:txXfrm>
    </dsp:sp>
    <dsp:sp modelId="{982CA833-D211-49CC-91D9-205CAECF8B15}">
      <dsp:nvSpPr>
        <dsp:cNvPr id="0" name=""/>
        <dsp:cNvSpPr/>
      </dsp:nvSpPr>
      <dsp:spPr>
        <a:xfrm>
          <a:off x="6798472" y="878235"/>
          <a:ext cx="745327" cy="745327"/>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s-ES" sz="3600" kern="1200">
            <a:solidFill>
              <a:schemeClr val="tx1"/>
            </a:solidFill>
          </a:endParaRPr>
        </a:p>
      </dsp:txBody>
      <dsp:txXfrm>
        <a:off x="6966171" y="878235"/>
        <a:ext cx="409929" cy="560859"/>
      </dsp:txXfrm>
    </dsp:sp>
    <dsp:sp modelId="{4DC2E6A9-0131-40FB-A646-3B34CA7D6112}">
      <dsp:nvSpPr>
        <dsp:cNvPr id="0" name=""/>
        <dsp:cNvSpPr/>
      </dsp:nvSpPr>
      <dsp:spPr>
        <a:xfrm>
          <a:off x="7472385" y="2233376"/>
          <a:ext cx="745327" cy="745327"/>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s-ES" sz="3600" kern="1200">
            <a:solidFill>
              <a:schemeClr val="tx1"/>
            </a:solidFill>
          </a:endParaRPr>
        </a:p>
      </dsp:txBody>
      <dsp:txXfrm>
        <a:off x="7640084" y="2233376"/>
        <a:ext cx="409929" cy="560859"/>
      </dsp:txXfrm>
    </dsp:sp>
    <dsp:sp modelId="{424CF721-98DE-4799-B7D4-1A46D56D1545}">
      <dsp:nvSpPr>
        <dsp:cNvPr id="0" name=""/>
        <dsp:cNvSpPr/>
      </dsp:nvSpPr>
      <dsp:spPr>
        <a:xfrm>
          <a:off x="8136239" y="3588517"/>
          <a:ext cx="745327" cy="745327"/>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s-ES" sz="3600" kern="1200">
            <a:solidFill>
              <a:schemeClr val="tx1"/>
            </a:solidFill>
          </a:endParaRPr>
        </a:p>
      </dsp:txBody>
      <dsp:txXfrm>
        <a:off x="8303938" y="3588517"/>
        <a:ext cx="409929" cy="5608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0"/>
          <a:ext cx="7744967" cy="938174"/>
        </a:xfrm>
        <a:prstGeom prst="roundRect">
          <a:avLst>
            <a:gd name="adj" fmla="val 10000"/>
          </a:avLst>
        </a:prstGeom>
        <a:solidFill>
          <a:schemeClr val="accent4">
            <a:lumMod val="75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BO" sz="2000" kern="1200" dirty="0">
              <a:solidFill>
                <a:schemeClr val="tx1"/>
              </a:solidFill>
            </a:rPr>
            <a:t>PRINCION DE FUNCIONAMIENTO</a:t>
          </a:r>
        </a:p>
        <a:p>
          <a:pPr marL="0" lvl="0" indent="0" algn="ctr" defTabSz="889000" rtl="0">
            <a:lnSpc>
              <a:spcPct val="90000"/>
            </a:lnSpc>
            <a:spcBef>
              <a:spcPct val="0"/>
            </a:spcBef>
            <a:spcAft>
              <a:spcPct val="35000"/>
            </a:spcAft>
            <a:buNone/>
          </a:pPr>
          <a:r>
            <a:rPr lang="es-BO" sz="2000" kern="1200" dirty="0">
              <a:solidFill>
                <a:schemeClr val="tx1"/>
              </a:solidFill>
            </a:rPr>
            <a:t>El dispositivo cuya función es regular el flujo, en este caso hablamos del agua. </a:t>
          </a:r>
          <a:endParaRPr lang="en-US" sz="2000" kern="1200" dirty="0">
            <a:solidFill>
              <a:schemeClr val="tx1"/>
            </a:solidFill>
          </a:endParaRPr>
        </a:p>
      </dsp:txBody>
      <dsp:txXfrm>
        <a:off x="27478" y="27478"/>
        <a:ext cx="6622838" cy="883218"/>
      </dsp:txXfrm>
    </dsp:sp>
    <dsp:sp modelId="{176C9AB9-268F-4542-8858-410F7980C292}">
      <dsp:nvSpPr>
        <dsp:cNvPr id="0" name=""/>
        <dsp:cNvSpPr/>
      </dsp:nvSpPr>
      <dsp:spPr>
        <a:xfrm>
          <a:off x="578358" y="1068476"/>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s-BO" sz="1800" b="0" kern="1200" dirty="0">
              <a:solidFill>
                <a:schemeClr val="tx1"/>
              </a:solidFill>
            </a:rPr>
            <a:t>La membrana de la válvula se apoya en el cuerpo con la ayuda del muelle y evita que el agua pase por la presión que ella misma ejerce.</a:t>
          </a:r>
          <a:endParaRPr lang="en-US" sz="1800" kern="1200" dirty="0">
            <a:solidFill>
              <a:schemeClr val="tx1"/>
            </a:solidFill>
          </a:endParaRPr>
        </a:p>
      </dsp:txBody>
      <dsp:txXfrm>
        <a:off x="605836" y="1095954"/>
        <a:ext cx="6501840" cy="883218"/>
      </dsp:txXfrm>
    </dsp:sp>
    <dsp:sp modelId="{66379E1A-0F09-45D6-84BB-E01BD8286EAC}">
      <dsp:nvSpPr>
        <dsp:cNvPr id="0" name=""/>
        <dsp:cNvSpPr/>
      </dsp:nvSpPr>
      <dsp:spPr>
        <a:xfrm>
          <a:off x="1156716" y="2136952"/>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solidFill>
                <a:schemeClr val="tx1"/>
              </a:solidFill>
            </a:rPr>
            <a:t>Al </a:t>
          </a:r>
          <a:r>
            <a:rPr lang="en-US" sz="2000" kern="1200" dirty="0" err="1">
              <a:solidFill>
                <a:schemeClr val="tx1"/>
              </a:solidFill>
            </a:rPr>
            <a:t>momento</a:t>
          </a:r>
          <a:r>
            <a:rPr lang="en-US" sz="2000" kern="1200" dirty="0">
              <a:solidFill>
                <a:schemeClr val="tx1"/>
              </a:solidFill>
            </a:rPr>
            <a:t> de mandar </a:t>
          </a:r>
          <a:r>
            <a:rPr lang="en-US" sz="2000" kern="1200" dirty="0" err="1">
              <a:solidFill>
                <a:schemeClr val="tx1"/>
              </a:solidFill>
            </a:rPr>
            <a:t>una</a:t>
          </a:r>
          <a:r>
            <a:rPr lang="en-US" sz="2000" kern="1200" dirty="0">
              <a:solidFill>
                <a:schemeClr val="tx1"/>
              </a:solidFill>
            </a:rPr>
            <a:t> </a:t>
          </a:r>
          <a:r>
            <a:rPr lang="en-US" sz="2000" kern="1200" dirty="0" err="1">
              <a:solidFill>
                <a:schemeClr val="tx1"/>
              </a:solidFill>
            </a:rPr>
            <a:t>señal</a:t>
          </a:r>
          <a:r>
            <a:rPr lang="en-US" sz="2000" kern="1200" dirty="0">
              <a:solidFill>
                <a:schemeClr val="tx1"/>
              </a:solidFill>
            </a:rPr>
            <a:t> </a:t>
          </a:r>
          <a:r>
            <a:rPr lang="en-US" sz="2000" kern="1200" dirty="0" err="1">
              <a:solidFill>
                <a:schemeClr val="tx1"/>
              </a:solidFill>
            </a:rPr>
            <a:t>electrica</a:t>
          </a:r>
          <a:r>
            <a:rPr lang="en-US" sz="2000" kern="1200" dirty="0">
              <a:solidFill>
                <a:schemeClr val="tx1"/>
              </a:solidFill>
            </a:rPr>
            <a:t> al </a:t>
          </a:r>
          <a:r>
            <a:rPr lang="en-US" sz="2000" kern="1200" dirty="0" err="1">
              <a:solidFill>
                <a:schemeClr val="tx1"/>
              </a:solidFill>
            </a:rPr>
            <a:t>solenoide</a:t>
          </a:r>
          <a:r>
            <a:rPr lang="en-US" sz="2000" kern="1200" dirty="0">
              <a:solidFill>
                <a:schemeClr val="tx1"/>
              </a:solidFill>
            </a:rPr>
            <a:t> de la valvula, la </a:t>
          </a:r>
          <a:r>
            <a:rPr lang="en-US" sz="2000" kern="1200" dirty="0" err="1">
              <a:solidFill>
                <a:schemeClr val="tx1"/>
              </a:solidFill>
            </a:rPr>
            <a:t>bobina</a:t>
          </a:r>
          <a:r>
            <a:rPr lang="en-US" sz="2000" kern="1200" dirty="0">
              <a:solidFill>
                <a:schemeClr val="tx1"/>
              </a:solidFill>
            </a:rPr>
            <a:t> se </a:t>
          </a:r>
          <a:r>
            <a:rPr lang="en-US" sz="2000" kern="1200" dirty="0" err="1">
              <a:solidFill>
                <a:schemeClr val="tx1"/>
              </a:solidFill>
            </a:rPr>
            <a:t>imanta</a:t>
          </a:r>
          <a:r>
            <a:rPr lang="en-US" sz="2000" kern="1200" dirty="0">
              <a:solidFill>
                <a:schemeClr val="tx1"/>
              </a:solidFill>
            </a:rPr>
            <a:t> y </a:t>
          </a:r>
          <a:r>
            <a:rPr lang="en-US" sz="2000" kern="1200" dirty="0" err="1">
              <a:solidFill>
                <a:schemeClr val="tx1"/>
              </a:solidFill>
            </a:rPr>
            <a:t>levanta</a:t>
          </a:r>
          <a:r>
            <a:rPr lang="en-US" sz="2000" kern="1200" dirty="0">
              <a:solidFill>
                <a:schemeClr val="tx1"/>
              </a:solidFill>
            </a:rPr>
            <a:t> </a:t>
          </a:r>
          <a:r>
            <a:rPr lang="en-US" sz="2000" kern="1200" dirty="0" err="1">
              <a:solidFill>
                <a:schemeClr val="tx1"/>
              </a:solidFill>
            </a:rPr>
            <a:t>el</a:t>
          </a:r>
          <a:r>
            <a:rPr lang="en-US" sz="2000" kern="1200" dirty="0">
              <a:solidFill>
                <a:schemeClr val="tx1"/>
              </a:solidFill>
            </a:rPr>
            <a:t> embolo.</a:t>
          </a:r>
        </a:p>
      </dsp:txBody>
      <dsp:txXfrm>
        <a:off x="1184194" y="2164430"/>
        <a:ext cx="6501840" cy="883218"/>
      </dsp:txXfrm>
    </dsp:sp>
    <dsp:sp modelId="{D1B66F5B-4D53-492D-9743-9A11E84815BD}">
      <dsp:nvSpPr>
        <dsp:cNvPr id="0" name=""/>
        <dsp:cNvSpPr/>
      </dsp:nvSpPr>
      <dsp:spPr>
        <a:xfrm>
          <a:off x="1424810" y="3241942"/>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kern="1200" dirty="0">
              <a:solidFill>
                <a:schemeClr val="tx1"/>
              </a:solidFill>
            </a:rPr>
            <a:t>De esta manera queda un pequeño agujero en la tapa de la válvula y permite salir al liquido de la cámara superior.</a:t>
          </a:r>
          <a:endParaRPr lang="en-US" sz="2000" kern="1200" dirty="0">
            <a:solidFill>
              <a:schemeClr val="tx1"/>
            </a:solidFill>
          </a:endParaRPr>
        </a:p>
      </dsp:txBody>
      <dsp:txXfrm>
        <a:off x="1452288" y="3269420"/>
        <a:ext cx="6501840" cy="883218"/>
      </dsp:txXfrm>
    </dsp:sp>
    <dsp:sp modelId="{498B0189-1D5E-41B5-BCD4-B5191EB685CF}">
      <dsp:nvSpPr>
        <dsp:cNvPr id="0" name=""/>
        <dsp:cNvSpPr/>
      </dsp:nvSpPr>
      <dsp:spPr>
        <a:xfrm>
          <a:off x="2313432" y="427390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b="0" kern="1200" dirty="0">
              <a:solidFill>
                <a:schemeClr val="tx1"/>
              </a:solidFill>
            </a:rPr>
            <a:t>Esto hace que funcione como un actuador que hace que se comuniquen la entrada y la salida de liquido del cuerpo de la válvula</a:t>
          </a:r>
          <a:endParaRPr lang="en-US" sz="2000" kern="1200" dirty="0">
            <a:solidFill>
              <a:schemeClr val="tx1"/>
            </a:solidFill>
          </a:endParaRPr>
        </a:p>
      </dsp:txBody>
      <dsp:txXfrm>
        <a:off x="2340910" y="4301383"/>
        <a:ext cx="6501840" cy="883218"/>
      </dsp:txXfrm>
    </dsp:sp>
    <dsp:sp modelId="{E6B5DF30-7638-4B5E-98E1-0E3FF1419B24}">
      <dsp:nvSpPr>
        <dsp:cNvPr id="0" name=""/>
        <dsp:cNvSpPr/>
      </dsp:nvSpPr>
      <dsp:spPr>
        <a:xfrm>
          <a:off x="7135154" y="685388"/>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272362" y="685388"/>
        <a:ext cx="335397" cy="458884"/>
      </dsp:txXfrm>
    </dsp:sp>
    <dsp:sp modelId="{08A01CBC-2114-4238-9CF1-00132CA1EEC6}">
      <dsp:nvSpPr>
        <dsp:cNvPr id="0" name=""/>
        <dsp:cNvSpPr/>
      </dsp:nvSpPr>
      <dsp:spPr>
        <a:xfrm>
          <a:off x="7713512" y="1753864"/>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850720" y="1753864"/>
        <a:ext cx="335397" cy="458884"/>
      </dsp:txXfrm>
    </dsp:sp>
    <dsp:sp modelId="{DF26EFB5-032F-4D55-9B0B-38F4247FE97C}">
      <dsp:nvSpPr>
        <dsp:cNvPr id="0" name=""/>
        <dsp:cNvSpPr/>
      </dsp:nvSpPr>
      <dsp:spPr>
        <a:xfrm>
          <a:off x="8291870" y="28067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429078" y="2806705"/>
        <a:ext cx="335397" cy="458884"/>
      </dsp:txXfrm>
    </dsp:sp>
    <dsp:sp modelId="{AB1EE32B-45DD-4541-BDC7-76A8FFD50982}">
      <dsp:nvSpPr>
        <dsp:cNvPr id="0" name=""/>
        <dsp:cNvSpPr/>
      </dsp:nvSpPr>
      <dsp:spPr>
        <a:xfrm>
          <a:off x="8870228" y="38856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9007436" y="3885605"/>
        <a:ext cx="335397" cy="45888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3677"/>
          <a:ext cx="7744967" cy="930819"/>
        </a:xfrm>
        <a:prstGeom prst="roundRect">
          <a:avLst>
            <a:gd name="adj" fmla="val 10000"/>
          </a:avLst>
        </a:prstGeom>
        <a:solidFill>
          <a:schemeClr val="accent2">
            <a:lumMod val="40000"/>
            <a:lumOff val="60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b="1" kern="1200" dirty="0">
              <a:solidFill>
                <a:schemeClr val="tx1"/>
              </a:solidFill>
            </a:rPr>
            <a:t>DIAGNOSTICO</a:t>
          </a:r>
        </a:p>
      </dsp:txBody>
      <dsp:txXfrm>
        <a:off x="27263" y="30940"/>
        <a:ext cx="6623268" cy="876293"/>
      </dsp:txXfrm>
    </dsp:sp>
    <dsp:sp modelId="{176C9AB9-268F-4542-8858-410F7980C292}">
      <dsp:nvSpPr>
        <dsp:cNvPr id="0" name=""/>
        <dsp:cNvSpPr/>
      </dsp:nvSpPr>
      <dsp:spPr>
        <a:xfrm>
          <a:off x="548617" y="1050895"/>
          <a:ext cx="7744967" cy="938174"/>
        </a:xfrm>
        <a:prstGeom prst="roundRect">
          <a:avLst>
            <a:gd name="adj" fmla="val 10000"/>
          </a:avLst>
        </a:prstGeom>
        <a:solidFill>
          <a:schemeClr val="accent4">
            <a:lumMod val="20000"/>
            <a:lumOff val="80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El día 13 de abril , se llevo a cabo la limpieza interna de una electroválvula que presentaba fallas en su funcionamiento. </a:t>
          </a:r>
          <a:endParaRPr lang="en-US" sz="1900" kern="1200" dirty="0">
            <a:solidFill>
              <a:schemeClr val="tx1"/>
            </a:solidFill>
          </a:endParaRPr>
        </a:p>
      </dsp:txBody>
      <dsp:txXfrm>
        <a:off x="576095" y="1078373"/>
        <a:ext cx="6501840" cy="883218"/>
      </dsp:txXfrm>
    </dsp:sp>
    <dsp:sp modelId="{66379E1A-0F09-45D6-84BB-E01BD8286EAC}">
      <dsp:nvSpPr>
        <dsp:cNvPr id="0" name=""/>
        <dsp:cNvSpPr/>
      </dsp:nvSpPr>
      <dsp:spPr>
        <a:xfrm>
          <a:off x="1156716" y="2136952"/>
          <a:ext cx="7744967" cy="938174"/>
        </a:xfrm>
        <a:prstGeom prst="roundRect">
          <a:avLst>
            <a:gd name="adj" fmla="val 10000"/>
          </a:avLst>
        </a:prstGeom>
        <a:solidFill>
          <a:schemeClr val="accent4">
            <a:lumMod val="20000"/>
            <a:lumOff val="80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Se desmonto la válvula y se procedió a limpiar minuciosamente su interior, eliminando los residuos acumulados que obstruían el flujo de liquido.</a:t>
          </a:r>
          <a:endParaRPr lang="en-US" sz="1900" kern="1200" dirty="0">
            <a:solidFill>
              <a:schemeClr val="tx1"/>
            </a:solidFill>
          </a:endParaRPr>
        </a:p>
      </dsp:txBody>
      <dsp:txXfrm>
        <a:off x="1184194" y="2164430"/>
        <a:ext cx="6501840" cy="883218"/>
      </dsp:txXfrm>
    </dsp:sp>
    <dsp:sp modelId="{D1B66F5B-4D53-492D-9743-9A11E84815BD}">
      <dsp:nvSpPr>
        <dsp:cNvPr id="0" name=""/>
        <dsp:cNvSpPr/>
      </dsp:nvSpPr>
      <dsp:spPr>
        <a:xfrm>
          <a:off x="1735073" y="3205429"/>
          <a:ext cx="7744967" cy="938174"/>
        </a:xfrm>
        <a:prstGeom prst="roundRect">
          <a:avLst>
            <a:gd name="adj" fmla="val 10000"/>
          </a:avLst>
        </a:prstGeom>
        <a:solidFill>
          <a:schemeClr val="accent4">
            <a:lumMod val="20000"/>
            <a:lumOff val="80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BO" sz="1900" kern="1200" dirty="0">
              <a:solidFill>
                <a:schemeClr val="tx1"/>
              </a:solidFill>
            </a:rPr>
            <a:t>Una vez realizada la limpieza, se realizo una prueba de funcionamiento. </a:t>
          </a:r>
          <a:endParaRPr lang="en-US" sz="1900" kern="1200" dirty="0">
            <a:solidFill>
              <a:schemeClr val="tx1"/>
            </a:solidFill>
          </a:endParaRPr>
        </a:p>
      </dsp:txBody>
      <dsp:txXfrm>
        <a:off x="1762551" y="3232907"/>
        <a:ext cx="6501840" cy="883218"/>
      </dsp:txXfrm>
    </dsp:sp>
    <dsp:sp modelId="{498B0189-1D5E-41B5-BCD4-B5191EB685CF}">
      <dsp:nvSpPr>
        <dsp:cNvPr id="0" name=""/>
        <dsp:cNvSpPr/>
      </dsp:nvSpPr>
      <dsp:spPr>
        <a:xfrm>
          <a:off x="2313432" y="4273905"/>
          <a:ext cx="7744967" cy="938174"/>
        </a:xfrm>
        <a:prstGeom prst="roundRect">
          <a:avLst>
            <a:gd name="adj" fmla="val 10000"/>
          </a:avLst>
        </a:prstGeom>
        <a:solidFill>
          <a:schemeClr val="accent4">
            <a:lumMod val="20000"/>
            <a:lumOff val="80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BO" sz="1900" kern="1200" dirty="0">
              <a:solidFill>
                <a:schemeClr val="tx1"/>
              </a:solidFill>
            </a:rPr>
            <a:t>Se pudo comprobar que la electroválvula funciona con normalidad y sin inconvenientes.</a:t>
          </a:r>
          <a:endParaRPr lang="en-US" sz="1900" kern="1200" dirty="0">
            <a:solidFill>
              <a:schemeClr val="tx1"/>
            </a:solidFill>
          </a:endParaRPr>
        </a:p>
      </dsp:txBody>
      <dsp:txXfrm>
        <a:off x="2340910" y="4301383"/>
        <a:ext cx="6501840" cy="883218"/>
      </dsp:txXfrm>
    </dsp:sp>
    <dsp:sp modelId="{E6B5DF30-7638-4B5E-98E1-0E3FF1419B24}">
      <dsp:nvSpPr>
        <dsp:cNvPr id="0" name=""/>
        <dsp:cNvSpPr/>
      </dsp:nvSpPr>
      <dsp:spPr>
        <a:xfrm>
          <a:off x="7135154" y="685388"/>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272362" y="685388"/>
        <a:ext cx="335397" cy="458884"/>
      </dsp:txXfrm>
    </dsp:sp>
    <dsp:sp modelId="{08A01CBC-2114-4238-9CF1-00132CA1EEC6}">
      <dsp:nvSpPr>
        <dsp:cNvPr id="0" name=""/>
        <dsp:cNvSpPr/>
      </dsp:nvSpPr>
      <dsp:spPr>
        <a:xfrm>
          <a:off x="7713512" y="1753864"/>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850720" y="1753864"/>
        <a:ext cx="335397" cy="458884"/>
      </dsp:txXfrm>
    </dsp:sp>
    <dsp:sp modelId="{DF26EFB5-032F-4D55-9B0B-38F4247FE97C}">
      <dsp:nvSpPr>
        <dsp:cNvPr id="0" name=""/>
        <dsp:cNvSpPr/>
      </dsp:nvSpPr>
      <dsp:spPr>
        <a:xfrm>
          <a:off x="8291870" y="28067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429078" y="2806705"/>
        <a:ext cx="335397" cy="458884"/>
      </dsp:txXfrm>
    </dsp:sp>
    <dsp:sp modelId="{AB1EE32B-45DD-4541-BDC7-76A8FFD50982}">
      <dsp:nvSpPr>
        <dsp:cNvPr id="0" name=""/>
        <dsp:cNvSpPr/>
      </dsp:nvSpPr>
      <dsp:spPr>
        <a:xfrm>
          <a:off x="8870228" y="38856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9007436" y="3885605"/>
        <a:ext cx="335397" cy="45888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325211" y="0"/>
          <a:ext cx="7744967" cy="943464"/>
        </a:xfrm>
        <a:prstGeom prst="roundRect">
          <a:avLst>
            <a:gd name="adj" fmla="val 10000"/>
          </a:avLst>
        </a:prstGeom>
        <a:solidFill>
          <a:schemeClr val="accent4">
            <a:lumMod val="75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BO" sz="2000" kern="1200" dirty="0">
              <a:solidFill>
                <a:schemeClr val="tx1"/>
              </a:solidFill>
            </a:rPr>
            <a:t>PRINCIPO DE FUNCIONAMIENTO</a:t>
          </a:r>
        </a:p>
        <a:p>
          <a:pPr marL="0" lvl="0" indent="0" algn="ctr" defTabSz="889000" rtl="0">
            <a:lnSpc>
              <a:spcPct val="90000"/>
            </a:lnSpc>
            <a:spcBef>
              <a:spcPct val="0"/>
            </a:spcBef>
            <a:spcAft>
              <a:spcPct val="35000"/>
            </a:spcAft>
            <a:buNone/>
          </a:pPr>
          <a:r>
            <a:rPr lang="es-BO" sz="2000" kern="1200" dirty="0"/>
            <a:t>Cuando se produce una vibración o movimiento oscilante, las horquillas oscilan en direcciones opuestas debido a su flexibilidad</a:t>
          </a:r>
          <a:endParaRPr lang="en-US" sz="2000" kern="1200" dirty="0">
            <a:solidFill>
              <a:schemeClr val="tx1"/>
            </a:solidFill>
          </a:endParaRPr>
        </a:p>
      </dsp:txBody>
      <dsp:txXfrm>
        <a:off x="352844" y="27633"/>
        <a:ext cx="6616510" cy="888198"/>
      </dsp:txXfrm>
    </dsp:sp>
    <dsp:sp modelId="{176C9AB9-268F-4542-8858-410F7980C292}">
      <dsp:nvSpPr>
        <dsp:cNvPr id="0" name=""/>
        <dsp:cNvSpPr/>
      </dsp:nvSpPr>
      <dsp:spPr>
        <a:xfrm>
          <a:off x="1409238" y="2109001"/>
          <a:ext cx="7744967" cy="94346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kern="1200" dirty="0"/>
            <a:t>El efecto piezoeléctrico implica que ciertos materiales generan una carga eléctrica cuando se deforman mecánicamente</a:t>
          </a:r>
          <a:endParaRPr lang="en-US" sz="2000" kern="1200" dirty="0">
            <a:solidFill>
              <a:schemeClr val="tx1"/>
            </a:solidFill>
          </a:endParaRPr>
        </a:p>
      </dsp:txBody>
      <dsp:txXfrm>
        <a:off x="1436871" y="2136634"/>
        <a:ext cx="6498091" cy="888198"/>
      </dsp:txXfrm>
    </dsp:sp>
    <dsp:sp modelId="{66379E1A-0F09-45D6-84BB-E01BD8286EAC}">
      <dsp:nvSpPr>
        <dsp:cNvPr id="0" name=""/>
        <dsp:cNvSpPr/>
      </dsp:nvSpPr>
      <dsp:spPr>
        <a:xfrm>
          <a:off x="748478" y="1048819"/>
          <a:ext cx="7744967" cy="94346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kern="1200" dirty="0"/>
            <a:t>Estas oscilaciones generan cambios en la resistencia eléctrica de las horquillas debido a un fenómeno conocido como </a:t>
          </a:r>
          <a:r>
            <a:rPr lang="es-BO" sz="2000" b="1" kern="1200" dirty="0"/>
            <a:t>efecto piezoeléctrico.</a:t>
          </a:r>
          <a:endParaRPr lang="en-US" sz="2000" b="1" kern="1200" dirty="0">
            <a:solidFill>
              <a:schemeClr val="tx1"/>
            </a:solidFill>
          </a:endParaRPr>
        </a:p>
      </dsp:txBody>
      <dsp:txXfrm>
        <a:off x="776111" y="1076452"/>
        <a:ext cx="6498091" cy="888198"/>
      </dsp:txXfrm>
    </dsp:sp>
    <dsp:sp modelId="{D1B66F5B-4D53-492D-9743-9A11E84815BD}">
      <dsp:nvSpPr>
        <dsp:cNvPr id="0" name=""/>
        <dsp:cNvSpPr/>
      </dsp:nvSpPr>
      <dsp:spPr>
        <a:xfrm>
          <a:off x="1735073" y="3223505"/>
          <a:ext cx="7744967" cy="94346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kern="1200" dirty="0"/>
            <a:t>las horquillas del sensor vibratorio, están hechas de un material piezoeléctrico que genera una señal eléctrica proporcional a la amplitud y frecuencia de la vibración.</a:t>
          </a:r>
          <a:endParaRPr lang="en-US" sz="2000" kern="1200" dirty="0">
            <a:solidFill>
              <a:schemeClr val="tx1"/>
            </a:solidFill>
          </a:endParaRPr>
        </a:p>
      </dsp:txBody>
      <dsp:txXfrm>
        <a:off x="1762706" y="3251138"/>
        <a:ext cx="6498091" cy="888198"/>
      </dsp:txXfrm>
    </dsp:sp>
    <dsp:sp modelId="{498B0189-1D5E-41B5-BCD4-B5191EB685CF}">
      <dsp:nvSpPr>
        <dsp:cNvPr id="0" name=""/>
        <dsp:cNvSpPr/>
      </dsp:nvSpPr>
      <dsp:spPr>
        <a:xfrm>
          <a:off x="2313432" y="4298007"/>
          <a:ext cx="7744967" cy="94346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kern="1200" dirty="0"/>
            <a:t>Cuando las horquillas oscilan, la resistencia eléctrica del material cambia, lo que se traduce en una variación en la corriente eléctrica que fluye a través de ellas. Esta variación de corriente se detecta y se convierte en una señal eléctrica de salida</a:t>
          </a:r>
          <a:endParaRPr lang="en-US" sz="2000" kern="1200" dirty="0">
            <a:solidFill>
              <a:schemeClr val="tx1"/>
            </a:solidFill>
          </a:endParaRPr>
        </a:p>
      </dsp:txBody>
      <dsp:txXfrm>
        <a:off x="2341065" y="4325640"/>
        <a:ext cx="6498091" cy="888198"/>
      </dsp:txXfrm>
    </dsp:sp>
    <dsp:sp modelId="{E6B5DF30-7638-4B5E-98E1-0E3FF1419B24}">
      <dsp:nvSpPr>
        <dsp:cNvPr id="0" name=""/>
        <dsp:cNvSpPr/>
      </dsp:nvSpPr>
      <dsp:spPr>
        <a:xfrm>
          <a:off x="7131715" y="689253"/>
          <a:ext cx="613252" cy="613252"/>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269697" y="689253"/>
        <a:ext cx="337288" cy="461472"/>
      </dsp:txXfrm>
    </dsp:sp>
    <dsp:sp modelId="{08A01CBC-2114-4238-9CF1-00132CA1EEC6}">
      <dsp:nvSpPr>
        <dsp:cNvPr id="0" name=""/>
        <dsp:cNvSpPr/>
      </dsp:nvSpPr>
      <dsp:spPr>
        <a:xfrm>
          <a:off x="7710073" y="1763755"/>
          <a:ext cx="613252" cy="613252"/>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848055" y="1763755"/>
        <a:ext cx="337288" cy="461472"/>
      </dsp:txXfrm>
    </dsp:sp>
    <dsp:sp modelId="{DF26EFB5-032F-4D55-9B0B-38F4247FE97C}">
      <dsp:nvSpPr>
        <dsp:cNvPr id="0" name=""/>
        <dsp:cNvSpPr/>
      </dsp:nvSpPr>
      <dsp:spPr>
        <a:xfrm>
          <a:off x="8288431" y="2822532"/>
          <a:ext cx="613252" cy="613252"/>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426413" y="2822532"/>
        <a:ext cx="337288" cy="461472"/>
      </dsp:txXfrm>
    </dsp:sp>
    <dsp:sp modelId="{AB1EE32B-45DD-4541-BDC7-76A8FFD50982}">
      <dsp:nvSpPr>
        <dsp:cNvPr id="0" name=""/>
        <dsp:cNvSpPr/>
      </dsp:nvSpPr>
      <dsp:spPr>
        <a:xfrm>
          <a:off x="8866789" y="3907517"/>
          <a:ext cx="613252" cy="613252"/>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9004771" y="3907517"/>
        <a:ext cx="337288" cy="46147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105157" y="0"/>
          <a:ext cx="8165597" cy="938174"/>
        </a:xfrm>
        <a:prstGeom prst="roundRect">
          <a:avLst>
            <a:gd name="adj" fmla="val 10000"/>
          </a:avLst>
        </a:prstGeom>
        <a:solidFill>
          <a:schemeClr val="accent4">
            <a:lumMod val="75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BO" sz="2000" kern="1200" dirty="0">
              <a:solidFill>
                <a:schemeClr val="tx1"/>
              </a:solidFill>
            </a:rPr>
            <a:t>PRINCIPO DE FUNCIONAMIENTO</a:t>
          </a:r>
        </a:p>
        <a:p>
          <a:pPr marL="0" lvl="0" indent="0" algn="ctr" defTabSz="889000" rtl="0">
            <a:lnSpc>
              <a:spcPct val="90000"/>
            </a:lnSpc>
            <a:spcBef>
              <a:spcPct val="0"/>
            </a:spcBef>
            <a:spcAft>
              <a:spcPct val="35000"/>
            </a:spcAft>
            <a:buNone/>
          </a:pPr>
          <a:r>
            <a:rPr lang="es-BO" sz="2000" kern="1200" dirty="0">
              <a:solidFill>
                <a:schemeClr val="tx1"/>
              </a:solidFill>
            </a:rPr>
            <a:t>El dispositivo detecta la presión utilizando una cavidad de presión y un diafragma de aislamiento para formar un capacitor variable</a:t>
          </a:r>
          <a:endParaRPr lang="en-US" sz="2000" kern="1200" dirty="0">
            <a:solidFill>
              <a:schemeClr val="tx1"/>
            </a:solidFill>
          </a:endParaRPr>
        </a:p>
      </dsp:txBody>
      <dsp:txXfrm>
        <a:off x="-77679" y="27478"/>
        <a:ext cx="6985509" cy="883218"/>
      </dsp:txXfrm>
    </dsp:sp>
    <dsp:sp modelId="{176C9AB9-268F-4542-8858-410F7980C292}">
      <dsp:nvSpPr>
        <dsp:cNvPr id="0" name=""/>
        <dsp:cNvSpPr/>
      </dsp:nvSpPr>
      <dsp:spPr>
        <a:xfrm>
          <a:off x="683515" y="1068476"/>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s-BO" sz="1800" b="0" kern="1200" dirty="0">
              <a:solidFill>
                <a:schemeClr val="tx1"/>
              </a:solidFill>
            </a:rPr>
            <a:t>La presión del proceso provoca una ligera desviación del diafragma de aislamiento del proceso del sensor cerámico.</a:t>
          </a:r>
          <a:endParaRPr lang="en-US" sz="1800" kern="1200" dirty="0">
            <a:solidFill>
              <a:schemeClr val="tx1"/>
            </a:solidFill>
          </a:endParaRPr>
        </a:p>
      </dsp:txBody>
      <dsp:txXfrm>
        <a:off x="710993" y="1095954"/>
        <a:ext cx="6501840" cy="883218"/>
      </dsp:txXfrm>
    </dsp:sp>
    <dsp:sp modelId="{66379E1A-0F09-45D6-84BB-E01BD8286EAC}">
      <dsp:nvSpPr>
        <dsp:cNvPr id="0" name=""/>
        <dsp:cNvSpPr/>
      </dsp:nvSpPr>
      <dsp:spPr>
        <a:xfrm>
          <a:off x="1261873" y="2136952"/>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kern="1200" dirty="0">
              <a:solidFill>
                <a:schemeClr val="tx1"/>
              </a:solidFill>
            </a:rPr>
            <a:t>El cambio proporcional a la presión en la capacitancia se mide en los electrodos del sensor cerámico.</a:t>
          </a:r>
          <a:endParaRPr lang="en-US" sz="2000" kern="1200" dirty="0">
            <a:solidFill>
              <a:schemeClr val="tx1"/>
            </a:solidFill>
          </a:endParaRPr>
        </a:p>
      </dsp:txBody>
      <dsp:txXfrm>
        <a:off x="1289351" y="2164430"/>
        <a:ext cx="6501840" cy="883218"/>
      </dsp:txXfrm>
    </dsp:sp>
    <dsp:sp modelId="{D1B66F5B-4D53-492D-9743-9A11E84815BD}">
      <dsp:nvSpPr>
        <dsp:cNvPr id="0" name=""/>
        <dsp:cNvSpPr/>
      </dsp:nvSpPr>
      <dsp:spPr>
        <a:xfrm>
          <a:off x="1840231" y="3205429"/>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kern="1200" dirty="0">
              <a:solidFill>
                <a:schemeClr val="tx1"/>
              </a:solidFill>
            </a:rPr>
            <a:t>Este cambio en la capacidad se puede medir eléctricamente y correlacionarse con la presión aplicada.</a:t>
          </a:r>
          <a:endParaRPr lang="en-US" sz="2000" kern="1200" dirty="0">
            <a:solidFill>
              <a:schemeClr val="tx1"/>
            </a:solidFill>
          </a:endParaRPr>
        </a:p>
      </dsp:txBody>
      <dsp:txXfrm>
        <a:off x="1867709" y="3232907"/>
        <a:ext cx="6501840" cy="883218"/>
      </dsp:txXfrm>
    </dsp:sp>
    <dsp:sp modelId="{498B0189-1D5E-41B5-BCD4-B5191EB685CF}">
      <dsp:nvSpPr>
        <dsp:cNvPr id="0" name=""/>
        <dsp:cNvSpPr/>
      </dsp:nvSpPr>
      <dsp:spPr>
        <a:xfrm>
          <a:off x="2418589" y="427390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b="0" kern="1200" dirty="0">
              <a:solidFill>
                <a:schemeClr val="tx1"/>
              </a:solidFill>
            </a:rPr>
            <a:t>El sensor capacitivo no requiere liquido de llenado, por tanto, también puede trabajar en aire.</a:t>
          </a:r>
          <a:endParaRPr lang="en-US" sz="2000" kern="1200" dirty="0">
            <a:solidFill>
              <a:schemeClr val="tx1"/>
            </a:solidFill>
          </a:endParaRPr>
        </a:p>
      </dsp:txBody>
      <dsp:txXfrm>
        <a:off x="2446067" y="4301383"/>
        <a:ext cx="6501840" cy="883218"/>
      </dsp:txXfrm>
    </dsp:sp>
    <dsp:sp modelId="{E6B5DF30-7638-4B5E-98E1-0E3FF1419B24}">
      <dsp:nvSpPr>
        <dsp:cNvPr id="0" name=""/>
        <dsp:cNvSpPr/>
      </dsp:nvSpPr>
      <dsp:spPr>
        <a:xfrm>
          <a:off x="7240311" y="685388"/>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377519" y="685388"/>
        <a:ext cx="335397" cy="458884"/>
      </dsp:txXfrm>
    </dsp:sp>
    <dsp:sp modelId="{08A01CBC-2114-4238-9CF1-00132CA1EEC6}">
      <dsp:nvSpPr>
        <dsp:cNvPr id="0" name=""/>
        <dsp:cNvSpPr/>
      </dsp:nvSpPr>
      <dsp:spPr>
        <a:xfrm>
          <a:off x="7818669" y="1753864"/>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955877" y="1753864"/>
        <a:ext cx="335397" cy="458884"/>
      </dsp:txXfrm>
    </dsp:sp>
    <dsp:sp modelId="{DF26EFB5-032F-4D55-9B0B-38F4247FE97C}">
      <dsp:nvSpPr>
        <dsp:cNvPr id="0" name=""/>
        <dsp:cNvSpPr/>
      </dsp:nvSpPr>
      <dsp:spPr>
        <a:xfrm>
          <a:off x="8397027" y="28067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534235" y="2806705"/>
        <a:ext cx="335397" cy="458884"/>
      </dsp:txXfrm>
    </dsp:sp>
    <dsp:sp modelId="{AB1EE32B-45DD-4541-BDC7-76A8FFD50982}">
      <dsp:nvSpPr>
        <dsp:cNvPr id="0" name=""/>
        <dsp:cNvSpPr/>
      </dsp:nvSpPr>
      <dsp:spPr>
        <a:xfrm>
          <a:off x="8975385" y="38856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9112593" y="3885605"/>
        <a:ext cx="335397" cy="45888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0"/>
          <a:ext cx="7744967" cy="938174"/>
        </a:xfrm>
        <a:prstGeom prst="roundRect">
          <a:avLst>
            <a:gd name="adj" fmla="val 10000"/>
          </a:avLst>
        </a:prstGeom>
        <a:solidFill>
          <a:schemeClr val="accent4">
            <a:lumMod val="75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BO" sz="2000" kern="1200" dirty="0">
              <a:solidFill>
                <a:schemeClr val="tx1"/>
              </a:solidFill>
            </a:rPr>
            <a:t>PRINCIPIO DE FUNCIONAMIENTO</a:t>
          </a:r>
        </a:p>
        <a:p>
          <a:pPr marL="0" lvl="0" indent="0" algn="ctr" defTabSz="889000" rtl="0">
            <a:lnSpc>
              <a:spcPct val="90000"/>
            </a:lnSpc>
            <a:spcBef>
              <a:spcPct val="0"/>
            </a:spcBef>
            <a:spcAft>
              <a:spcPct val="35000"/>
            </a:spcAft>
            <a:buNone/>
          </a:pPr>
          <a:r>
            <a:rPr lang="es-BO" sz="2000" kern="1200" dirty="0">
              <a:solidFill>
                <a:schemeClr val="tx1"/>
              </a:solidFill>
            </a:rPr>
            <a:t>Los termopares son sensores de temperatura robustos cuyo principio de medición se basa en el efecto Seebeck </a:t>
          </a:r>
          <a:endParaRPr lang="en-US" sz="2000" kern="1200" dirty="0">
            <a:solidFill>
              <a:schemeClr val="tx1"/>
            </a:solidFill>
          </a:endParaRPr>
        </a:p>
      </dsp:txBody>
      <dsp:txXfrm>
        <a:off x="27478" y="27478"/>
        <a:ext cx="6622838" cy="883218"/>
      </dsp:txXfrm>
    </dsp:sp>
    <dsp:sp modelId="{176C9AB9-268F-4542-8858-410F7980C292}">
      <dsp:nvSpPr>
        <dsp:cNvPr id="0" name=""/>
        <dsp:cNvSpPr/>
      </dsp:nvSpPr>
      <dsp:spPr>
        <a:xfrm>
          <a:off x="578358" y="1068476"/>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b="0" kern="1200" dirty="0">
              <a:solidFill>
                <a:schemeClr val="tx1"/>
              </a:solidFill>
            </a:rPr>
            <a:t>Consta de dos hilos metálicos homogéneos pero diferentes entre si y aislados en toda su longitud. Los dos cables son soldados juntos en un extremo.</a:t>
          </a:r>
          <a:endParaRPr lang="en-US" sz="2000" kern="1200" dirty="0">
            <a:solidFill>
              <a:schemeClr val="tx1"/>
            </a:solidFill>
          </a:endParaRPr>
        </a:p>
      </dsp:txBody>
      <dsp:txXfrm>
        <a:off x="605836" y="1095954"/>
        <a:ext cx="6501840" cy="883218"/>
      </dsp:txXfrm>
    </dsp:sp>
    <dsp:sp modelId="{66379E1A-0F09-45D6-84BB-E01BD8286EAC}">
      <dsp:nvSpPr>
        <dsp:cNvPr id="0" name=""/>
        <dsp:cNvSpPr/>
      </dsp:nvSpPr>
      <dsp:spPr>
        <a:xfrm>
          <a:off x="1156716" y="2169620"/>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kern="1200" dirty="0">
              <a:solidFill>
                <a:schemeClr val="tx1"/>
              </a:solidFill>
            </a:rPr>
            <a:t>El extremo es llamado “unión caliente o de medición” y el otro extremo es conocido como “unión fría o de referencia”</a:t>
          </a:r>
          <a:endParaRPr lang="en-US" sz="2000" kern="1200" dirty="0">
            <a:solidFill>
              <a:schemeClr val="tx1"/>
            </a:solidFill>
          </a:endParaRPr>
        </a:p>
      </dsp:txBody>
      <dsp:txXfrm>
        <a:off x="1184194" y="2197098"/>
        <a:ext cx="6501840" cy="883218"/>
      </dsp:txXfrm>
    </dsp:sp>
    <dsp:sp modelId="{D1B66F5B-4D53-492D-9743-9A11E84815BD}">
      <dsp:nvSpPr>
        <dsp:cNvPr id="0" name=""/>
        <dsp:cNvSpPr/>
      </dsp:nvSpPr>
      <dsp:spPr>
        <a:xfrm>
          <a:off x="1735073" y="3205429"/>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kern="1200" noProof="0" dirty="0">
              <a:solidFill>
                <a:schemeClr val="tx1"/>
              </a:solidFill>
            </a:rPr>
            <a:t>Cuando se conectan en un punto los dos conductores eléctricos de distintos materiales, puede medirse una tensión eléctrica débil entre los dos extremos abiertos </a:t>
          </a:r>
        </a:p>
      </dsp:txBody>
      <dsp:txXfrm>
        <a:off x="1762551" y="3232907"/>
        <a:ext cx="6501840" cy="883218"/>
      </dsp:txXfrm>
    </dsp:sp>
    <dsp:sp modelId="{498B0189-1D5E-41B5-BCD4-B5191EB685CF}">
      <dsp:nvSpPr>
        <dsp:cNvPr id="0" name=""/>
        <dsp:cNvSpPr/>
      </dsp:nvSpPr>
      <dsp:spPr>
        <a:xfrm>
          <a:off x="2080153" y="427390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b="0" kern="1200" dirty="0">
              <a:solidFill>
                <a:schemeClr val="tx1"/>
              </a:solidFill>
            </a:rPr>
            <a:t>Siempre que haya un gradiente de temperatura en los conductores, esta tensión es denominada “tensión termo eléctrica”</a:t>
          </a:r>
          <a:endParaRPr lang="en-US" sz="2000" kern="1200" dirty="0">
            <a:solidFill>
              <a:schemeClr val="tx1"/>
            </a:solidFill>
          </a:endParaRPr>
        </a:p>
      </dsp:txBody>
      <dsp:txXfrm>
        <a:off x="2107631" y="4301383"/>
        <a:ext cx="6501840" cy="883218"/>
      </dsp:txXfrm>
    </dsp:sp>
    <dsp:sp modelId="{E6B5DF30-7638-4B5E-98E1-0E3FF1419B24}">
      <dsp:nvSpPr>
        <dsp:cNvPr id="0" name=""/>
        <dsp:cNvSpPr/>
      </dsp:nvSpPr>
      <dsp:spPr>
        <a:xfrm>
          <a:off x="7135154" y="685388"/>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272362" y="685388"/>
        <a:ext cx="335397" cy="458884"/>
      </dsp:txXfrm>
    </dsp:sp>
    <dsp:sp modelId="{08A01CBC-2114-4238-9CF1-00132CA1EEC6}">
      <dsp:nvSpPr>
        <dsp:cNvPr id="0" name=""/>
        <dsp:cNvSpPr/>
      </dsp:nvSpPr>
      <dsp:spPr>
        <a:xfrm>
          <a:off x="7713512" y="1753864"/>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850720" y="1753864"/>
        <a:ext cx="335397" cy="458884"/>
      </dsp:txXfrm>
    </dsp:sp>
    <dsp:sp modelId="{DF26EFB5-032F-4D55-9B0B-38F4247FE97C}">
      <dsp:nvSpPr>
        <dsp:cNvPr id="0" name=""/>
        <dsp:cNvSpPr/>
      </dsp:nvSpPr>
      <dsp:spPr>
        <a:xfrm>
          <a:off x="8291870" y="28067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429078" y="2806705"/>
        <a:ext cx="335397" cy="458884"/>
      </dsp:txXfrm>
    </dsp:sp>
    <dsp:sp modelId="{AB1EE32B-45DD-4541-BDC7-76A8FFD50982}">
      <dsp:nvSpPr>
        <dsp:cNvPr id="0" name=""/>
        <dsp:cNvSpPr/>
      </dsp:nvSpPr>
      <dsp:spPr>
        <a:xfrm>
          <a:off x="8870228" y="38856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9007436" y="3885605"/>
        <a:ext cx="335397" cy="45888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272603" y="0"/>
          <a:ext cx="7744967" cy="938174"/>
        </a:xfrm>
        <a:prstGeom prst="roundRect">
          <a:avLst>
            <a:gd name="adj" fmla="val 10000"/>
          </a:avLst>
        </a:prstGeom>
        <a:solidFill>
          <a:schemeClr val="accent4">
            <a:lumMod val="75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BO" sz="2000" kern="1200" dirty="0">
              <a:solidFill>
                <a:schemeClr val="tx1"/>
              </a:solidFill>
            </a:rPr>
            <a:t>PRINCIPIO DE FUNCIONAMIENTO</a:t>
          </a:r>
        </a:p>
        <a:p>
          <a:pPr marL="0" lvl="0" indent="0" algn="ctr" defTabSz="889000" rtl="0">
            <a:lnSpc>
              <a:spcPct val="90000"/>
            </a:lnSpc>
            <a:spcBef>
              <a:spcPct val="0"/>
            </a:spcBef>
            <a:spcAft>
              <a:spcPct val="35000"/>
            </a:spcAft>
            <a:buNone/>
          </a:pPr>
          <a:r>
            <a:rPr lang="es-BO" sz="2000" kern="1200" dirty="0">
              <a:solidFill>
                <a:schemeClr val="tx1"/>
              </a:solidFill>
            </a:rPr>
            <a:t>El dispositivo realiza medidas de temperatura utilizando como factor principal de medición la resistencia de un metal.</a:t>
          </a:r>
          <a:endParaRPr lang="en-US" sz="2000" kern="1200" dirty="0">
            <a:solidFill>
              <a:schemeClr val="tx1"/>
            </a:solidFill>
          </a:endParaRPr>
        </a:p>
      </dsp:txBody>
      <dsp:txXfrm>
        <a:off x="-245125" y="27478"/>
        <a:ext cx="6622838" cy="883218"/>
      </dsp:txXfrm>
    </dsp:sp>
    <dsp:sp modelId="{176C9AB9-268F-4542-8858-410F7980C292}">
      <dsp:nvSpPr>
        <dsp:cNvPr id="0" name=""/>
        <dsp:cNvSpPr/>
      </dsp:nvSpPr>
      <dsp:spPr>
        <a:xfrm>
          <a:off x="305754" y="1068476"/>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b="0" kern="1200" dirty="0">
              <a:solidFill>
                <a:schemeClr val="tx1"/>
              </a:solidFill>
            </a:rPr>
            <a:t>La resistencia del alambre de metal se transforma con relación a la temperatura, el funcionamiento de la RTD comienza al calentarse un metal.</a:t>
          </a:r>
          <a:endParaRPr lang="en-US" sz="2000" kern="1200" dirty="0">
            <a:solidFill>
              <a:schemeClr val="tx1"/>
            </a:solidFill>
          </a:endParaRPr>
        </a:p>
      </dsp:txBody>
      <dsp:txXfrm>
        <a:off x="333232" y="1095954"/>
        <a:ext cx="6501840" cy="883218"/>
      </dsp:txXfrm>
    </dsp:sp>
    <dsp:sp modelId="{66379E1A-0F09-45D6-84BB-E01BD8286EAC}">
      <dsp:nvSpPr>
        <dsp:cNvPr id="0" name=""/>
        <dsp:cNvSpPr/>
      </dsp:nvSpPr>
      <dsp:spPr>
        <a:xfrm>
          <a:off x="884112" y="2136952"/>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kern="1200" dirty="0">
              <a:solidFill>
                <a:schemeClr val="tx1"/>
              </a:solidFill>
            </a:rPr>
            <a:t>Esta acción permite un aumento de temperatura induciendo una mayor agitación térmica y aumento de la resistencia.</a:t>
          </a:r>
          <a:endParaRPr lang="en-US" sz="2000" kern="1200" dirty="0">
            <a:solidFill>
              <a:schemeClr val="tx1"/>
            </a:solidFill>
          </a:endParaRPr>
        </a:p>
      </dsp:txBody>
      <dsp:txXfrm>
        <a:off x="911590" y="2164430"/>
        <a:ext cx="6501840" cy="883218"/>
      </dsp:txXfrm>
    </dsp:sp>
    <dsp:sp modelId="{D1B66F5B-4D53-492D-9743-9A11E84815BD}">
      <dsp:nvSpPr>
        <dsp:cNvPr id="0" name=""/>
        <dsp:cNvSpPr/>
      </dsp:nvSpPr>
      <dsp:spPr>
        <a:xfrm>
          <a:off x="1462470" y="3205429"/>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solidFill>
                <a:schemeClr val="tx1"/>
              </a:solidFill>
            </a:rPr>
            <a:t>Se </a:t>
          </a:r>
          <a:r>
            <a:rPr lang="en-US" sz="2000" kern="1200" dirty="0" err="1">
              <a:solidFill>
                <a:schemeClr val="tx1"/>
              </a:solidFill>
            </a:rPr>
            <a:t>maneja</a:t>
          </a:r>
          <a:r>
            <a:rPr lang="en-US" sz="2000" kern="1200" dirty="0">
              <a:solidFill>
                <a:schemeClr val="tx1"/>
              </a:solidFill>
            </a:rPr>
            <a:t> </a:t>
          </a:r>
          <a:r>
            <a:rPr lang="en-US" sz="2000" kern="1200" dirty="0" err="1">
              <a:solidFill>
                <a:schemeClr val="tx1"/>
              </a:solidFill>
            </a:rPr>
            <a:t>el</a:t>
          </a:r>
          <a:r>
            <a:rPr lang="en-US" sz="2000" kern="1200" dirty="0">
              <a:solidFill>
                <a:schemeClr val="tx1"/>
              </a:solidFill>
            </a:rPr>
            <a:t> </a:t>
          </a:r>
          <a:r>
            <a:rPr lang="en-US" sz="2000" kern="1200" dirty="0" err="1">
              <a:solidFill>
                <a:schemeClr val="tx1"/>
              </a:solidFill>
            </a:rPr>
            <a:t>concepto</a:t>
          </a:r>
          <a:r>
            <a:rPr lang="en-US" sz="2000" kern="1200" dirty="0">
              <a:solidFill>
                <a:schemeClr val="tx1"/>
              </a:solidFill>
            </a:rPr>
            <a:t> de a mayor </a:t>
          </a:r>
          <a:r>
            <a:rPr lang="en-US" sz="2000" kern="1200" dirty="0" err="1">
              <a:solidFill>
                <a:schemeClr val="tx1"/>
              </a:solidFill>
            </a:rPr>
            <a:t>temperatura</a:t>
          </a:r>
          <a:r>
            <a:rPr lang="en-US" sz="2000" kern="1200" dirty="0">
              <a:solidFill>
                <a:schemeClr val="tx1"/>
              </a:solidFill>
            </a:rPr>
            <a:t>, mayor </a:t>
          </a:r>
          <a:r>
            <a:rPr lang="en-US" sz="2000" kern="1200" dirty="0" err="1">
              <a:solidFill>
                <a:schemeClr val="tx1"/>
              </a:solidFill>
            </a:rPr>
            <a:t>agitancion</a:t>
          </a:r>
          <a:r>
            <a:rPr lang="en-US" sz="2000" kern="1200" dirty="0">
              <a:solidFill>
                <a:schemeClr val="tx1"/>
              </a:solidFill>
            </a:rPr>
            <a:t> y mayor Resistencia y a </a:t>
          </a:r>
          <a:r>
            <a:rPr lang="en-US" sz="2000" kern="1200" dirty="0" err="1">
              <a:solidFill>
                <a:schemeClr val="tx1"/>
              </a:solidFill>
            </a:rPr>
            <a:t>menor</a:t>
          </a:r>
          <a:r>
            <a:rPr lang="en-US" sz="2000" kern="1200" dirty="0">
              <a:solidFill>
                <a:schemeClr val="tx1"/>
              </a:solidFill>
            </a:rPr>
            <a:t> </a:t>
          </a:r>
          <a:r>
            <a:rPr lang="en-US" sz="2000" kern="1200" dirty="0" err="1">
              <a:solidFill>
                <a:schemeClr val="tx1"/>
              </a:solidFill>
            </a:rPr>
            <a:t>temperatura</a:t>
          </a:r>
          <a:r>
            <a:rPr lang="en-US" sz="2000" kern="1200" dirty="0">
              <a:solidFill>
                <a:schemeClr val="tx1"/>
              </a:solidFill>
            </a:rPr>
            <a:t>, se </a:t>
          </a:r>
          <a:r>
            <a:rPr lang="en-US" sz="2000" kern="1200" dirty="0" err="1">
              <a:solidFill>
                <a:schemeClr val="tx1"/>
              </a:solidFill>
            </a:rPr>
            <a:t>tiene</a:t>
          </a:r>
          <a:r>
            <a:rPr lang="en-US" sz="2000" kern="1200" dirty="0">
              <a:solidFill>
                <a:schemeClr val="tx1"/>
              </a:solidFill>
            </a:rPr>
            <a:t> </a:t>
          </a:r>
          <a:r>
            <a:rPr lang="en-US" sz="2000" kern="1200" dirty="0" err="1">
              <a:solidFill>
                <a:schemeClr val="tx1"/>
              </a:solidFill>
            </a:rPr>
            <a:t>menor</a:t>
          </a:r>
          <a:r>
            <a:rPr lang="en-US" sz="2000" kern="1200" dirty="0">
              <a:solidFill>
                <a:schemeClr val="tx1"/>
              </a:solidFill>
            </a:rPr>
            <a:t> </a:t>
          </a:r>
          <a:r>
            <a:rPr lang="en-US" sz="2000" kern="1200" dirty="0" err="1">
              <a:solidFill>
                <a:schemeClr val="tx1"/>
              </a:solidFill>
            </a:rPr>
            <a:t>agitacion</a:t>
          </a:r>
          <a:r>
            <a:rPr lang="en-US" sz="2000" kern="1200" dirty="0">
              <a:solidFill>
                <a:schemeClr val="tx1"/>
              </a:solidFill>
            </a:rPr>
            <a:t> y </a:t>
          </a:r>
          <a:r>
            <a:rPr lang="en-US" sz="2000" kern="1200" dirty="0" err="1">
              <a:solidFill>
                <a:schemeClr val="tx1"/>
              </a:solidFill>
            </a:rPr>
            <a:t>menor</a:t>
          </a:r>
          <a:r>
            <a:rPr lang="en-US" sz="2000" kern="1200" dirty="0">
              <a:solidFill>
                <a:schemeClr val="tx1"/>
              </a:solidFill>
            </a:rPr>
            <a:t> Resistencia.</a:t>
          </a:r>
        </a:p>
      </dsp:txBody>
      <dsp:txXfrm>
        <a:off x="1489948" y="3232907"/>
        <a:ext cx="6501840" cy="883218"/>
      </dsp:txXfrm>
    </dsp:sp>
    <dsp:sp modelId="{498B0189-1D5E-41B5-BCD4-B5191EB685CF}">
      <dsp:nvSpPr>
        <dsp:cNvPr id="0" name=""/>
        <dsp:cNvSpPr/>
      </dsp:nvSpPr>
      <dsp:spPr>
        <a:xfrm>
          <a:off x="1262343" y="4273905"/>
          <a:ext cx="8835382"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b="0" kern="1200" dirty="0">
              <a:solidFill>
                <a:schemeClr val="tx1"/>
              </a:solidFill>
            </a:rPr>
            <a:t>La relación resistencia-temperatura se representa con la siguiente formula: R=Ro[1+a(T-</a:t>
          </a:r>
          <a:r>
            <a:rPr lang="es-BO" sz="2000" b="0" kern="1200" dirty="0" err="1">
              <a:solidFill>
                <a:schemeClr val="tx1"/>
              </a:solidFill>
            </a:rPr>
            <a:t>To</a:t>
          </a:r>
          <a:r>
            <a:rPr lang="es-BO" sz="2000" b="0" kern="1200" dirty="0">
              <a:solidFill>
                <a:schemeClr val="tx1"/>
              </a:solidFill>
            </a:rPr>
            <a:t>)]</a:t>
          </a:r>
        </a:p>
      </dsp:txBody>
      <dsp:txXfrm>
        <a:off x="1289821" y="4301383"/>
        <a:ext cx="7424972" cy="883218"/>
      </dsp:txXfrm>
    </dsp:sp>
    <dsp:sp modelId="{E6B5DF30-7638-4B5E-98E1-0E3FF1419B24}">
      <dsp:nvSpPr>
        <dsp:cNvPr id="0" name=""/>
        <dsp:cNvSpPr/>
      </dsp:nvSpPr>
      <dsp:spPr>
        <a:xfrm>
          <a:off x="6862551" y="685388"/>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6999759" y="685388"/>
        <a:ext cx="335397" cy="458884"/>
      </dsp:txXfrm>
    </dsp:sp>
    <dsp:sp modelId="{08A01CBC-2114-4238-9CF1-00132CA1EEC6}">
      <dsp:nvSpPr>
        <dsp:cNvPr id="0" name=""/>
        <dsp:cNvSpPr/>
      </dsp:nvSpPr>
      <dsp:spPr>
        <a:xfrm>
          <a:off x="7440909" y="1753864"/>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578117" y="1753864"/>
        <a:ext cx="335397" cy="458884"/>
      </dsp:txXfrm>
    </dsp:sp>
    <dsp:sp modelId="{DF26EFB5-032F-4D55-9B0B-38F4247FE97C}">
      <dsp:nvSpPr>
        <dsp:cNvPr id="0" name=""/>
        <dsp:cNvSpPr/>
      </dsp:nvSpPr>
      <dsp:spPr>
        <a:xfrm>
          <a:off x="8019267" y="28067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156475" y="2806705"/>
        <a:ext cx="335397" cy="458884"/>
      </dsp:txXfrm>
    </dsp:sp>
    <dsp:sp modelId="{AB1EE32B-45DD-4541-BDC7-76A8FFD50982}">
      <dsp:nvSpPr>
        <dsp:cNvPr id="0" name=""/>
        <dsp:cNvSpPr/>
      </dsp:nvSpPr>
      <dsp:spPr>
        <a:xfrm>
          <a:off x="8597625" y="38856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734833" y="3885605"/>
        <a:ext cx="335397" cy="45888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149187" y="0"/>
          <a:ext cx="7744967" cy="938174"/>
        </a:xfrm>
        <a:prstGeom prst="roundRect">
          <a:avLst>
            <a:gd name="adj" fmla="val 10000"/>
          </a:avLst>
        </a:prstGeom>
        <a:solidFill>
          <a:schemeClr val="accent4">
            <a:lumMod val="75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BO" sz="2000" kern="1200" dirty="0">
              <a:solidFill>
                <a:schemeClr val="tx1"/>
              </a:solidFill>
            </a:rPr>
            <a:t>PRINCIPIO DE FUNCIONAMIENTO</a:t>
          </a:r>
        </a:p>
        <a:p>
          <a:pPr marL="0" lvl="0" indent="0" algn="ctr" defTabSz="889000" rtl="0">
            <a:lnSpc>
              <a:spcPct val="90000"/>
            </a:lnSpc>
            <a:spcBef>
              <a:spcPct val="0"/>
            </a:spcBef>
            <a:spcAft>
              <a:spcPct val="35000"/>
            </a:spcAft>
            <a:buNone/>
          </a:pPr>
          <a:r>
            <a:rPr lang="es-BO" sz="2000" kern="1200" dirty="0">
              <a:solidFill>
                <a:schemeClr val="tx1"/>
              </a:solidFill>
            </a:rPr>
            <a:t>Se basa en el principio de medida “Time of </a:t>
          </a:r>
          <a:r>
            <a:rPr lang="es-BO" sz="2000" kern="1200" dirty="0" err="1">
              <a:solidFill>
                <a:schemeClr val="tx1"/>
              </a:solidFill>
            </a:rPr>
            <a:t>flight</a:t>
          </a:r>
          <a:r>
            <a:rPr lang="es-BO" sz="2000" kern="1200" dirty="0">
              <a:solidFill>
                <a:schemeClr val="tx1"/>
              </a:solidFill>
            </a:rPr>
            <a:t>” y van detectando continuamente el nivel del liquido en el tanque.</a:t>
          </a:r>
          <a:endParaRPr lang="en-US" sz="2000" kern="1200" dirty="0">
            <a:solidFill>
              <a:schemeClr val="tx1"/>
            </a:solidFill>
          </a:endParaRPr>
        </a:p>
      </dsp:txBody>
      <dsp:txXfrm>
        <a:off x="-121709" y="27478"/>
        <a:ext cx="6622838" cy="883218"/>
      </dsp:txXfrm>
    </dsp:sp>
    <dsp:sp modelId="{176C9AB9-268F-4542-8858-410F7980C292}">
      <dsp:nvSpPr>
        <dsp:cNvPr id="0" name=""/>
        <dsp:cNvSpPr/>
      </dsp:nvSpPr>
      <dsp:spPr>
        <a:xfrm>
          <a:off x="429170" y="1068476"/>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s-BO" sz="1800" b="0" kern="1200" dirty="0">
              <a:solidFill>
                <a:schemeClr val="tx1"/>
              </a:solidFill>
            </a:rPr>
            <a:t>Pulsos ultrasónicos son emitidos reflejados en la superficie del liquido y son recibidos por el sensor. </a:t>
          </a:r>
          <a:endParaRPr lang="en-US" sz="1800" kern="1200" dirty="0">
            <a:solidFill>
              <a:schemeClr val="tx1"/>
            </a:solidFill>
          </a:endParaRPr>
        </a:p>
      </dsp:txBody>
      <dsp:txXfrm>
        <a:off x="456648" y="1095954"/>
        <a:ext cx="6501840" cy="883218"/>
      </dsp:txXfrm>
    </dsp:sp>
    <dsp:sp modelId="{66379E1A-0F09-45D6-84BB-E01BD8286EAC}">
      <dsp:nvSpPr>
        <dsp:cNvPr id="0" name=""/>
        <dsp:cNvSpPr/>
      </dsp:nvSpPr>
      <dsp:spPr>
        <a:xfrm>
          <a:off x="1007528" y="2136952"/>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kern="1200" dirty="0">
              <a:solidFill>
                <a:schemeClr val="tx1"/>
              </a:solidFill>
            </a:rPr>
            <a:t>La distancia entre el instrumento y el liquido se puede calcular midiendo el “tiempo de vuelo”. </a:t>
          </a:r>
          <a:endParaRPr lang="en-US" sz="2000" kern="1200" dirty="0">
            <a:solidFill>
              <a:schemeClr val="tx1"/>
            </a:solidFill>
          </a:endParaRPr>
        </a:p>
      </dsp:txBody>
      <dsp:txXfrm>
        <a:off x="1035006" y="2164430"/>
        <a:ext cx="6501840" cy="883218"/>
      </dsp:txXfrm>
    </dsp:sp>
    <dsp:sp modelId="{D1B66F5B-4D53-492D-9743-9A11E84815BD}">
      <dsp:nvSpPr>
        <dsp:cNvPr id="0" name=""/>
        <dsp:cNvSpPr/>
      </dsp:nvSpPr>
      <dsp:spPr>
        <a:xfrm>
          <a:off x="1585886" y="3205429"/>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kern="1200" dirty="0">
              <a:solidFill>
                <a:schemeClr val="tx1"/>
              </a:solidFill>
            </a:rPr>
            <a:t>Las ondas ultrasónicas, son ondas mecánicas, generados </a:t>
          </a:r>
          <a:r>
            <a:rPr lang="es-BO" sz="2000" kern="1200" dirty="0" err="1">
              <a:solidFill>
                <a:schemeClr val="tx1"/>
              </a:solidFill>
            </a:rPr>
            <a:t>piezo</a:t>
          </a:r>
          <a:r>
            <a:rPr lang="es-BO" sz="2000" kern="1200" dirty="0">
              <a:solidFill>
                <a:schemeClr val="tx1"/>
              </a:solidFill>
            </a:rPr>
            <a:t>- eléctricamente y reflejados en la superficie del liquido debido a la diferencia de densidad entre el aire y el liquido</a:t>
          </a:r>
          <a:endParaRPr lang="en-US" sz="2000" kern="1200" dirty="0">
            <a:solidFill>
              <a:schemeClr val="tx1"/>
            </a:solidFill>
          </a:endParaRPr>
        </a:p>
      </dsp:txBody>
      <dsp:txXfrm>
        <a:off x="1613364" y="3232907"/>
        <a:ext cx="6501840" cy="883218"/>
      </dsp:txXfrm>
    </dsp:sp>
    <dsp:sp modelId="{498B0189-1D5E-41B5-BCD4-B5191EB685CF}">
      <dsp:nvSpPr>
        <dsp:cNvPr id="0" name=""/>
        <dsp:cNvSpPr/>
      </dsp:nvSpPr>
      <dsp:spPr>
        <a:xfrm>
          <a:off x="1632591" y="4273905"/>
          <a:ext cx="834171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BO" sz="2000" b="0" kern="1200" dirty="0">
              <a:solidFill>
                <a:schemeClr val="tx1"/>
              </a:solidFill>
            </a:rPr>
            <a:t>El periodo de tiempo medido y analizado por el instrumento, entre enviar y recibir el pulso, es una medida directa para calcular la distancia entre la membrana del sensor y la superficie del liquido</a:t>
          </a:r>
          <a:endParaRPr lang="en-US" sz="2000" kern="1200" dirty="0">
            <a:solidFill>
              <a:schemeClr val="tx1"/>
            </a:solidFill>
          </a:endParaRPr>
        </a:p>
      </dsp:txBody>
      <dsp:txXfrm>
        <a:off x="1660069" y="4301383"/>
        <a:ext cx="7007041" cy="883218"/>
      </dsp:txXfrm>
    </dsp:sp>
    <dsp:sp modelId="{E6B5DF30-7638-4B5E-98E1-0E3FF1419B24}">
      <dsp:nvSpPr>
        <dsp:cNvPr id="0" name=""/>
        <dsp:cNvSpPr/>
      </dsp:nvSpPr>
      <dsp:spPr>
        <a:xfrm>
          <a:off x="6985967" y="685388"/>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123175" y="685388"/>
        <a:ext cx="335397" cy="458884"/>
      </dsp:txXfrm>
    </dsp:sp>
    <dsp:sp modelId="{08A01CBC-2114-4238-9CF1-00132CA1EEC6}">
      <dsp:nvSpPr>
        <dsp:cNvPr id="0" name=""/>
        <dsp:cNvSpPr/>
      </dsp:nvSpPr>
      <dsp:spPr>
        <a:xfrm>
          <a:off x="7564325" y="1753864"/>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701533" y="1753864"/>
        <a:ext cx="335397" cy="458884"/>
      </dsp:txXfrm>
    </dsp:sp>
    <dsp:sp modelId="{DF26EFB5-032F-4D55-9B0B-38F4247FE97C}">
      <dsp:nvSpPr>
        <dsp:cNvPr id="0" name=""/>
        <dsp:cNvSpPr/>
      </dsp:nvSpPr>
      <dsp:spPr>
        <a:xfrm>
          <a:off x="8142683" y="28067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279891" y="2806705"/>
        <a:ext cx="335397" cy="458884"/>
      </dsp:txXfrm>
    </dsp:sp>
    <dsp:sp modelId="{AB1EE32B-45DD-4541-BDC7-76A8FFD50982}">
      <dsp:nvSpPr>
        <dsp:cNvPr id="0" name=""/>
        <dsp:cNvSpPr/>
      </dsp:nvSpPr>
      <dsp:spPr>
        <a:xfrm>
          <a:off x="8721041" y="38856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858249" y="3885605"/>
        <a:ext cx="335397" cy="45888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0"/>
          <a:ext cx="7744967" cy="938174"/>
        </a:xfrm>
        <a:prstGeom prst="roundRect">
          <a:avLst>
            <a:gd name="adj" fmla="val 10000"/>
          </a:avLst>
        </a:prstGeom>
        <a:solidFill>
          <a:schemeClr val="accent4">
            <a:lumMod val="75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BO" sz="2000" kern="1200" dirty="0">
              <a:solidFill>
                <a:schemeClr val="tx1"/>
              </a:solidFill>
            </a:rPr>
            <a:t>DIAGNOSTICO</a:t>
          </a:r>
        </a:p>
        <a:p>
          <a:pPr marL="0" lvl="0" indent="0" algn="ctr" defTabSz="889000" rtl="0">
            <a:lnSpc>
              <a:spcPct val="90000"/>
            </a:lnSpc>
            <a:spcBef>
              <a:spcPct val="0"/>
            </a:spcBef>
            <a:spcAft>
              <a:spcPct val="35000"/>
            </a:spcAft>
            <a:buNone/>
          </a:pPr>
          <a:r>
            <a:rPr lang="es-BO" sz="2000" kern="1200" noProof="0" dirty="0">
              <a:solidFill>
                <a:schemeClr val="tx1"/>
              </a:solidFill>
            </a:rPr>
            <a:t>El sensor ultrasónico no presentaba ningún problema visualmente, por lo que se procedió a probar su funcionamiento</a:t>
          </a:r>
        </a:p>
      </dsp:txBody>
      <dsp:txXfrm>
        <a:off x="27478" y="27478"/>
        <a:ext cx="6622838" cy="883218"/>
      </dsp:txXfrm>
    </dsp:sp>
    <dsp:sp modelId="{176C9AB9-268F-4542-8858-410F7980C292}">
      <dsp:nvSpPr>
        <dsp:cNvPr id="0" name=""/>
        <dsp:cNvSpPr/>
      </dsp:nvSpPr>
      <dsp:spPr>
        <a:xfrm>
          <a:off x="634354" y="1049816"/>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s-BO" sz="1800" kern="1200" noProof="0" dirty="0"/>
            <a:t>El sensor inicialmente ya presentaba una calibración, pero se procedió a realizarlo nuevamente</a:t>
          </a:r>
          <a:r>
            <a:rPr lang="es-ES" sz="1800" kern="1200" dirty="0"/>
            <a:t>.</a:t>
          </a:r>
          <a:endParaRPr lang="en-US" sz="1800" kern="1200" dirty="0">
            <a:solidFill>
              <a:schemeClr val="tx1"/>
            </a:solidFill>
          </a:endParaRPr>
        </a:p>
      </dsp:txBody>
      <dsp:txXfrm>
        <a:off x="661832" y="1077294"/>
        <a:ext cx="6501840" cy="883218"/>
      </dsp:txXfrm>
    </dsp:sp>
    <dsp:sp modelId="{66379E1A-0F09-45D6-84BB-E01BD8286EAC}">
      <dsp:nvSpPr>
        <dsp:cNvPr id="0" name=""/>
        <dsp:cNvSpPr/>
      </dsp:nvSpPr>
      <dsp:spPr>
        <a:xfrm>
          <a:off x="1156716" y="2136952"/>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ES" sz="2000" kern="1200" dirty="0"/>
            <a:t>Se realizaron las medidas máximas de distancia, que será la menor altura (H=0) y la mínima distancia (</a:t>
          </a:r>
          <a:r>
            <a:rPr lang="es-ES" sz="2000" kern="1200" dirty="0" err="1"/>
            <a:t>Hmax</a:t>
          </a:r>
          <a:r>
            <a:rPr lang="es-ES" sz="2000" kern="1200" dirty="0"/>
            <a:t>)</a:t>
          </a:r>
          <a:endParaRPr lang="en-US" sz="2000" kern="1200" dirty="0">
            <a:solidFill>
              <a:schemeClr val="tx1"/>
            </a:solidFill>
          </a:endParaRPr>
        </a:p>
      </dsp:txBody>
      <dsp:txXfrm>
        <a:off x="1184194" y="2164430"/>
        <a:ext cx="6501840" cy="883218"/>
      </dsp:txXfrm>
    </dsp:sp>
    <dsp:sp modelId="{D1B66F5B-4D53-492D-9743-9A11E84815BD}">
      <dsp:nvSpPr>
        <dsp:cNvPr id="0" name=""/>
        <dsp:cNvSpPr/>
      </dsp:nvSpPr>
      <dsp:spPr>
        <a:xfrm>
          <a:off x="1735073" y="3205429"/>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ES" sz="2000" kern="1200" dirty="0"/>
            <a:t>La calibración se la realiza mediante el botón de configuración y se procede a guardar el rango de distancia de trabajo con ayuda de la hoja técnica.</a:t>
          </a:r>
          <a:endParaRPr lang="en-US" sz="2000" kern="1200" dirty="0">
            <a:solidFill>
              <a:schemeClr val="tx1"/>
            </a:solidFill>
          </a:endParaRPr>
        </a:p>
      </dsp:txBody>
      <dsp:txXfrm>
        <a:off x="1762551" y="3232907"/>
        <a:ext cx="6501840" cy="883218"/>
      </dsp:txXfrm>
    </dsp:sp>
    <dsp:sp modelId="{498B0189-1D5E-41B5-BCD4-B5191EB685CF}">
      <dsp:nvSpPr>
        <dsp:cNvPr id="0" name=""/>
        <dsp:cNvSpPr/>
      </dsp:nvSpPr>
      <dsp:spPr>
        <a:xfrm>
          <a:off x="2313432" y="427390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solidFill>
                <a:schemeClr val="tx1"/>
              </a:solidFill>
            </a:rPr>
            <a:t>Una </a:t>
          </a:r>
          <a:r>
            <a:rPr lang="es-BO" sz="2000" kern="1200" noProof="0" dirty="0">
              <a:solidFill>
                <a:schemeClr val="tx1"/>
              </a:solidFill>
            </a:rPr>
            <a:t>vez</a:t>
          </a:r>
          <a:r>
            <a:rPr lang="en-US" sz="2000" kern="1200" dirty="0">
              <a:solidFill>
                <a:schemeClr val="tx1"/>
              </a:solidFill>
            </a:rPr>
            <a:t> </a:t>
          </a:r>
          <a:r>
            <a:rPr lang="es-BO" sz="2000" kern="1200" noProof="0" dirty="0">
              <a:solidFill>
                <a:schemeClr val="tx1"/>
              </a:solidFill>
            </a:rPr>
            <a:t>calibrado</a:t>
          </a:r>
          <a:r>
            <a:rPr lang="en-US" sz="2000" kern="1200" dirty="0">
              <a:solidFill>
                <a:schemeClr val="tx1"/>
              </a:solidFill>
            </a:rPr>
            <a:t>, </a:t>
          </a:r>
          <a:r>
            <a:rPr lang="es-PR" sz="2000" kern="1200" noProof="0" dirty="0">
              <a:solidFill>
                <a:schemeClr val="tx1"/>
              </a:solidFill>
            </a:rPr>
            <a:t>procedemos</a:t>
          </a:r>
          <a:r>
            <a:rPr lang="en-US" sz="2000" kern="1200" dirty="0">
              <a:solidFill>
                <a:schemeClr val="tx1"/>
              </a:solidFill>
            </a:rPr>
            <a:t> a </a:t>
          </a:r>
          <a:r>
            <a:rPr lang="es-BO" sz="2000" kern="1200" noProof="0" dirty="0">
              <a:solidFill>
                <a:schemeClr val="tx1"/>
              </a:solidFill>
            </a:rPr>
            <a:t>realizar</a:t>
          </a:r>
          <a:r>
            <a:rPr lang="en-US" sz="2000" kern="1200" dirty="0">
              <a:solidFill>
                <a:schemeClr val="tx1"/>
              </a:solidFill>
            </a:rPr>
            <a:t> la </a:t>
          </a:r>
          <a:r>
            <a:rPr lang="es-PR" sz="2000" kern="1200" noProof="0" dirty="0">
              <a:solidFill>
                <a:schemeClr val="tx1"/>
              </a:solidFill>
            </a:rPr>
            <a:t>prueba</a:t>
          </a:r>
          <a:r>
            <a:rPr lang="en-US" sz="2000" kern="1200" dirty="0">
              <a:solidFill>
                <a:schemeClr val="tx1"/>
              </a:solidFill>
            </a:rPr>
            <a:t> de </a:t>
          </a:r>
          <a:r>
            <a:rPr lang="es-UY" sz="2000" kern="1200" noProof="0" dirty="0">
              <a:solidFill>
                <a:schemeClr val="tx1"/>
              </a:solidFill>
            </a:rPr>
            <a:t>funcionamiento</a:t>
          </a:r>
          <a:r>
            <a:rPr lang="en-US" sz="2000" kern="1200" dirty="0">
              <a:solidFill>
                <a:schemeClr val="tx1"/>
              </a:solidFill>
            </a:rPr>
            <a:t> </a:t>
          </a:r>
          <a:r>
            <a:rPr lang="es-BO" sz="2000" kern="1200" noProof="0" dirty="0">
              <a:solidFill>
                <a:schemeClr val="tx1"/>
              </a:solidFill>
            </a:rPr>
            <a:t>obteniendo</a:t>
          </a:r>
          <a:r>
            <a:rPr lang="en-US" sz="2000" kern="1200" dirty="0">
              <a:solidFill>
                <a:schemeClr val="tx1"/>
              </a:solidFill>
            </a:rPr>
            <a:t> la table de </a:t>
          </a:r>
          <a:r>
            <a:rPr lang="es-UY" sz="2000" kern="1200" noProof="0" dirty="0">
              <a:solidFill>
                <a:schemeClr val="tx1"/>
              </a:solidFill>
            </a:rPr>
            <a:t>datos</a:t>
          </a:r>
          <a:r>
            <a:rPr lang="en-US" sz="2000" kern="1200" dirty="0">
              <a:solidFill>
                <a:schemeClr val="tx1"/>
              </a:solidFill>
            </a:rPr>
            <a:t> a </a:t>
          </a:r>
          <a:r>
            <a:rPr lang="es-PR" sz="2000" kern="1200" noProof="0" dirty="0">
              <a:solidFill>
                <a:schemeClr val="tx1"/>
              </a:solidFill>
            </a:rPr>
            <a:t>continuación</a:t>
          </a:r>
          <a:r>
            <a:rPr lang="en-US" sz="2000" kern="1200" dirty="0">
              <a:solidFill>
                <a:schemeClr val="tx1"/>
              </a:solidFill>
            </a:rPr>
            <a:t>.</a:t>
          </a:r>
        </a:p>
      </dsp:txBody>
      <dsp:txXfrm>
        <a:off x="2340910" y="4301383"/>
        <a:ext cx="6501840" cy="883218"/>
      </dsp:txXfrm>
    </dsp:sp>
    <dsp:sp modelId="{E6B5DF30-7638-4B5E-98E1-0E3FF1419B24}">
      <dsp:nvSpPr>
        <dsp:cNvPr id="0" name=""/>
        <dsp:cNvSpPr/>
      </dsp:nvSpPr>
      <dsp:spPr>
        <a:xfrm>
          <a:off x="7135154" y="685388"/>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272362" y="685388"/>
        <a:ext cx="335397" cy="458884"/>
      </dsp:txXfrm>
    </dsp:sp>
    <dsp:sp modelId="{08A01CBC-2114-4238-9CF1-00132CA1EEC6}">
      <dsp:nvSpPr>
        <dsp:cNvPr id="0" name=""/>
        <dsp:cNvSpPr/>
      </dsp:nvSpPr>
      <dsp:spPr>
        <a:xfrm>
          <a:off x="7713512" y="1753864"/>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850720" y="1753864"/>
        <a:ext cx="335397" cy="458884"/>
      </dsp:txXfrm>
    </dsp:sp>
    <dsp:sp modelId="{DF26EFB5-032F-4D55-9B0B-38F4247FE97C}">
      <dsp:nvSpPr>
        <dsp:cNvPr id="0" name=""/>
        <dsp:cNvSpPr/>
      </dsp:nvSpPr>
      <dsp:spPr>
        <a:xfrm>
          <a:off x="8291870" y="28067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429078" y="2806705"/>
        <a:ext cx="335397" cy="458884"/>
      </dsp:txXfrm>
    </dsp:sp>
    <dsp:sp modelId="{AB1EE32B-45DD-4541-BDC7-76A8FFD50982}">
      <dsp:nvSpPr>
        <dsp:cNvPr id="0" name=""/>
        <dsp:cNvSpPr/>
      </dsp:nvSpPr>
      <dsp:spPr>
        <a:xfrm>
          <a:off x="8870228" y="38856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9007436" y="3885605"/>
        <a:ext cx="335397" cy="45888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A7C95-C10C-4C82-BC94-1A30E6E17BD0}">
      <dsp:nvSpPr>
        <dsp:cNvPr id="0" name=""/>
        <dsp:cNvSpPr/>
      </dsp:nvSpPr>
      <dsp:spPr>
        <a:xfrm>
          <a:off x="0" y="3511802"/>
          <a:ext cx="10376263" cy="115265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just" defTabSz="1066800" rtl="0">
            <a:lnSpc>
              <a:spcPct val="90000"/>
            </a:lnSpc>
            <a:spcBef>
              <a:spcPct val="0"/>
            </a:spcBef>
            <a:spcAft>
              <a:spcPct val="35000"/>
            </a:spcAft>
            <a:buNone/>
          </a:pPr>
          <a:r>
            <a:rPr lang="es-ES" sz="2400" b="1" kern="1200" dirty="0">
              <a:solidFill>
                <a:schemeClr val="tx1"/>
              </a:solidFill>
            </a:rPr>
            <a:t>Partes principales </a:t>
          </a:r>
          <a:r>
            <a:rPr lang="es-ES" sz="2400" kern="1200" dirty="0">
              <a:solidFill>
                <a:schemeClr val="tx1"/>
              </a:solidFill>
            </a:rPr>
            <a:t>son la CPU, un módulo de memorias y de entradas/salidas, la fuente de alimentación y la unidad de programación.</a:t>
          </a:r>
          <a:endParaRPr lang="en-US" sz="2400" kern="1200" dirty="0">
            <a:solidFill>
              <a:schemeClr val="tx1"/>
            </a:solidFill>
          </a:endParaRPr>
        </a:p>
      </dsp:txBody>
      <dsp:txXfrm>
        <a:off x="0" y="3511802"/>
        <a:ext cx="10376263" cy="1152651"/>
      </dsp:txXfrm>
    </dsp:sp>
    <dsp:sp modelId="{2DF93A51-98B3-4256-8C9C-BA4485D0BCAF}">
      <dsp:nvSpPr>
        <dsp:cNvPr id="0" name=""/>
        <dsp:cNvSpPr/>
      </dsp:nvSpPr>
      <dsp:spPr>
        <a:xfrm rot="10800000">
          <a:off x="0" y="1756313"/>
          <a:ext cx="10376263" cy="1772778"/>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just" defTabSz="1066800" rtl="0">
            <a:lnSpc>
              <a:spcPct val="90000"/>
            </a:lnSpc>
            <a:spcBef>
              <a:spcPct val="0"/>
            </a:spcBef>
            <a:spcAft>
              <a:spcPct val="35000"/>
            </a:spcAft>
            <a:buNone/>
          </a:pPr>
          <a:r>
            <a:rPr lang="es-ES" sz="2400" b="1" kern="1200" dirty="0">
              <a:solidFill>
                <a:schemeClr val="tx1"/>
              </a:solidFill>
            </a:rPr>
            <a:t>Función: </a:t>
          </a:r>
          <a:r>
            <a:rPr lang="es-ES" sz="2400" kern="1200" dirty="0">
              <a:solidFill>
                <a:schemeClr val="tx1"/>
              </a:solidFill>
            </a:rPr>
            <a:t>detectar diversos tipos de señales del proceso, elaborar y enviar acciones, recibe configuraciones de los operadores y da reporte a los mismos.</a:t>
          </a:r>
          <a:endParaRPr lang="en-US" sz="2400" kern="1200" dirty="0">
            <a:solidFill>
              <a:schemeClr val="tx1"/>
            </a:solidFill>
          </a:endParaRPr>
        </a:p>
      </dsp:txBody>
      <dsp:txXfrm rot="10800000">
        <a:off x="0" y="1756313"/>
        <a:ext cx="10376263" cy="1151898"/>
      </dsp:txXfrm>
    </dsp:sp>
    <dsp:sp modelId="{60DBF7A6-7DF4-4AA6-9B50-FD7CC08F7A70}">
      <dsp:nvSpPr>
        <dsp:cNvPr id="0" name=""/>
        <dsp:cNvSpPr/>
      </dsp:nvSpPr>
      <dsp:spPr>
        <a:xfrm rot="10800000">
          <a:off x="0" y="0"/>
          <a:ext cx="10376263" cy="1772778"/>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es-ES" sz="2400" b="1" kern="1200" dirty="0">
              <a:solidFill>
                <a:schemeClr val="tx1"/>
              </a:solidFill>
            </a:rPr>
            <a:t>Modelo: </a:t>
          </a:r>
          <a:r>
            <a:rPr lang="en-US" sz="2400" kern="1200" dirty="0" err="1">
              <a:solidFill>
                <a:schemeClr val="tx1"/>
              </a:solidFill>
            </a:rPr>
            <a:t>MicroLogix</a:t>
          </a:r>
          <a:r>
            <a:rPr lang="en-US" sz="2400" kern="1200" dirty="0">
              <a:solidFill>
                <a:schemeClr val="tx1"/>
              </a:solidFill>
            </a:rPr>
            <a:t> 1100</a:t>
          </a:r>
        </a:p>
      </dsp:txBody>
      <dsp:txXfrm rot="10800000">
        <a:off x="0" y="0"/>
        <a:ext cx="10376263" cy="115189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4F2BF7-FF1E-4573-A316-E330C9E1988A}">
      <dsp:nvSpPr>
        <dsp:cNvPr id="0" name=""/>
        <dsp:cNvSpPr/>
      </dsp:nvSpPr>
      <dsp:spPr>
        <a:xfrm>
          <a:off x="646938" y="0"/>
          <a:ext cx="7331965" cy="1817834"/>
        </a:xfrm>
        <a:prstGeom prst="rightArrow">
          <a:avLst/>
        </a:prstGeom>
        <a:solidFill>
          <a:schemeClr val="accent1">
            <a:tint val="40000"/>
            <a:hueOff val="0"/>
            <a:satOff val="0"/>
            <a:lumOff val="0"/>
            <a:alphaOff val="0"/>
          </a:schemeClr>
        </a:solidFill>
        <a:ln>
          <a:noFill/>
        </a:ln>
        <a:effectLst>
          <a:outerShdw blurRad="38100" dist="12700" dir="5400000" algn="ctr" rotWithShape="0">
            <a:srgbClr val="000000">
              <a:alpha val="63000"/>
            </a:srgbClr>
          </a:outerShdw>
        </a:effectLst>
      </dsp:spPr>
      <dsp:style>
        <a:lnRef idx="0">
          <a:scrgbClr r="0" g="0" b="0"/>
        </a:lnRef>
        <a:fillRef idx="1">
          <a:scrgbClr r="0" g="0" b="0"/>
        </a:fillRef>
        <a:effectRef idx="2">
          <a:scrgbClr r="0" g="0" b="0"/>
        </a:effectRef>
        <a:fontRef idx="minor"/>
      </dsp:style>
    </dsp:sp>
    <dsp:sp modelId="{8E69E051-F795-4447-951C-1174EFBF78E4}">
      <dsp:nvSpPr>
        <dsp:cNvPr id="0" name=""/>
        <dsp:cNvSpPr/>
      </dsp:nvSpPr>
      <dsp:spPr>
        <a:xfrm>
          <a:off x="4317" y="545350"/>
          <a:ext cx="2076435" cy="727133"/>
        </a:xfrm>
        <a:prstGeom prst="roundRect">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s-ES" sz="1400" b="1" kern="1200">
              <a:solidFill>
                <a:schemeClr val="tx1"/>
              </a:solidFill>
            </a:rPr>
            <a:t>Fuente de alimentación DC</a:t>
          </a:r>
          <a:endParaRPr lang="en-US" sz="1400" b="1" kern="1200">
            <a:solidFill>
              <a:schemeClr val="tx1"/>
            </a:solidFill>
          </a:endParaRPr>
        </a:p>
      </dsp:txBody>
      <dsp:txXfrm>
        <a:off x="39813" y="580846"/>
        <a:ext cx="2005443" cy="656141"/>
      </dsp:txXfrm>
    </dsp:sp>
    <dsp:sp modelId="{DA93DEEF-34B4-4A6E-82C7-6B2330C6F60B}">
      <dsp:nvSpPr>
        <dsp:cNvPr id="0" name=""/>
        <dsp:cNvSpPr/>
      </dsp:nvSpPr>
      <dsp:spPr>
        <a:xfrm>
          <a:off x="2184574" y="545350"/>
          <a:ext cx="2076435" cy="727133"/>
        </a:xfrm>
        <a:prstGeom prst="roundRect">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s-ES" sz="1400" b="1" kern="1200">
              <a:solidFill>
                <a:schemeClr val="tx1"/>
              </a:solidFill>
            </a:rPr>
            <a:t>Módulos de entrada y salida</a:t>
          </a:r>
          <a:endParaRPr lang="en-US" sz="1400" b="1" kern="1200">
            <a:solidFill>
              <a:schemeClr val="tx1"/>
            </a:solidFill>
          </a:endParaRPr>
        </a:p>
      </dsp:txBody>
      <dsp:txXfrm>
        <a:off x="2220070" y="580846"/>
        <a:ext cx="2005443" cy="656141"/>
      </dsp:txXfrm>
    </dsp:sp>
    <dsp:sp modelId="{BE503661-D142-4D06-92D6-1ACFB9978ED5}">
      <dsp:nvSpPr>
        <dsp:cNvPr id="0" name=""/>
        <dsp:cNvSpPr/>
      </dsp:nvSpPr>
      <dsp:spPr>
        <a:xfrm>
          <a:off x="4364831" y="545350"/>
          <a:ext cx="2076435" cy="727133"/>
        </a:xfrm>
        <a:prstGeom prst="roundRect">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s-ES" sz="1400" b="1" kern="1200">
              <a:solidFill>
                <a:schemeClr val="tx1"/>
              </a:solidFill>
            </a:rPr>
            <a:t>Unidad de procesamiento central (CPU)</a:t>
          </a:r>
          <a:endParaRPr lang="en-US" sz="1400" b="1" kern="1200">
            <a:solidFill>
              <a:schemeClr val="tx1"/>
            </a:solidFill>
          </a:endParaRPr>
        </a:p>
      </dsp:txBody>
      <dsp:txXfrm>
        <a:off x="4400327" y="580846"/>
        <a:ext cx="2005443" cy="656141"/>
      </dsp:txXfrm>
    </dsp:sp>
    <dsp:sp modelId="{8ECFB503-B450-41C4-BB8F-DCABE954B78A}">
      <dsp:nvSpPr>
        <dsp:cNvPr id="0" name=""/>
        <dsp:cNvSpPr/>
      </dsp:nvSpPr>
      <dsp:spPr>
        <a:xfrm>
          <a:off x="6545089" y="545350"/>
          <a:ext cx="2076435" cy="727133"/>
        </a:xfrm>
        <a:prstGeom prst="roundRect">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s-ES" sz="1400" b="1" kern="1200">
              <a:solidFill>
                <a:schemeClr val="tx1"/>
              </a:solidFill>
            </a:rPr>
            <a:t>Equipo de programación</a:t>
          </a:r>
          <a:endParaRPr lang="en-US" sz="1400" b="1" kern="1200">
            <a:solidFill>
              <a:schemeClr val="tx1"/>
            </a:solidFill>
          </a:endParaRPr>
        </a:p>
      </dsp:txBody>
      <dsp:txXfrm>
        <a:off x="6580585" y="580846"/>
        <a:ext cx="2005443" cy="65614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A5E586-694F-4A1C-B6ED-463BC9145A2A}">
      <dsp:nvSpPr>
        <dsp:cNvPr id="0" name=""/>
        <dsp:cNvSpPr/>
      </dsp:nvSpPr>
      <dsp:spPr>
        <a:xfrm>
          <a:off x="600018" y="2155"/>
          <a:ext cx="1912997" cy="95649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s-ES" sz="2400" b="1" kern="1200"/>
            <a:t>Módulos de entrada y salida (E / S)</a:t>
          </a:r>
          <a:endParaRPr lang="en-US" sz="2400" kern="1200"/>
        </a:p>
      </dsp:txBody>
      <dsp:txXfrm>
        <a:off x="628033" y="30170"/>
        <a:ext cx="1856967" cy="900468"/>
      </dsp:txXfrm>
    </dsp:sp>
    <dsp:sp modelId="{A0392A70-2D63-4373-88B6-D32D35A36738}">
      <dsp:nvSpPr>
        <dsp:cNvPr id="0" name=""/>
        <dsp:cNvSpPr/>
      </dsp:nvSpPr>
      <dsp:spPr>
        <a:xfrm>
          <a:off x="791317" y="958654"/>
          <a:ext cx="191299" cy="717374"/>
        </a:xfrm>
        <a:custGeom>
          <a:avLst/>
          <a:gdLst/>
          <a:ahLst/>
          <a:cxnLst/>
          <a:rect l="0" t="0" r="0" b="0"/>
          <a:pathLst>
            <a:path>
              <a:moveTo>
                <a:pt x="0" y="0"/>
              </a:moveTo>
              <a:lnTo>
                <a:pt x="0" y="717374"/>
              </a:lnTo>
              <a:lnTo>
                <a:pt x="191299" y="71737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F0DD54-DDD1-4CE7-A660-8352743C2138}">
      <dsp:nvSpPr>
        <dsp:cNvPr id="0" name=""/>
        <dsp:cNvSpPr/>
      </dsp:nvSpPr>
      <dsp:spPr>
        <a:xfrm>
          <a:off x="982617" y="1197779"/>
          <a:ext cx="1530398" cy="956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s-ES" sz="900" kern="1200"/>
            <a:t>Son de dos tipos. Puede ser digital o analógico.</a:t>
          </a:r>
          <a:endParaRPr lang="en-US" sz="900" kern="1200"/>
        </a:p>
      </dsp:txBody>
      <dsp:txXfrm>
        <a:off x="1010632" y="1225794"/>
        <a:ext cx="1474368" cy="900468"/>
      </dsp:txXfrm>
    </dsp:sp>
    <dsp:sp modelId="{F62D8101-D27D-4587-83A2-05CF9DABAFCB}">
      <dsp:nvSpPr>
        <dsp:cNvPr id="0" name=""/>
        <dsp:cNvSpPr/>
      </dsp:nvSpPr>
      <dsp:spPr>
        <a:xfrm>
          <a:off x="791317" y="958654"/>
          <a:ext cx="191299" cy="1912997"/>
        </a:xfrm>
        <a:custGeom>
          <a:avLst/>
          <a:gdLst/>
          <a:ahLst/>
          <a:cxnLst/>
          <a:rect l="0" t="0" r="0" b="0"/>
          <a:pathLst>
            <a:path>
              <a:moveTo>
                <a:pt x="0" y="0"/>
              </a:moveTo>
              <a:lnTo>
                <a:pt x="0" y="1912997"/>
              </a:lnTo>
              <a:lnTo>
                <a:pt x="191299" y="1912997"/>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61EBB8-E685-458F-B5D8-316B2849648C}">
      <dsp:nvSpPr>
        <dsp:cNvPr id="0" name=""/>
        <dsp:cNvSpPr/>
      </dsp:nvSpPr>
      <dsp:spPr>
        <a:xfrm>
          <a:off x="982617" y="2393402"/>
          <a:ext cx="1530398" cy="956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s-ES" sz="900" kern="1200" dirty="0"/>
            <a:t>Se debe proporcionar información al controlador PLC.</a:t>
          </a:r>
          <a:endParaRPr lang="en-US" sz="900" kern="1200" dirty="0"/>
        </a:p>
      </dsp:txBody>
      <dsp:txXfrm>
        <a:off x="1010632" y="2421417"/>
        <a:ext cx="1474368" cy="900468"/>
      </dsp:txXfrm>
    </dsp:sp>
    <dsp:sp modelId="{0AB15C42-61D5-4E01-8C9C-1FB9A3125E69}">
      <dsp:nvSpPr>
        <dsp:cNvPr id="0" name=""/>
        <dsp:cNvSpPr/>
      </dsp:nvSpPr>
      <dsp:spPr>
        <a:xfrm>
          <a:off x="791317" y="958654"/>
          <a:ext cx="191299" cy="3108621"/>
        </a:xfrm>
        <a:custGeom>
          <a:avLst/>
          <a:gdLst/>
          <a:ahLst/>
          <a:cxnLst/>
          <a:rect l="0" t="0" r="0" b="0"/>
          <a:pathLst>
            <a:path>
              <a:moveTo>
                <a:pt x="0" y="0"/>
              </a:moveTo>
              <a:lnTo>
                <a:pt x="0" y="3108621"/>
              </a:lnTo>
              <a:lnTo>
                <a:pt x="191299" y="3108621"/>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38C0949-4748-4F00-AE07-A0C0234331A7}">
      <dsp:nvSpPr>
        <dsp:cNvPr id="0" name=""/>
        <dsp:cNvSpPr/>
      </dsp:nvSpPr>
      <dsp:spPr>
        <a:xfrm>
          <a:off x="982617" y="3589026"/>
          <a:ext cx="1530398" cy="956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s-ES" sz="900" kern="1200" dirty="0"/>
            <a:t>M.E: Proporcionan una interfaz para dispositivos de entrada como diferentes tipos de interruptores (interruptor de botón, interruptor selector, interruptor limitado), sensores, etc.</a:t>
          </a:r>
          <a:endParaRPr lang="en-US" sz="900" kern="1200" dirty="0"/>
        </a:p>
      </dsp:txBody>
      <dsp:txXfrm>
        <a:off x="1010632" y="3617041"/>
        <a:ext cx="1474368" cy="900468"/>
      </dsp:txXfrm>
    </dsp:sp>
    <dsp:sp modelId="{12962F9C-A96B-4E3F-82B4-E97678EB5DDE}">
      <dsp:nvSpPr>
        <dsp:cNvPr id="0" name=""/>
        <dsp:cNvSpPr/>
      </dsp:nvSpPr>
      <dsp:spPr>
        <a:xfrm>
          <a:off x="791317" y="958654"/>
          <a:ext cx="191299" cy="4304244"/>
        </a:xfrm>
        <a:custGeom>
          <a:avLst/>
          <a:gdLst/>
          <a:ahLst/>
          <a:cxnLst/>
          <a:rect l="0" t="0" r="0" b="0"/>
          <a:pathLst>
            <a:path>
              <a:moveTo>
                <a:pt x="0" y="0"/>
              </a:moveTo>
              <a:lnTo>
                <a:pt x="0" y="4304244"/>
              </a:lnTo>
              <a:lnTo>
                <a:pt x="191299" y="430424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E08B13F-416A-4BA9-B5F0-C65958E83FB7}">
      <dsp:nvSpPr>
        <dsp:cNvPr id="0" name=""/>
        <dsp:cNvSpPr/>
      </dsp:nvSpPr>
      <dsp:spPr>
        <a:xfrm>
          <a:off x="982617" y="4784649"/>
          <a:ext cx="1530398" cy="956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s-ES" sz="900" kern="1200" dirty="0"/>
            <a:t>M.S: proporcionar una interfaz para dispositivos de salida como motor, ventilador, relé, luz, lámpara, calentador eléctrico, válvula solenoide, zumbador, etc.</a:t>
          </a:r>
          <a:endParaRPr lang="en-US" sz="900" kern="1200" dirty="0"/>
        </a:p>
      </dsp:txBody>
      <dsp:txXfrm>
        <a:off x="1010632" y="4812664"/>
        <a:ext cx="1474368" cy="900468"/>
      </dsp:txXfrm>
    </dsp:sp>
    <dsp:sp modelId="{51F88582-12A6-48BA-ADD4-909248CD8547}">
      <dsp:nvSpPr>
        <dsp:cNvPr id="0" name=""/>
        <dsp:cNvSpPr/>
      </dsp:nvSpPr>
      <dsp:spPr>
        <a:xfrm>
          <a:off x="2991265" y="2155"/>
          <a:ext cx="1912997" cy="95649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s-ES" sz="2400" b="1" kern="1200"/>
            <a:t>Fuente de alimentación</a:t>
          </a:r>
          <a:endParaRPr lang="en-US" sz="2400" kern="1200"/>
        </a:p>
      </dsp:txBody>
      <dsp:txXfrm>
        <a:off x="3019280" y="30170"/>
        <a:ext cx="1856967" cy="900468"/>
      </dsp:txXfrm>
    </dsp:sp>
    <dsp:sp modelId="{1E109A1B-0D6D-4D55-9806-294CF178E67E}">
      <dsp:nvSpPr>
        <dsp:cNvPr id="0" name=""/>
        <dsp:cNvSpPr/>
      </dsp:nvSpPr>
      <dsp:spPr>
        <a:xfrm>
          <a:off x="3182564" y="958654"/>
          <a:ext cx="191299" cy="717374"/>
        </a:xfrm>
        <a:custGeom>
          <a:avLst/>
          <a:gdLst/>
          <a:ahLst/>
          <a:cxnLst/>
          <a:rect l="0" t="0" r="0" b="0"/>
          <a:pathLst>
            <a:path>
              <a:moveTo>
                <a:pt x="0" y="0"/>
              </a:moveTo>
              <a:lnTo>
                <a:pt x="0" y="717374"/>
              </a:lnTo>
              <a:lnTo>
                <a:pt x="191299" y="71737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5CAD386-9C24-4A6A-B6E2-E87AB1B6210F}">
      <dsp:nvSpPr>
        <dsp:cNvPr id="0" name=""/>
        <dsp:cNvSpPr/>
      </dsp:nvSpPr>
      <dsp:spPr>
        <a:xfrm>
          <a:off x="3373864" y="1197779"/>
          <a:ext cx="1530398" cy="956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s-ES" sz="900" kern="1200" dirty="0"/>
            <a:t>Proporciona energía a todos los demás componentes para operar. Proporciona energía a los módulos de entrada / salida, sistema de memoria y procesador.</a:t>
          </a:r>
          <a:endParaRPr lang="en-US" sz="900" kern="1200" dirty="0"/>
        </a:p>
      </dsp:txBody>
      <dsp:txXfrm>
        <a:off x="3401879" y="1225794"/>
        <a:ext cx="1474368" cy="900468"/>
      </dsp:txXfrm>
    </dsp:sp>
    <dsp:sp modelId="{ED43CC87-8CE3-457F-A3C8-CD2FDBE5D08C}">
      <dsp:nvSpPr>
        <dsp:cNvPr id="0" name=""/>
        <dsp:cNvSpPr/>
      </dsp:nvSpPr>
      <dsp:spPr>
        <a:xfrm>
          <a:off x="3182564" y="958654"/>
          <a:ext cx="191299" cy="1912997"/>
        </a:xfrm>
        <a:custGeom>
          <a:avLst/>
          <a:gdLst/>
          <a:ahLst/>
          <a:cxnLst/>
          <a:rect l="0" t="0" r="0" b="0"/>
          <a:pathLst>
            <a:path>
              <a:moveTo>
                <a:pt x="0" y="0"/>
              </a:moveTo>
              <a:lnTo>
                <a:pt x="0" y="1912997"/>
              </a:lnTo>
              <a:lnTo>
                <a:pt x="191299" y="1912997"/>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EE816A-4CFE-45B7-87D9-18AA07E158FE}">
      <dsp:nvSpPr>
        <dsp:cNvPr id="0" name=""/>
        <dsp:cNvSpPr/>
      </dsp:nvSpPr>
      <dsp:spPr>
        <a:xfrm>
          <a:off x="3373864" y="2393402"/>
          <a:ext cx="1530398" cy="956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s-ES" sz="900" kern="1200" dirty="0"/>
            <a:t>Proporcionar la alimentación de CC o CA para operar el PLC.</a:t>
          </a:r>
          <a:endParaRPr lang="en-US" sz="900" kern="1200" dirty="0"/>
        </a:p>
      </dsp:txBody>
      <dsp:txXfrm>
        <a:off x="3401879" y="2421417"/>
        <a:ext cx="1474368" cy="900468"/>
      </dsp:txXfrm>
    </dsp:sp>
    <dsp:sp modelId="{D0A2079E-807E-4835-8993-3CAC11363A1B}">
      <dsp:nvSpPr>
        <dsp:cNvPr id="0" name=""/>
        <dsp:cNvSpPr/>
      </dsp:nvSpPr>
      <dsp:spPr>
        <a:xfrm>
          <a:off x="5382512" y="0"/>
          <a:ext cx="2228910" cy="95649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s-ES" sz="2400" b="1" kern="1200"/>
            <a:t>Unidad de procesamiento central (CPU)</a:t>
          </a:r>
          <a:endParaRPr lang="en-US" sz="2400" kern="1200"/>
        </a:p>
      </dsp:txBody>
      <dsp:txXfrm>
        <a:off x="5410527" y="28015"/>
        <a:ext cx="2172880" cy="900468"/>
      </dsp:txXfrm>
    </dsp:sp>
    <dsp:sp modelId="{C0A45905-C8BD-4A98-A80F-F3BA65C3F89E}">
      <dsp:nvSpPr>
        <dsp:cNvPr id="0" name=""/>
        <dsp:cNvSpPr/>
      </dsp:nvSpPr>
      <dsp:spPr>
        <a:xfrm>
          <a:off x="5605403" y="956498"/>
          <a:ext cx="222891" cy="719529"/>
        </a:xfrm>
        <a:custGeom>
          <a:avLst/>
          <a:gdLst/>
          <a:ahLst/>
          <a:cxnLst/>
          <a:rect l="0" t="0" r="0" b="0"/>
          <a:pathLst>
            <a:path>
              <a:moveTo>
                <a:pt x="0" y="0"/>
              </a:moveTo>
              <a:lnTo>
                <a:pt x="0" y="719529"/>
              </a:lnTo>
              <a:lnTo>
                <a:pt x="222891" y="719529"/>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BB7A41-2E1F-4410-A7FA-4F4618DA73E9}">
      <dsp:nvSpPr>
        <dsp:cNvPr id="0" name=""/>
        <dsp:cNvSpPr/>
      </dsp:nvSpPr>
      <dsp:spPr>
        <a:xfrm>
          <a:off x="5828294" y="1197779"/>
          <a:ext cx="1530398" cy="956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s-ES" sz="900" kern="1200"/>
            <a:t>La función de la CPU es almacenar y ejecutar los programas de software. </a:t>
          </a:r>
          <a:endParaRPr lang="en-US" sz="900" kern="1200"/>
        </a:p>
      </dsp:txBody>
      <dsp:txXfrm>
        <a:off x="5856309" y="1225794"/>
        <a:ext cx="1474368" cy="900468"/>
      </dsp:txXfrm>
    </dsp:sp>
    <dsp:sp modelId="{CC99BB30-2CAE-4D1D-BE4A-87E0C552DC29}">
      <dsp:nvSpPr>
        <dsp:cNvPr id="0" name=""/>
        <dsp:cNvSpPr/>
      </dsp:nvSpPr>
      <dsp:spPr>
        <a:xfrm>
          <a:off x="5605403" y="956498"/>
          <a:ext cx="222891" cy="1915153"/>
        </a:xfrm>
        <a:custGeom>
          <a:avLst/>
          <a:gdLst/>
          <a:ahLst/>
          <a:cxnLst/>
          <a:rect l="0" t="0" r="0" b="0"/>
          <a:pathLst>
            <a:path>
              <a:moveTo>
                <a:pt x="0" y="0"/>
              </a:moveTo>
              <a:lnTo>
                <a:pt x="0" y="1915153"/>
              </a:lnTo>
              <a:lnTo>
                <a:pt x="222891" y="1915153"/>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F16229-4D03-4891-AB40-759733FD9628}">
      <dsp:nvSpPr>
        <dsp:cNvPr id="0" name=""/>
        <dsp:cNvSpPr/>
      </dsp:nvSpPr>
      <dsp:spPr>
        <a:xfrm>
          <a:off x="5828294" y="2393402"/>
          <a:ext cx="1530398" cy="956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s-ES" sz="900" kern="1200"/>
            <a:t>Es la parte que se encarga del procesamiento de la información y está basado en un microprocesador y memorias.</a:t>
          </a:r>
          <a:endParaRPr lang="en-US" sz="900" kern="1200"/>
        </a:p>
      </dsp:txBody>
      <dsp:txXfrm>
        <a:off x="5856309" y="2421417"/>
        <a:ext cx="1474368" cy="900468"/>
      </dsp:txXfrm>
    </dsp:sp>
    <dsp:sp modelId="{D93C8625-6391-45BA-99E2-3255534B0042}">
      <dsp:nvSpPr>
        <dsp:cNvPr id="0" name=""/>
        <dsp:cNvSpPr/>
      </dsp:nvSpPr>
      <dsp:spPr>
        <a:xfrm>
          <a:off x="5605403" y="956498"/>
          <a:ext cx="222891" cy="3110776"/>
        </a:xfrm>
        <a:custGeom>
          <a:avLst/>
          <a:gdLst/>
          <a:ahLst/>
          <a:cxnLst/>
          <a:rect l="0" t="0" r="0" b="0"/>
          <a:pathLst>
            <a:path>
              <a:moveTo>
                <a:pt x="0" y="0"/>
              </a:moveTo>
              <a:lnTo>
                <a:pt x="0" y="3110776"/>
              </a:lnTo>
              <a:lnTo>
                <a:pt x="222891" y="3110776"/>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038A4D-1A1C-4E3A-AC9B-CAEEA3FB7188}">
      <dsp:nvSpPr>
        <dsp:cNvPr id="0" name=""/>
        <dsp:cNvSpPr/>
      </dsp:nvSpPr>
      <dsp:spPr>
        <a:xfrm>
          <a:off x="5828294" y="3589026"/>
          <a:ext cx="1530398" cy="956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s-ES" sz="900" kern="1200"/>
            <a:t>La unidad de memoria se comunica con el microprocesador para leer y escribir información.</a:t>
          </a:r>
          <a:endParaRPr lang="en-US" sz="900" kern="1200"/>
        </a:p>
      </dsp:txBody>
      <dsp:txXfrm>
        <a:off x="5856309" y="3617041"/>
        <a:ext cx="1474368" cy="900468"/>
      </dsp:txXfrm>
    </dsp:sp>
    <dsp:sp modelId="{068955AA-91B9-4104-BF1E-A6911D338FC9}">
      <dsp:nvSpPr>
        <dsp:cNvPr id="0" name=""/>
        <dsp:cNvSpPr/>
      </dsp:nvSpPr>
      <dsp:spPr>
        <a:xfrm>
          <a:off x="8089671" y="2155"/>
          <a:ext cx="1912997" cy="95649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s-ES" sz="2400" b="1" kern="1200"/>
            <a:t>Sistema de memoria</a:t>
          </a:r>
          <a:endParaRPr lang="en-US" sz="2400" kern="1200"/>
        </a:p>
      </dsp:txBody>
      <dsp:txXfrm>
        <a:off x="8117686" y="30170"/>
        <a:ext cx="1856967" cy="900468"/>
      </dsp:txXfrm>
    </dsp:sp>
    <dsp:sp modelId="{B455062C-9A1D-4877-8E0D-BC575B683FCD}">
      <dsp:nvSpPr>
        <dsp:cNvPr id="0" name=""/>
        <dsp:cNvSpPr/>
      </dsp:nvSpPr>
      <dsp:spPr>
        <a:xfrm>
          <a:off x="8280971" y="958654"/>
          <a:ext cx="191299" cy="717374"/>
        </a:xfrm>
        <a:custGeom>
          <a:avLst/>
          <a:gdLst/>
          <a:ahLst/>
          <a:cxnLst/>
          <a:rect l="0" t="0" r="0" b="0"/>
          <a:pathLst>
            <a:path>
              <a:moveTo>
                <a:pt x="0" y="0"/>
              </a:moveTo>
              <a:lnTo>
                <a:pt x="0" y="717374"/>
              </a:lnTo>
              <a:lnTo>
                <a:pt x="191299" y="71737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46209C-6E57-45BC-91EC-85ABB2AAF609}">
      <dsp:nvSpPr>
        <dsp:cNvPr id="0" name=""/>
        <dsp:cNvSpPr/>
      </dsp:nvSpPr>
      <dsp:spPr>
        <a:xfrm>
          <a:off x="8472271" y="1197779"/>
          <a:ext cx="2854100" cy="956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s-ES" sz="900" kern="1200" dirty="0"/>
            <a:t>Todo PLC posee una memoria organizada en área de trabajo específicas que son:</a:t>
          </a:r>
          <a:endParaRPr lang="en-US" sz="900" kern="1200" dirty="0"/>
        </a:p>
      </dsp:txBody>
      <dsp:txXfrm>
        <a:off x="8500286" y="1225794"/>
        <a:ext cx="2798070" cy="900468"/>
      </dsp:txXfrm>
    </dsp:sp>
    <dsp:sp modelId="{7A390AB5-E574-4DB8-87D2-9B7B9E675AD3}">
      <dsp:nvSpPr>
        <dsp:cNvPr id="0" name=""/>
        <dsp:cNvSpPr/>
      </dsp:nvSpPr>
      <dsp:spPr>
        <a:xfrm>
          <a:off x="8280971" y="958654"/>
          <a:ext cx="191299" cy="1912997"/>
        </a:xfrm>
        <a:custGeom>
          <a:avLst/>
          <a:gdLst/>
          <a:ahLst/>
          <a:cxnLst/>
          <a:rect l="0" t="0" r="0" b="0"/>
          <a:pathLst>
            <a:path>
              <a:moveTo>
                <a:pt x="0" y="0"/>
              </a:moveTo>
              <a:lnTo>
                <a:pt x="0" y="1912997"/>
              </a:lnTo>
              <a:lnTo>
                <a:pt x="191299" y="1912997"/>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73E721-4FC7-47B0-8282-F7B9C18E824D}">
      <dsp:nvSpPr>
        <dsp:cNvPr id="0" name=""/>
        <dsp:cNvSpPr/>
      </dsp:nvSpPr>
      <dsp:spPr>
        <a:xfrm>
          <a:off x="8472271" y="2393402"/>
          <a:ext cx="2819268" cy="956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s-ES" sz="900" kern="1200" dirty="0"/>
            <a:t>ROM (</a:t>
          </a:r>
          <a:r>
            <a:rPr lang="es-ES" sz="900" kern="1200" dirty="0" err="1"/>
            <a:t>Read</a:t>
          </a:r>
          <a:r>
            <a:rPr lang="es-ES" sz="900" kern="1200" dirty="0"/>
            <a:t> </a:t>
          </a:r>
          <a:r>
            <a:rPr lang="es-ES" sz="900" kern="1200" dirty="0" err="1"/>
            <a:t>only</a:t>
          </a:r>
          <a:r>
            <a:rPr lang="es-ES" sz="900" kern="1200" dirty="0"/>
            <a:t> </a:t>
          </a:r>
          <a:r>
            <a:rPr lang="es-ES" sz="900" kern="1200" dirty="0" err="1"/>
            <a:t>memory</a:t>
          </a:r>
          <a:r>
            <a:rPr lang="es-ES" sz="900" kern="1200" dirty="0"/>
            <a:t>). Memoria de solo lectura o memoria del sistema operativo y no es accesible por el usuario, allí se almacenan los programas.</a:t>
          </a:r>
          <a:endParaRPr lang="en-US" sz="900" kern="1200" dirty="0"/>
        </a:p>
      </dsp:txBody>
      <dsp:txXfrm>
        <a:off x="8500286" y="2421417"/>
        <a:ext cx="2763238" cy="900468"/>
      </dsp:txXfrm>
    </dsp:sp>
    <dsp:sp modelId="{E5AD0310-F750-430C-949E-3001C2278347}">
      <dsp:nvSpPr>
        <dsp:cNvPr id="0" name=""/>
        <dsp:cNvSpPr/>
      </dsp:nvSpPr>
      <dsp:spPr>
        <a:xfrm>
          <a:off x="8280971" y="958654"/>
          <a:ext cx="191299" cy="3108621"/>
        </a:xfrm>
        <a:custGeom>
          <a:avLst/>
          <a:gdLst/>
          <a:ahLst/>
          <a:cxnLst/>
          <a:rect l="0" t="0" r="0" b="0"/>
          <a:pathLst>
            <a:path>
              <a:moveTo>
                <a:pt x="0" y="0"/>
              </a:moveTo>
              <a:lnTo>
                <a:pt x="0" y="3108621"/>
              </a:lnTo>
              <a:lnTo>
                <a:pt x="191299" y="3108621"/>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195CEE1-B3FD-479A-B5B2-6F231652715B}">
      <dsp:nvSpPr>
        <dsp:cNvPr id="0" name=""/>
        <dsp:cNvSpPr/>
      </dsp:nvSpPr>
      <dsp:spPr>
        <a:xfrm>
          <a:off x="8472271" y="3589026"/>
          <a:ext cx="2698000" cy="956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s-ES" sz="900" kern="1200" dirty="0"/>
            <a:t>RAM (</a:t>
          </a:r>
          <a:r>
            <a:rPr lang="es-ES" sz="900" kern="1200" dirty="0" err="1"/>
            <a:t>Random</a:t>
          </a:r>
          <a:r>
            <a:rPr lang="es-ES" sz="900" kern="1200" dirty="0"/>
            <a:t> </a:t>
          </a:r>
          <a:r>
            <a:rPr lang="es-ES" sz="900" kern="1200" dirty="0" err="1"/>
            <a:t>access</a:t>
          </a:r>
          <a:r>
            <a:rPr lang="es-ES" sz="900" kern="1200" dirty="0"/>
            <a:t> </a:t>
          </a:r>
          <a:r>
            <a:rPr lang="es-ES" sz="900" kern="1200" dirty="0" err="1"/>
            <a:t>memory</a:t>
          </a:r>
          <a:r>
            <a:rPr lang="es-ES" sz="900" kern="1200" dirty="0"/>
            <a:t>). Memoria de acceso aleatorio, memoria de datos o memoria de usuario, es una memoria volátil, almacena la información de las variables de entrada y salida.</a:t>
          </a:r>
          <a:endParaRPr lang="en-US" sz="900" kern="1200" dirty="0"/>
        </a:p>
      </dsp:txBody>
      <dsp:txXfrm>
        <a:off x="8500286" y="3617041"/>
        <a:ext cx="2641970" cy="900468"/>
      </dsp:txXfrm>
    </dsp:sp>
    <dsp:sp modelId="{251216B1-143A-4F7A-95E2-73D973459965}">
      <dsp:nvSpPr>
        <dsp:cNvPr id="0" name=""/>
        <dsp:cNvSpPr/>
      </dsp:nvSpPr>
      <dsp:spPr>
        <a:xfrm>
          <a:off x="8280971" y="958654"/>
          <a:ext cx="191299" cy="4304244"/>
        </a:xfrm>
        <a:custGeom>
          <a:avLst/>
          <a:gdLst/>
          <a:ahLst/>
          <a:cxnLst/>
          <a:rect l="0" t="0" r="0" b="0"/>
          <a:pathLst>
            <a:path>
              <a:moveTo>
                <a:pt x="0" y="0"/>
              </a:moveTo>
              <a:lnTo>
                <a:pt x="0" y="4304244"/>
              </a:lnTo>
              <a:lnTo>
                <a:pt x="191299" y="430424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F2C459-ECD0-4FCD-8833-15D79FFDC64F}">
      <dsp:nvSpPr>
        <dsp:cNvPr id="0" name=""/>
        <dsp:cNvSpPr/>
      </dsp:nvSpPr>
      <dsp:spPr>
        <a:xfrm>
          <a:off x="8472271" y="4784649"/>
          <a:ext cx="2767679" cy="95649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s-ES" sz="900" kern="1200" dirty="0"/>
            <a:t>Memoria insertable (EPROM, EEPROM). Si se quiere garantizar totalmente el contenido de la información sin que se pierda el programa efectuado, éste deberá almacenarse y grabarse en memorias EPROM o EEPROM que son de tipo chips.</a:t>
          </a:r>
          <a:endParaRPr lang="en-US" sz="900" kern="1200" dirty="0"/>
        </a:p>
      </dsp:txBody>
      <dsp:txXfrm>
        <a:off x="8500286" y="4812664"/>
        <a:ext cx="2711649" cy="90046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2B1C10-E1E0-44FC-A30D-2261CD73E553}">
      <dsp:nvSpPr>
        <dsp:cNvPr id="0" name=""/>
        <dsp:cNvSpPr/>
      </dsp:nvSpPr>
      <dsp:spPr>
        <a:xfrm>
          <a:off x="0" y="0"/>
          <a:ext cx="8549640" cy="2345436"/>
        </a:xfrm>
        <a:prstGeom prst="roundRect">
          <a:avLst>
            <a:gd name="adj" fmla="val 10000"/>
          </a:avLst>
        </a:prstGeom>
        <a:solidFill>
          <a:schemeClr val="accent4">
            <a:lumMod val="75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MX" sz="2400" b="0" i="0" kern="1200" dirty="0">
              <a:solidFill>
                <a:schemeClr val="tx1"/>
              </a:solidFill>
            </a:rPr>
            <a:t>Los Controladores Lógicos Programables pueden ampliar su funcionalidad con un hardware que es agregado para permitirle ampliar aspectos como las: entradas digitales, entradas analógicas, salidas digitales, salidas analógicas, salidas tipo relé y por supuesto distintos protocolos de comunicación.</a:t>
          </a:r>
          <a:endParaRPr lang="en-US" sz="2400" kern="1200" dirty="0">
            <a:solidFill>
              <a:schemeClr val="tx1"/>
            </a:solidFill>
          </a:endParaRPr>
        </a:p>
      </dsp:txBody>
      <dsp:txXfrm>
        <a:off x="68695" y="68695"/>
        <a:ext cx="6125449" cy="2208046"/>
      </dsp:txXfrm>
    </dsp:sp>
    <dsp:sp modelId="{F3CBB8C9-17BE-4B49-9B70-3B5D35E5A670}">
      <dsp:nvSpPr>
        <dsp:cNvPr id="0" name=""/>
        <dsp:cNvSpPr/>
      </dsp:nvSpPr>
      <dsp:spPr>
        <a:xfrm>
          <a:off x="1508759" y="2866644"/>
          <a:ext cx="8549640" cy="2345436"/>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s-MX" sz="2200" b="1" i="0" kern="1200" dirty="0">
              <a:solidFill>
                <a:schemeClr val="tx1"/>
              </a:solidFill>
            </a:rPr>
            <a:t>¿Para qué sirven los módulos de expansión?</a:t>
          </a:r>
        </a:p>
        <a:p>
          <a:pPr marL="0" lvl="0" indent="0" algn="l" defTabSz="977900">
            <a:lnSpc>
              <a:spcPct val="90000"/>
            </a:lnSpc>
            <a:spcBef>
              <a:spcPct val="0"/>
            </a:spcBef>
            <a:spcAft>
              <a:spcPct val="35000"/>
            </a:spcAft>
            <a:buNone/>
          </a:pPr>
          <a:r>
            <a:rPr lang="es-MX" sz="2200" b="0" i="0" kern="1200" dirty="0">
              <a:solidFill>
                <a:schemeClr val="tx1"/>
              </a:solidFill>
            </a:rPr>
            <a:t>Los </a:t>
          </a:r>
          <a:r>
            <a:rPr lang="es-MX" sz="2200" b="1" i="0" kern="1200" dirty="0">
              <a:solidFill>
                <a:schemeClr val="tx1"/>
              </a:solidFill>
            </a:rPr>
            <a:t>módulos de expansión </a:t>
          </a:r>
          <a:r>
            <a:rPr lang="es-MX" sz="2200" b="1" i="0" kern="1200" dirty="0" err="1">
              <a:solidFill>
                <a:schemeClr val="tx1"/>
              </a:solidFill>
            </a:rPr>
            <a:t>plc</a:t>
          </a:r>
          <a:r>
            <a:rPr lang="es-MX" sz="2200" b="0" i="0" kern="1200" dirty="0">
              <a:solidFill>
                <a:schemeClr val="tx1"/>
              </a:solidFill>
            </a:rPr>
            <a:t> permiten ampliar el número de entradas y salidas que este posee, cuando su capacidad no cumple con los requerimientos de una aplicación de automatización</a:t>
          </a:r>
          <a:r>
            <a:rPr lang="es-MX" sz="2200" b="0" i="0" kern="1200" dirty="0"/>
            <a:t>.</a:t>
          </a:r>
          <a:endParaRPr lang="es-BO" sz="2200" kern="1200" dirty="0"/>
        </a:p>
      </dsp:txBody>
      <dsp:txXfrm>
        <a:off x="1577454" y="2935339"/>
        <a:ext cx="5378956" cy="2208046"/>
      </dsp:txXfrm>
    </dsp:sp>
    <dsp:sp modelId="{BB32A375-81D5-4877-98D5-D48A0F25AABE}">
      <dsp:nvSpPr>
        <dsp:cNvPr id="0" name=""/>
        <dsp:cNvSpPr/>
      </dsp:nvSpPr>
      <dsp:spPr>
        <a:xfrm>
          <a:off x="7025106" y="1843773"/>
          <a:ext cx="1524533" cy="152453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s-ES" sz="3600" kern="1200">
            <a:solidFill>
              <a:schemeClr val="tx1"/>
            </a:solidFill>
          </a:endParaRPr>
        </a:p>
      </dsp:txBody>
      <dsp:txXfrm>
        <a:off x="7368126" y="1843773"/>
        <a:ext cx="838493" cy="114721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F33FEB-7BC3-43C5-AEE4-CC40A99CE69E}">
      <dsp:nvSpPr>
        <dsp:cNvPr id="0" name=""/>
        <dsp:cNvSpPr/>
      </dsp:nvSpPr>
      <dsp:spPr>
        <a:xfrm>
          <a:off x="0" y="4128605"/>
          <a:ext cx="7179163" cy="90323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es-BO" sz="2400" b="1" kern="1200" dirty="0">
              <a:solidFill>
                <a:schemeClr val="tx1"/>
              </a:solidFill>
            </a:rPr>
            <a:t>Tensión de alimentación: </a:t>
          </a:r>
          <a:r>
            <a:rPr lang="es-BO" sz="2400" kern="1200" dirty="0">
              <a:solidFill>
                <a:schemeClr val="tx1"/>
              </a:solidFill>
            </a:rPr>
            <a:t> 115/230 VCA y cuenta con 2 relés para realizar la dosificación.</a:t>
          </a:r>
          <a:endParaRPr lang="en-US" sz="2400" kern="1200" dirty="0">
            <a:solidFill>
              <a:schemeClr val="tx1"/>
            </a:solidFill>
          </a:endParaRPr>
        </a:p>
      </dsp:txBody>
      <dsp:txXfrm>
        <a:off x="0" y="4128605"/>
        <a:ext cx="7179163" cy="903238"/>
      </dsp:txXfrm>
    </dsp:sp>
    <dsp:sp modelId="{B8CD8FEF-02C1-4ACF-8146-B15C227A835F}">
      <dsp:nvSpPr>
        <dsp:cNvPr id="0" name=""/>
        <dsp:cNvSpPr/>
      </dsp:nvSpPr>
      <dsp:spPr>
        <a:xfrm rot="10800000">
          <a:off x="0" y="2752974"/>
          <a:ext cx="7179163" cy="1389180"/>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es-ES" sz="2400" kern="1200">
              <a:solidFill>
                <a:schemeClr val="tx1"/>
              </a:solidFill>
            </a:rPr>
            <a:t>Proporciona información del caudal de líquido que pasa a través de las tuberías. Todo esto gracias a un rodete que gira en proporción al fluido que pasa por la tubería.</a:t>
          </a:r>
          <a:endParaRPr lang="en-US" sz="2400" kern="1200">
            <a:solidFill>
              <a:schemeClr val="tx1"/>
            </a:solidFill>
          </a:endParaRPr>
        </a:p>
      </dsp:txBody>
      <dsp:txXfrm rot="10800000">
        <a:off x="0" y="2752974"/>
        <a:ext cx="7179163" cy="902647"/>
      </dsp:txXfrm>
    </dsp:sp>
    <dsp:sp modelId="{C0D7DFE7-72EC-42B9-91E1-18C59736A503}">
      <dsp:nvSpPr>
        <dsp:cNvPr id="0" name=""/>
        <dsp:cNvSpPr/>
      </dsp:nvSpPr>
      <dsp:spPr>
        <a:xfrm rot="10800000">
          <a:off x="0" y="1377342"/>
          <a:ext cx="7179163" cy="1389180"/>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es-ES" sz="2400" b="1" kern="1200">
              <a:solidFill>
                <a:schemeClr val="tx1"/>
              </a:solidFill>
            </a:rPr>
            <a:t>Función: </a:t>
          </a:r>
          <a:r>
            <a:rPr lang="es-ES" sz="2400" kern="1200">
              <a:solidFill>
                <a:schemeClr val="tx1"/>
              </a:solidFill>
            </a:rPr>
            <a:t>controlar y medir el volumen de líquido proporcionado al sistema.</a:t>
          </a:r>
          <a:endParaRPr lang="en-US" sz="2400" kern="1200">
            <a:solidFill>
              <a:schemeClr val="tx1"/>
            </a:solidFill>
          </a:endParaRPr>
        </a:p>
      </dsp:txBody>
      <dsp:txXfrm rot="10800000">
        <a:off x="0" y="1377342"/>
        <a:ext cx="7179163" cy="902647"/>
      </dsp:txXfrm>
    </dsp:sp>
    <dsp:sp modelId="{9D8E7B37-0BC3-4935-9571-A4915BDFEA2D}">
      <dsp:nvSpPr>
        <dsp:cNvPr id="0" name=""/>
        <dsp:cNvSpPr/>
      </dsp:nvSpPr>
      <dsp:spPr>
        <a:xfrm rot="10800000">
          <a:off x="0" y="0"/>
          <a:ext cx="7179163" cy="1389180"/>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es-ES" sz="2400" b="1" kern="1200" dirty="0">
              <a:solidFill>
                <a:schemeClr val="tx1"/>
              </a:solidFill>
            </a:rPr>
            <a:t>Modelo: </a:t>
          </a:r>
          <a:r>
            <a:rPr lang="es-ES" sz="2400" kern="1200" dirty="0">
              <a:solidFill>
                <a:schemeClr val="tx1"/>
              </a:solidFill>
            </a:rPr>
            <a:t>El dosificador </a:t>
          </a:r>
          <a:r>
            <a:rPr lang="es-ES" sz="2400" b="1" kern="1200" dirty="0" err="1">
              <a:solidFill>
                <a:schemeClr val="tx1"/>
              </a:solidFill>
            </a:rPr>
            <a:t>Burkert</a:t>
          </a:r>
          <a:r>
            <a:rPr lang="es-ES" sz="2400" b="1" kern="1200" dirty="0">
              <a:solidFill>
                <a:schemeClr val="tx1"/>
              </a:solidFill>
            </a:rPr>
            <a:t> 8035 </a:t>
          </a:r>
          <a:r>
            <a:rPr lang="es-BO" sz="2400" b="1" kern="1200" dirty="0" err="1">
              <a:solidFill>
                <a:schemeClr val="tx1"/>
              </a:solidFill>
            </a:rPr>
            <a:t>Batch</a:t>
          </a:r>
          <a:r>
            <a:rPr lang="es-BO" sz="2400" b="1" kern="1200" dirty="0">
              <a:solidFill>
                <a:schemeClr val="tx1"/>
              </a:solidFill>
            </a:rPr>
            <a:t>. </a:t>
          </a:r>
          <a:endParaRPr lang="en-US" sz="2400" kern="1200" dirty="0">
            <a:solidFill>
              <a:schemeClr val="tx1"/>
            </a:solidFill>
          </a:endParaRPr>
        </a:p>
      </dsp:txBody>
      <dsp:txXfrm rot="10800000">
        <a:off x="0" y="0"/>
        <a:ext cx="7179163" cy="90264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D7CE8F-3829-47BA-B50E-5158320F6891}">
      <dsp:nvSpPr>
        <dsp:cNvPr id="0" name=""/>
        <dsp:cNvSpPr/>
      </dsp:nvSpPr>
      <dsp:spPr>
        <a:xfrm>
          <a:off x="0" y="0"/>
          <a:ext cx="8767573" cy="9373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s-ES" sz="2400" kern="1200" dirty="0">
              <a:solidFill>
                <a:schemeClr val="tx1"/>
              </a:solidFill>
            </a:rPr>
            <a:t>Cuando el líquido fluye a través de la tubería, la rueda de paletas con 4 imanes insertados se pone en rotación, produciendo una señal de medición en el sensor.</a:t>
          </a:r>
          <a:endParaRPr lang="en-US" sz="2400" kern="1200" dirty="0">
            <a:solidFill>
              <a:schemeClr val="tx1"/>
            </a:solidFill>
          </a:endParaRPr>
        </a:p>
      </dsp:txBody>
      <dsp:txXfrm>
        <a:off x="27455" y="27455"/>
        <a:ext cx="7646381" cy="882480"/>
      </dsp:txXfrm>
    </dsp:sp>
    <dsp:sp modelId="{A4395A76-B834-478B-80DD-4C996AD22ECB}">
      <dsp:nvSpPr>
        <dsp:cNvPr id="0" name=""/>
        <dsp:cNvSpPr/>
      </dsp:nvSpPr>
      <dsp:spPr>
        <a:xfrm>
          <a:off x="654721" y="1067583"/>
          <a:ext cx="8767573" cy="9373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ES" sz="2400" b="1" kern="1200" dirty="0">
              <a:solidFill>
                <a:schemeClr val="tx1"/>
              </a:solidFill>
            </a:rPr>
            <a:t>El voltaje inducido modulado en frecuencia es proporcional a la velocidad de flujo del fluido. </a:t>
          </a:r>
          <a:endParaRPr lang="en-US" sz="2400" b="1" kern="1200" dirty="0">
            <a:solidFill>
              <a:schemeClr val="tx1"/>
            </a:solidFill>
          </a:endParaRPr>
        </a:p>
      </dsp:txBody>
      <dsp:txXfrm>
        <a:off x="682176" y="1095038"/>
        <a:ext cx="7448638" cy="882480"/>
      </dsp:txXfrm>
    </dsp:sp>
    <dsp:sp modelId="{E9AA7636-7720-4E3E-AE6F-FE5414FC9886}">
      <dsp:nvSpPr>
        <dsp:cNvPr id="0" name=""/>
        <dsp:cNvSpPr/>
      </dsp:nvSpPr>
      <dsp:spPr>
        <a:xfrm>
          <a:off x="1309442" y="2135167"/>
          <a:ext cx="8767573" cy="9373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ES" sz="2000" kern="1200" dirty="0">
              <a:solidFill>
                <a:schemeClr val="tx1"/>
              </a:solidFill>
            </a:rPr>
            <a:t>Los valores nominales de presión y temperatura deben respetarse de acuerdo con el material de montaje del sensor seleccionado. </a:t>
          </a:r>
          <a:endParaRPr lang="en-US" sz="2000" kern="1200" dirty="0">
            <a:solidFill>
              <a:schemeClr val="tx1"/>
            </a:solidFill>
          </a:endParaRPr>
        </a:p>
      </dsp:txBody>
      <dsp:txXfrm>
        <a:off x="1336897" y="2162622"/>
        <a:ext cx="7448638" cy="882480"/>
      </dsp:txXfrm>
    </dsp:sp>
    <dsp:sp modelId="{5F431ADB-B2C9-4C96-9991-7BD23685078C}">
      <dsp:nvSpPr>
        <dsp:cNvPr id="0" name=""/>
        <dsp:cNvSpPr/>
      </dsp:nvSpPr>
      <dsp:spPr>
        <a:xfrm>
          <a:off x="1964164" y="3202751"/>
          <a:ext cx="8767573" cy="9373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ES" sz="2000" kern="1200" dirty="0">
              <a:solidFill>
                <a:schemeClr val="tx1"/>
              </a:solidFill>
            </a:rPr>
            <a:t>El </a:t>
          </a:r>
          <a:r>
            <a:rPr lang="es-ES" sz="2000" b="1" kern="1200" dirty="0">
              <a:solidFill>
                <a:schemeClr val="tx1"/>
              </a:solidFill>
            </a:rPr>
            <a:t>tamaño de tubería adecuado </a:t>
          </a:r>
          <a:r>
            <a:rPr lang="es-ES" sz="2000" kern="1200" dirty="0">
              <a:solidFill>
                <a:schemeClr val="tx1"/>
              </a:solidFill>
            </a:rPr>
            <a:t>se selecciona utilizando el diagrama para seleccionar el diámetro nominal del accesorio del sensor.</a:t>
          </a:r>
          <a:endParaRPr lang="en-US" sz="2000" kern="1200" dirty="0">
            <a:solidFill>
              <a:schemeClr val="tx1"/>
            </a:solidFill>
          </a:endParaRPr>
        </a:p>
      </dsp:txBody>
      <dsp:txXfrm>
        <a:off x="1991619" y="3230206"/>
        <a:ext cx="7448638" cy="882480"/>
      </dsp:txXfrm>
    </dsp:sp>
    <dsp:sp modelId="{5D77B32F-EA0D-4E85-A573-169A1495A3E8}">
      <dsp:nvSpPr>
        <dsp:cNvPr id="0" name=""/>
        <dsp:cNvSpPr/>
      </dsp:nvSpPr>
      <dsp:spPr>
        <a:xfrm>
          <a:off x="2618885" y="4270335"/>
          <a:ext cx="8767573" cy="9373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ES" sz="2000" b="1" kern="1200" dirty="0">
              <a:solidFill>
                <a:schemeClr val="tx1"/>
              </a:solidFill>
            </a:rPr>
            <a:t>Un factor K </a:t>
          </a:r>
          <a:r>
            <a:rPr lang="es-ES" sz="2000" kern="1200" dirty="0">
              <a:solidFill>
                <a:schemeClr val="tx1"/>
              </a:solidFill>
            </a:rPr>
            <a:t>, específico para cada tubería (tamaño y material) permite convertir esta frecuencia en un caudal</a:t>
          </a:r>
          <a:endParaRPr lang="en-US" sz="2000" kern="1200" dirty="0">
            <a:solidFill>
              <a:schemeClr val="tx1"/>
            </a:solidFill>
          </a:endParaRPr>
        </a:p>
      </dsp:txBody>
      <dsp:txXfrm>
        <a:off x="2646340" y="4297790"/>
        <a:ext cx="7448638" cy="882480"/>
      </dsp:txXfrm>
    </dsp:sp>
    <dsp:sp modelId="{F2E876C9-9AC1-4558-9C6D-10489E653A0F}">
      <dsp:nvSpPr>
        <dsp:cNvPr id="0" name=""/>
        <dsp:cNvSpPr/>
      </dsp:nvSpPr>
      <dsp:spPr>
        <a:xfrm>
          <a:off x="8158269" y="684815"/>
          <a:ext cx="609303" cy="609303"/>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s-ES" sz="2800" kern="1200">
            <a:solidFill>
              <a:schemeClr val="tx1"/>
            </a:solidFill>
          </a:endParaRPr>
        </a:p>
      </dsp:txBody>
      <dsp:txXfrm>
        <a:off x="8295362" y="684815"/>
        <a:ext cx="335117" cy="458501"/>
      </dsp:txXfrm>
    </dsp:sp>
    <dsp:sp modelId="{CB111DDC-02DA-4027-8600-950C64E44617}">
      <dsp:nvSpPr>
        <dsp:cNvPr id="0" name=""/>
        <dsp:cNvSpPr/>
      </dsp:nvSpPr>
      <dsp:spPr>
        <a:xfrm>
          <a:off x="8812990" y="1752399"/>
          <a:ext cx="609303" cy="609303"/>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s-ES" sz="2800" kern="1200">
            <a:solidFill>
              <a:schemeClr val="tx1"/>
            </a:solidFill>
          </a:endParaRPr>
        </a:p>
      </dsp:txBody>
      <dsp:txXfrm>
        <a:off x="8950083" y="1752399"/>
        <a:ext cx="335117" cy="458501"/>
      </dsp:txXfrm>
    </dsp:sp>
    <dsp:sp modelId="{B83F7B8E-FFE8-4004-85C1-BA1F99D8B243}">
      <dsp:nvSpPr>
        <dsp:cNvPr id="0" name=""/>
        <dsp:cNvSpPr/>
      </dsp:nvSpPr>
      <dsp:spPr>
        <a:xfrm>
          <a:off x="9467712" y="2804360"/>
          <a:ext cx="609303" cy="609303"/>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s-ES" sz="2800" kern="1200">
            <a:solidFill>
              <a:schemeClr val="tx1"/>
            </a:solidFill>
          </a:endParaRPr>
        </a:p>
      </dsp:txBody>
      <dsp:txXfrm>
        <a:off x="9604805" y="2804360"/>
        <a:ext cx="335117" cy="458501"/>
      </dsp:txXfrm>
    </dsp:sp>
    <dsp:sp modelId="{F66465F8-0717-4EF6-A62A-AB857E94F2AC}">
      <dsp:nvSpPr>
        <dsp:cNvPr id="0" name=""/>
        <dsp:cNvSpPr/>
      </dsp:nvSpPr>
      <dsp:spPr>
        <a:xfrm>
          <a:off x="10122433" y="3882359"/>
          <a:ext cx="609303" cy="609303"/>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s-ES" sz="2800" kern="1200">
            <a:solidFill>
              <a:schemeClr val="tx1"/>
            </a:solidFill>
          </a:endParaRPr>
        </a:p>
      </dsp:txBody>
      <dsp:txXfrm>
        <a:off x="10259526" y="3882359"/>
        <a:ext cx="335117" cy="458501"/>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4CE5FB-178C-4D46-B1D7-0867E8108A84}">
      <dsp:nvSpPr>
        <dsp:cNvPr id="0" name=""/>
        <dsp:cNvSpPr/>
      </dsp:nvSpPr>
      <dsp:spPr>
        <a:xfrm rot="5400000">
          <a:off x="-494846" y="1125640"/>
          <a:ext cx="3298973" cy="230928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rtl="0">
            <a:lnSpc>
              <a:spcPct val="90000"/>
            </a:lnSpc>
            <a:spcBef>
              <a:spcPct val="0"/>
            </a:spcBef>
            <a:spcAft>
              <a:spcPct val="35000"/>
            </a:spcAft>
            <a:buNone/>
          </a:pPr>
          <a:r>
            <a:rPr lang="es-ES" sz="3400" b="1" kern="1200"/>
            <a:t>Descripción de tipo</a:t>
          </a:r>
          <a:endParaRPr lang="en-US" sz="3400" kern="1200"/>
        </a:p>
      </dsp:txBody>
      <dsp:txXfrm rot="-5400000">
        <a:off x="1" y="1785435"/>
        <a:ext cx="2309281" cy="989692"/>
      </dsp:txXfrm>
    </dsp:sp>
    <dsp:sp modelId="{0F146592-26A9-4CAF-9933-5CC495414615}">
      <dsp:nvSpPr>
        <dsp:cNvPr id="0" name=""/>
        <dsp:cNvSpPr/>
      </dsp:nvSpPr>
      <dsp:spPr>
        <a:xfrm rot="5400000">
          <a:off x="4685505" y="-2374072"/>
          <a:ext cx="3401619" cy="815406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rtl="0">
            <a:lnSpc>
              <a:spcPct val="90000"/>
            </a:lnSpc>
            <a:spcBef>
              <a:spcPct val="0"/>
            </a:spcBef>
            <a:spcAft>
              <a:spcPct val="15000"/>
            </a:spcAft>
            <a:buChar char="•"/>
          </a:pPr>
          <a:r>
            <a:rPr lang="es-ES" sz="2000" kern="1200"/>
            <a:t>El caudalímetro o dosificador 8035 es apto para la medición/dosificación de liquidos neutros o ligeramente agresivos sin sólidos en suspensión. </a:t>
          </a:r>
          <a:endParaRPr lang="en-US" sz="2000" kern="1200"/>
        </a:p>
        <a:p>
          <a:pPr marL="228600" lvl="1" indent="-228600" algn="l" defTabSz="889000" rtl="0">
            <a:lnSpc>
              <a:spcPct val="90000"/>
            </a:lnSpc>
            <a:spcBef>
              <a:spcPct val="0"/>
            </a:spcBef>
            <a:spcAft>
              <a:spcPct val="15000"/>
            </a:spcAft>
            <a:buChar char="•"/>
          </a:pPr>
          <a:r>
            <a:rPr lang="es-ES" sz="2000" kern="1200" dirty="0"/>
            <a:t>El </a:t>
          </a:r>
          <a:r>
            <a:rPr lang="es-ES" sz="2000" kern="1200" dirty="0" err="1"/>
            <a:t>caudalímetro</a:t>
          </a:r>
          <a:r>
            <a:rPr lang="es-ES" sz="2000" kern="1200" dirty="0"/>
            <a:t> se compone de un racor de conexión con sensor integrado y un transmisor electrónico que se conectan entre sí, de una forma rápida y sencilla, mediante un sistema de bayoneta. </a:t>
          </a:r>
          <a:endParaRPr lang="en-US" sz="2000" kern="1200" dirty="0"/>
        </a:p>
        <a:p>
          <a:pPr marL="228600" lvl="1" indent="-228600" algn="l" defTabSz="889000" rtl="0">
            <a:lnSpc>
              <a:spcPct val="90000"/>
            </a:lnSpc>
            <a:spcBef>
              <a:spcPct val="0"/>
            </a:spcBef>
            <a:spcAft>
              <a:spcPct val="15000"/>
            </a:spcAft>
            <a:buChar char="•"/>
          </a:pPr>
          <a:r>
            <a:rPr lang="es-ES" sz="2000" kern="1200" dirty="0"/>
            <a:t>Indicación del caudal instantáneo y dos totalizadores</a:t>
          </a:r>
          <a:r>
            <a:rPr lang="es-ES" sz="2000" u="sng" kern="1200" dirty="0"/>
            <a:t>.</a:t>
          </a:r>
          <a:endParaRPr lang="en-US" sz="2000" kern="1200" dirty="0"/>
        </a:p>
        <a:p>
          <a:pPr marL="228600" lvl="1" indent="-228600" algn="l" defTabSz="889000" rtl="0">
            <a:lnSpc>
              <a:spcPct val="90000"/>
            </a:lnSpc>
            <a:spcBef>
              <a:spcPct val="0"/>
            </a:spcBef>
            <a:spcAft>
              <a:spcPct val="15000"/>
            </a:spcAft>
            <a:buChar char="•"/>
          </a:pPr>
          <a:r>
            <a:rPr lang="es-ES" sz="2000" kern="1200" dirty="0"/>
            <a:t>Simulación de las salidas sin presencia de fluido.</a:t>
          </a:r>
          <a:endParaRPr lang="en-US" sz="2000" kern="1200" dirty="0"/>
        </a:p>
        <a:p>
          <a:pPr marL="228600" lvl="1" indent="-228600" algn="l" defTabSz="889000" rtl="0">
            <a:lnSpc>
              <a:spcPct val="90000"/>
            </a:lnSpc>
            <a:spcBef>
              <a:spcPct val="0"/>
            </a:spcBef>
            <a:spcAft>
              <a:spcPct val="15000"/>
            </a:spcAft>
            <a:buChar char="•"/>
          </a:pPr>
          <a:r>
            <a:rPr lang="es-ES" sz="2000" kern="1200"/>
            <a:t>Para modelo dosificador: Contador de cantidades totales y diarias e indicador de dosificación por volumen o peso.</a:t>
          </a:r>
          <a:endParaRPr lang="en-US" sz="2000" kern="1200"/>
        </a:p>
      </dsp:txBody>
      <dsp:txXfrm rot="-5400000">
        <a:off x="2309282" y="168204"/>
        <a:ext cx="7988014" cy="3069513"/>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CCD65C-5B00-46E9-8011-D6728F3851B1}">
      <dsp:nvSpPr>
        <dsp:cNvPr id="0" name=""/>
        <dsp:cNvSpPr/>
      </dsp:nvSpPr>
      <dsp:spPr>
        <a:xfrm>
          <a:off x="3995056" y="1546511"/>
          <a:ext cx="2826531" cy="490555"/>
        </a:xfrm>
        <a:custGeom>
          <a:avLst/>
          <a:gdLst/>
          <a:ahLst/>
          <a:cxnLst/>
          <a:rect l="0" t="0" r="0" b="0"/>
          <a:pathLst>
            <a:path>
              <a:moveTo>
                <a:pt x="0" y="0"/>
              </a:moveTo>
              <a:lnTo>
                <a:pt x="0" y="245277"/>
              </a:lnTo>
              <a:lnTo>
                <a:pt x="2826531" y="245277"/>
              </a:lnTo>
              <a:lnTo>
                <a:pt x="2826531" y="490555"/>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0D1471-1978-4695-BFFC-7899C7DCAAAA}">
      <dsp:nvSpPr>
        <dsp:cNvPr id="0" name=""/>
        <dsp:cNvSpPr/>
      </dsp:nvSpPr>
      <dsp:spPr>
        <a:xfrm>
          <a:off x="3949336" y="1546511"/>
          <a:ext cx="91440" cy="490555"/>
        </a:xfrm>
        <a:custGeom>
          <a:avLst/>
          <a:gdLst/>
          <a:ahLst/>
          <a:cxnLst/>
          <a:rect l="0" t="0" r="0" b="0"/>
          <a:pathLst>
            <a:path>
              <a:moveTo>
                <a:pt x="45720" y="0"/>
              </a:moveTo>
              <a:lnTo>
                <a:pt x="45720" y="490555"/>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841E8B1-38A4-470A-B291-6782E4F3FC9E}">
      <dsp:nvSpPr>
        <dsp:cNvPr id="0" name=""/>
        <dsp:cNvSpPr/>
      </dsp:nvSpPr>
      <dsp:spPr>
        <a:xfrm>
          <a:off x="1168524" y="1546511"/>
          <a:ext cx="2826531" cy="490555"/>
        </a:xfrm>
        <a:custGeom>
          <a:avLst/>
          <a:gdLst/>
          <a:ahLst/>
          <a:cxnLst/>
          <a:rect l="0" t="0" r="0" b="0"/>
          <a:pathLst>
            <a:path>
              <a:moveTo>
                <a:pt x="2826531" y="0"/>
              </a:moveTo>
              <a:lnTo>
                <a:pt x="2826531" y="245277"/>
              </a:lnTo>
              <a:lnTo>
                <a:pt x="0" y="245277"/>
              </a:lnTo>
              <a:lnTo>
                <a:pt x="0" y="490555"/>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6B7D4C-66F7-4E04-9BC7-4769211AE873}">
      <dsp:nvSpPr>
        <dsp:cNvPr id="0" name=""/>
        <dsp:cNvSpPr/>
      </dsp:nvSpPr>
      <dsp:spPr>
        <a:xfrm>
          <a:off x="2827068" y="378523"/>
          <a:ext cx="2335976" cy="11679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r>
            <a:rPr lang="es-BO" sz="2300" kern="1200">
              <a:solidFill>
                <a:schemeClr val="tx1"/>
              </a:solidFill>
            </a:rPr>
            <a:t>El dosificador 8035 cuenta con 3 tipos de dosificación: </a:t>
          </a:r>
          <a:endParaRPr lang="en-US" sz="2300" kern="1200">
            <a:solidFill>
              <a:schemeClr val="tx1"/>
            </a:solidFill>
          </a:endParaRPr>
        </a:p>
      </dsp:txBody>
      <dsp:txXfrm>
        <a:off x="2827068" y="378523"/>
        <a:ext cx="2335976" cy="1167988"/>
      </dsp:txXfrm>
    </dsp:sp>
    <dsp:sp modelId="{268B9BAB-4077-47F4-8A56-CC6F0F854DB9}">
      <dsp:nvSpPr>
        <dsp:cNvPr id="0" name=""/>
        <dsp:cNvSpPr/>
      </dsp:nvSpPr>
      <dsp:spPr>
        <a:xfrm>
          <a:off x="536" y="2037066"/>
          <a:ext cx="2335976" cy="11679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r>
            <a:rPr lang="es-BO" sz="2300" kern="1200">
              <a:solidFill>
                <a:schemeClr val="tx1"/>
              </a:solidFill>
            </a:rPr>
            <a:t>Dosificación en modo manual</a:t>
          </a:r>
          <a:endParaRPr lang="en-US" sz="2300" kern="1200">
            <a:solidFill>
              <a:schemeClr val="tx1"/>
            </a:solidFill>
          </a:endParaRPr>
        </a:p>
      </dsp:txBody>
      <dsp:txXfrm>
        <a:off x="536" y="2037066"/>
        <a:ext cx="2335976" cy="1167988"/>
      </dsp:txXfrm>
    </dsp:sp>
    <dsp:sp modelId="{6677C5B2-A369-4106-BBCA-638E34E2A5F4}">
      <dsp:nvSpPr>
        <dsp:cNvPr id="0" name=""/>
        <dsp:cNvSpPr/>
      </dsp:nvSpPr>
      <dsp:spPr>
        <a:xfrm>
          <a:off x="2827068" y="2037066"/>
          <a:ext cx="2335976" cy="11679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r>
            <a:rPr lang="es-BO" sz="2300" kern="1200">
              <a:solidFill>
                <a:schemeClr val="tx1"/>
              </a:solidFill>
            </a:rPr>
            <a:t>Dosificación en modo automático</a:t>
          </a:r>
          <a:endParaRPr lang="en-US" sz="2300" kern="1200">
            <a:solidFill>
              <a:schemeClr val="tx1"/>
            </a:solidFill>
          </a:endParaRPr>
        </a:p>
      </dsp:txBody>
      <dsp:txXfrm>
        <a:off x="2827068" y="2037066"/>
        <a:ext cx="2335976" cy="1167988"/>
      </dsp:txXfrm>
    </dsp:sp>
    <dsp:sp modelId="{B2592842-5E90-4420-AC02-374F1CCD9CB7}">
      <dsp:nvSpPr>
        <dsp:cNvPr id="0" name=""/>
        <dsp:cNvSpPr/>
      </dsp:nvSpPr>
      <dsp:spPr>
        <a:xfrm>
          <a:off x="5653599" y="2037066"/>
          <a:ext cx="2335976" cy="11679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r>
            <a:rPr lang="es-BO" sz="2300" kern="1200">
              <a:solidFill>
                <a:schemeClr val="tx1"/>
              </a:solidFill>
            </a:rPr>
            <a:t>Dosificación manual y automática </a:t>
          </a:r>
          <a:endParaRPr lang="en-US" sz="2300" kern="1200">
            <a:solidFill>
              <a:schemeClr val="tx1"/>
            </a:solidFill>
          </a:endParaRPr>
        </a:p>
      </dsp:txBody>
      <dsp:txXfrm>
        <a:off x="5653599" y="2037066"/>
        <a:ext cx="2335976" cy="116798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A00594-8F41-4D56-8565-8F910BE68BE8}">
      <dsp:nvSpPr>
        <dsp:cNvPr id="0" name=""/>
        <dsp:cNvSpPr/>
      </dsp:nvSpPr>
      <dsp:spPr>
        <a:xfrm>
          <a:off x="185433" y="65201"/>
          <a:ext cx="1278444" cy="6392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s-ES" sz="1100" b="1" kern="1200"/>
            <a:t>Modo de visualización   </a:t>
          </a:r>
          <a:endParaRPr lang="en-US" sz="1100" kern="1200"/>
        </a:p>
      </dsp:txBody>
      <dsp:txXfrm>
        <a:off x="204155" y="83923"/>
        <a:ext cx="1241000" cy="601778"/>
      </dsp:txXfrm>
    </dsp:sp>
    <dsp:sp modelId="{8C6E9AB0-84BB-43CA-B4A1-672C45237453}">
      <dsp:nvSpPr>
        <dsp:cNvPr id="0" name=""/>
        <dsp:cNvSpPr/>
      </dsp:nvSpPr>
      <dsp:spPr>
        <a:xfrm>
          <a:off x="2724207" y="211"/>
          <a:ext cx="1278444" cy="6392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s-ES" sz="1100" kern="1200"/>
            <a:t>Es el modo que viene por defecto al encender el equipo, se puede observar:</a:t>
          </a:r>
          <a:endParaRPr lang="en-US" sz="1100" kern="1200"/>
        </a:p>
      </dsp:txBody>
      <dsp:txXfrm>
        <a:off x="2742929" y="18933"/>
        <a:ext cx="1241000" cy="601778"/>
      </dsp:txXfrm>
    </dsp:sp>
    <dsp:sp modelId="{58618784-B740-454C-8393-BBC926A168BB}">
      <dsp:nvSpPr>
        <dsp:cNvPr id="0" name=""/>
        <dsp:cNvSpPr/>
      </dsp:nvSpPr>
      <dsp:spPr>
        <a:xfrm>
          <a:off x="2852051" y="639434"/>
          <a:ext cx="127844" cy="479416"/>
        </a:xfrm>
        <a:custGeom>
          <a:avLst/>
          <a:gdLst/>
          <a:ahLst/>
          <a:cxnLst/>
          <a:rect l="0" t="0" r="0" b="0"/>
          <a:pathLst>
            <a:path>
              <a:moveTo>
                <a:pt x="0" y="0"/>
              </a:moveTo>
              <a:lnTo>
                <a:pt x="0" y="479416"/>
              </a:lnTo>
              <a:lnTo>
                <a:pt x="127844" y="479416"/>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D9C4FDA-51F4-4BAF-9490-3C5E7DF1BA3F}">
      <dsp:nvSpPr>
        <dsp:cNvPr id="0" name=""/>
        <dsp:cNvSpPr/>
      </dsp:nvSpPr>
      <dsp:spPr>
        <a:xfrm>
          <a:off x="2979895" y="799239"/>
          <a:ext cx="1022755" cy="63922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s-ES" sz="1100" kern="1200"/>
            <a:t>El volumen dosificado</a:t>
          </a:r>
          <a:endParaRPr lang="en-US" sz="1100" kern="1200"/>
        </a:p>
      </dsp:txBody>
      <dsp:txXfrm>
        <a:off x="2998617" y="817961"/>
        <a:ext cx="985311" cy="601778"/>
      </dsp:txXfrm>
    </dsp:sp>
    <dsp:sp modelId="{406B2554-8C13-4F76-A982-940E0C5883BE}">
      <dsp:nvSpPr>
        <dsp:cNvPr id="0" name=""/>
        <dsp:cNvSpPr/>
      </dsp:nvSpPr>
      <dsp:spPr>
        <a:xfrm>
          <a:off x="2852051" y="639434"/>
          <a:ext cx="127844" cy="1278444"/>
        </a:xfrm>
        <a:custGeom>
          <a:avLst/>
          <a:gdLst/>
          <a:ahLst/>
          <a:cxnLst/>
          <a:rect l="0" t="0" r="0" b="0"/>
          <a:pathLst>
            <a:path>
              <a:moveTo>
                <a:pt x="0" y="0"/>
              </a:moveTo>
              <a:lnTo>
                <a:pt x="0" y="1278444"/>
              </a:lnTo>
              <a:lnTo>
                <a:pt x="127844" y="127844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6E47ED-11C7-4BB1-B23B-56BFDBDF4E76}">
      <dsp:nvSpPr>
        <dsp:cNvPr id="0" name=""/>
        <dsp:cNvSpPr/>
      </dsp:nvSpPr>
      <dsp:spPr>
        <a:xfrm>
          <a:off x="2979895" y="1598267"/>
          <a:ext cx="1022755" cy="63922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s-ES" sz="1100" kern="1200"/>
            <a:t>El caudal en las unidades seleccionadas</a:t>
          </a:r>
          <a:endParaRPr lang="en-US" sz="1100" kern="1200"/>
        </a:p>
      </dsp:txBody>
      <dsp:txXfrm>
        <a:off x="2998617" y="1616989"/>
        <a:ext cx="985311" cy="601778"/>
      </dsp:txXfrm>
    </dsp:sp>
    <dsp:sp modelId="{A0F4164F-CD21-46E8-8055-44CD681F6B85}">
      <dsp:nvSpPr>
        <dsp:cNvPr id="0" name=""/>
        <dsp:cNvSpPr/>
      </dsp:nvSpPr>
      <dsp:spPr>
        <a:xfrm>
          <a:off x="2852051" y="639434"/>
          <a:ext cx="127844" cy="2077471"/>
        </a:xfrm>
        <a:custGeom>
          <a:avLst/>
          <a:gdLst/>
          <a:ahLst/>
          <a:cxnLst/>
          <a:rect l="0" t="0" r="0" b="0"/>
          <a:pathLst>
            <a:path>
              <a:moveTo>
                <a:pt x="0" y="0"/>
              </a:moveTo>
              <a:lnTo>
                <a:pt x="0" y="2077471"/>
              </a:lnTo>
              <a:lnTo>
                <a:pt x="127844" y="2077471"/>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0CCAD3-54CF-4E47-BACE-A5AF9412C5D7}">
      <dsp:nvSpPr>
        <dsp:cNvPr id="0" name=""/>
        <dsp:cNvSpPr/>
      </dsp:nvSpPr>
      <dsp:spPr>
        <a:xfrm>
          <a:off x="2979895" y="2397294"/>
          <a:ext cx="1022755" cy="63922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rtl="0">
            <a:lnSpc>
              <a:spcPct val="90000"/>
            </a:lnSpc>
            <a:spcBef>
              <a:spcPct val="0"/>
            </a:spcBef>
            <a:spcAft>
              <a:spcPct val="35000"/>
            </a:spcAft>
            <a:buNone/>
          </a:pPr>
          <a:r>
            <a:rPr lang="es-ES" sz="1100" kern="1200"/>
            <a:t>Una cuenta hacia atrás de un volumen configurado</a:t>
          </a:r>
          <a:endParaRPr lang="en-US" sz="1100" kern="1200"/>
        </a:p>
      </dsp:txBody>
      <dsp:txXfrm>
        <a:off x="2998617" y="2416016"/>
        <a:ext cx="985311" cy="601778"/>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3699"/>
          <a:ext cx="6900717" cy="936418"/>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dirty="0">
              <a:solidFill>
                <a:schemeClr val="tx1"/>
              </a:solidFill>
            </a:rPr>
            <a:t>ELECTROVALVULA</a:t>
          </a:r>
        </a:p>
      </dsp:txBody>
      <dsp:txXfrm>
        <a:off x="27427" y="31126"/>
        <a:ext cx="5772271" cy="881564"/>
      </dsp:txXfrm>
    </dsp:sp>
    <dsp:sp modelId="{176C9AB9-268F-4542-8858-410F7980C292}">
      <dsp:nvSpPr>
        <dsp:cNvPr id="0" name=""/>
        <dsp:cNvSpPr/>
      </dsp:nvSpPr>
      <dsp:spPr>
        <a:xfrm>
          <a:off x="488814" y="1057216"/>
          <a:ext cx="6900717" cy="943817"/>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t>El día 13 de abril , se llevo a cabo la limpieza interna de una electroválvula que presentaba fallas en su funcionamiento. </a:t>
          </a:r>
          <a:endParaRPr lang="en-US" sz="1900" kern="1200" dirty="0">
            <a:solidFill>
              <a:schemeClr val="tx1"/>
            </a:solidFill>
          </a:endParaRPr>
        </a:p>
      </dsp:txBody>
      <dsp:txXfrm>
        <a:off x="516457" y="1084859"/>
        <a:ext cx="5716636" cy="888531"/>
      </dsp:txXfrm>
    </dsp:sp>
    <dsp:sp modelId="{66379E1A-0F09-45D6-84BB-E01BD8286EAC}">
      <dsp:nvSpPr>
        <dsp:cNvPr id="0" name=""/>
        <dsp:cNvSpPr/>
      </dsp:nvSpPr>
      <dsp:spPr>
        <a:xfrm>
          <a:off x="1030626" y="2149806"/>
          <a:ext cx="6900717" cy="943817"/>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t>Se desmonto la válvula y se procedió a limpiar minuciosamente su interior, eliminando los residuos acumulados que obstruían el flujo de liquido</a:t>
          </a:r>
          <a:endParaRPr lang="en-US" sz="1900" kern="1200" dirty="0">
            <a:solidFill>
              <a:schemeClr val="tx1"/>
            </a:solidFill>
          </a:endParaRPr>
        </a:p>
      </dsp:txBody>
      <dsp:txXfrm>
        <a:off x="1058269" y="2177449"/>
        <a:ext cx="5716636" cy="888531"/>
      </dsp:txXfrm>
    </dsp:sp>
    <dsp:sp modelId="{D1B66F5B-4D53-492D-9743-9A11E84815BD}">
      <dsp:nvSpPr>
        <dsp:cNvPr id="0" name=""/>
        <dsp:cNvSpPr/>
      </dsp:nvSpPr>
      <dsp:spPr>
        <a:xfrm>
          <a:off x="1545939" y="3224710"/>
          <a:ext cx="6900717" cy="943817"/>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BO" sz="1900" kern="1200" dirty="0"/>
            <a:t>una vez realizada la limpieza, se realizo una prueba de funcionamiento. </a:t>
          </a:r>
          <a:endParaRPr lang="en-US" sz="1900" kern="1200" dirty="0">
            <a:solidFill>
              <a:schemeClr val="tx1"/>
            </a:solidFill>
          </a:endParaRPr>
        </a:p>
      </dsp:txBody>
      <dsp:txXfrm>
        <a:off x="1573582" y="3252353"/>
        <a:ext cx="5716636" cy="888531"/>
      </dsp:txXfrm>
    </dsp:sp>
    <dsp:sp modelId="{498B0189-1D5E-41B5-BCD4-B5191EB685CF}">
      <dsp:nvSpPr>
        <dsp:cNvPr id="0" name=""/>
        <dsp:cNvSpPr/>
      </dsp:nvSpPr>
      <dsp:spPr>
        <a:xfrm>
          <a:off x="2061253" y="4299613"/>
          <a:ext cx="6900717" cy="943817"/>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BO" sz="1900" kern="1200" dirty="0"/>
            <a:t>se pudo comprobar que </a:t>
          </a:r>
          <a:r>
            <a:rPr lang="es-BO" sz="1900" kern="1200" dirty="0" err="1"/>
            <a:t>que</a:t>
          </a:r>
          <a:r>
            <a:rPr lang="es-BO" sz="1900" kern="1200" dirty="0"/>
            <a:t> la electroválvula funciona con normalidad y sin inconvenientes.</a:t>
          </a:r>
          <a:endParaRPr lang="en-US" sz="1900" kern="1200" dirty="0">
            <a:solidFill>
              <a:schemeClr val="tx1"/>
            </a:solidFill>
          </a:endParaRPr>
        </a:p>
      </dsp:txBody>
      <dsp:txXfrm>
        <a:off x="2088896" y="4327256"/>
        <a:ext cx="5716636" cy="888531"/>
      </dsp:txXfrm>
    </dsp:sp>
    <dsp:sp modelId="{E6B5DF30-7638-4B5E-98E1-0E3FF1419B24}">
      <dsp:nvSpPr>
        <dsp:cNvPr id="0" name=""/>
        <dsp:cNvSpPr/>
      </dsp:nvSpPr>
      <dsp:spPr>
        <a:xfrm>
          <a:off x="6287236" y="689511"/>
          <a:ext cx="613481" cy="613481"/>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6425269" y="689511"/>
        <a:ext cx="337415" cy="461644"/>
      </dsp:txXfrm>
    </dsp:sp>
    <dsp:sp modelId="{08A01CBC-2114-4238-9CF1-00132CA1EEC6}">
      <dsp:nvSpPr>
        <dsp:cNvPr id="0" name=""/>
        <dsp:cNvSpPr/>
      </dsp:nvSpPr>
      <dsp:spPr>
        <a:xfrm>
          <a:off x="6802549" y="1764414"/>
          <a:ext cx="613481" cy="613481"/>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6940582" y="1764414"/>
        <a:ext cx="337415" cy="461644"/>
      </dsp:txXfrm>
    </dsp:sp>
    <dsp:sp modelId="{DF26EFB5-032F-4D55-9B0B-38F4247FE97C}">
      <dsp:nvSpPr>
        <dsp:cNvPr id="0" name=""/>
        <dsp:cNvSpPr/>
      </dsp:nvSpPr>
      <dsp:spPr>
        <a:xfrm>
          <a:off x="7317862" y="2823587"/>
          <a:ext cx="613481" cy="613481"/>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455895" y="2823587"/>
        <a:ext cx="337415" cy="461644"/>
      </dsp:txXfrm>
    </dsp:sp>
    <dsp:sp modelId="{AB1EE32B-45DD-4541-BDC7-76A8FFD50982}">
      <dsp:nvSpPr>
        <dsp:cNvPr id="0" name=""/>
        <dsp:cNvSpPr/>
      </dsp:nvSpPr>
      <dsp:spPr>
        <a:xfrm>
          <a:off x="7833176" y="3908977"/>
          <a:ext cx="613481" cy="613481"/>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971209" y="3908977"/>
        <a:ext cx="337415" cy="46164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1037"/>
          <a:ext cx="2495397" cy="262625"/>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n-US" sz="500" kern="1200" dirty="0">
              <a:solidFill>
                <a:schemeClr val="tx1"/>
              </a:solidFill>
            </a:rPr>
            <a:t>ELECTROVALVULA</a:t>
          </a:r>
        </a:p>
      </dsp:txBody>
      <dsp:txXfrm>
        <a:off x="7692" y="8729"/>
        <a:ext cx="2178916" cy="247241"/>
      </dsp:txXfrm>
    </dsp:sp>
    <dsp:sp modelId="{176C9AB9-268F-4542-8858-410F7980C292}">
      <dsp:nvSpPr>
        <dsp:cNvPr id="0" name=""/>
        <dsp:cNvSpPr/>
      </dsp:nvSpPr>
      <dsp:spPr>
        <a:xfrm>
          <a:off x="176762" y="296504"/>
          <a:ext cx="2495397" cy="264700"/>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s-ES" sz="500" kern="1200" dirty="0"/>
            <a:t>El día 13 de abril , se llevo a cabo la limpieza interna de una electroválvula que presentaba fallas en su funcionamiento. </a:t>
          </a:r>
          <a:endParaRPr lang="en-US" sz="500" kern="1200" dirty="0">
            <a:solidFill>
              <a:schemeClr val="tx1"/>
            </a:solidFill>
          </a:endParaRPr>
        </a:p>
      </dsp:txBody>
      <dsp:txXfrm>
        <a:off x="184515" y="304257"/>
        <a:ext cx="2121491" cy="249194"/>
      </dsp:txXfrm>
    </dsp:sp>
    <dsp:sp modelId="{66379E1A-0F09-45D6-84BB-E01BD8286EAC}">
      <dsp:nvSpPr>
        <dsp:cNvPr id="0" name=""/>
        <dsp:cNvSpPr/>
      </dsp:nvSpPr>
      <dsp:spPr>
        <a:xfrm>
          <a:off x="372689" y="602930"/>
          <a:ext cx="2495397" cy="264700"/>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s-ES" sz="500" kern="1200" dirty="0"/>
            <a:t>Se desmonto la válvula y se procedió a limpiar minuciosamente su interior, eliminando los residuos acumulados que obstruían el flujo de liquido</a:t>
          </a:r>
          <a:endParaRPr lang="en-US" sz="500" kern="1200" dirty="0">
            <a:solidFill>
              <a:schemeClr val="tx1"/>
            </a:solidFill>
          </a:endParaRPr>
        </a:p>
      </dsp:txBody>
      <dsp:txXfrm>
        <a:off x="380442" y="610683"/>
        <a:ext cx="2121491" cy="249194"/>
      </dsp:txXfrm>
    </dsp:sp>
    <dsp:sp modelId="{D1B66F5B-4D53-492D-9743-9A11E84815BD}">
      <dsp:nvSpPr>
        <dsp:cNvPr id="0" name=""/>
        <dsp:cNvSpPr/>
      </dsp:nvSpPr>
      <dsp:spPr>
        <a:xfrm>
          <a:off x="559033" y="904395"/>
          <a:ext cx="2495397" cy="264700"/>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s-BO" sz="500" kern="1200" dirty="0"/>
            <a:t>una vez realizada la limpieza, se realizo una prueba de funcionamiento. </a:t>
          </a:r>
          <a:endParaRPr lang="en-US" sz="500" kern="1200" dirty="0">
            <a:solidFill>
              <a:schemeClr val="tx1"/>
            </a:solidFill>
          </a:endParaRPr>
        </a:p>
      </dsp:txBody>
      <dsp:txXfrm>
        <a:off x="566786" y="912148"/>
        <a:ext cx="2121491" cy="249194"/>
      </dsp:txXfrm>
    </dsp:sp>
    <dsp:sp modelId="{498B0189-1D5E-41B5-BCD4-B5191EB685CF}">
      <dsp:nvSpPr>
        <dsp:cNvPr id="0" name=""/>
        <dsp:cNvSpPr/>
      </dsp:nvSpPr>
      <dsp:spPr>
        <a:xfrm>
          <a:off x="745378" y="1205860"/>
          <a:ext cx="2495397" cy="264700"/>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s-BO" sz="500" kern="1200" dirty="0"/>
            <a:t>se pudo comprobar que </a:t>
          </a:r>
          <a:r>
            <a:rPr lang="es-BO" sz="500" kern="1200" dirty="0" err="1"/>
            <a:t>que</a:t>
          </a:r>
          <a:r>
            <a:rPr lang="es-BO" sz="500" kern="1200" dirty="0"/>
            <a:t> la electroválvula funciona con normalidad y sin inconvenientes.</a:t>
          </a:r>
          <a:endParaRPr lang="en-US" sz="500" kern="1200" dirty="0">
            <a:solidFill>
              <a:schemeClr val="tx1"/>
            </a:solidFill>
          </a:endParaRPr>
        </a:p>
      </dsp:txBody>
      <dsp:txXfrm>
        <a:off x="753131" y="1213613"/>
        <a:ext cx="2121491" cy="249194"/>
      </dsp:txXfrm>
    </dsp:sp>
    <dsp:sp modelId="{E6B5DF30-7638-4B5E-98E1-0E3FF1419B24}">
      <dsp:nvSpPr>
        <dsp:cNvPr id="0" name=""/>
        <dsp:cNvSpPr/>
      </dsp:nvSpPr>
      <dsp:spPr>
        <a:xfrm>
          <a:off x="2323341" y="193378"/>
          <a:ext cx="172055" cy="172055"/>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endParaRPr lang="es-ES" sz="800" kern="1200">
            <a:solidFill>
              <a:schemeClr val="tx1"/>
            </a:solidFill>
          </a:endParaRPr>
        </a:p>
      </dsp:txBody>
      <dsp:txXfrm>
        <a:off x="2362053" y="193378"/>
        <a:ext cx="94631" cy="129471"/>
      </dsp:txXfrm>
    </dsp:sp>
    <dsp:sp modelId="{08A01CBC-2114-4238-9CF1-00132CA1EEC6}">
      <dsp:nvSpPr>
        <dsp:cNvPr id="0" name=""/>
        <dsp:cNvSpPr/>
      </dsp:nvSpPr>
      <dsp:spPr>
        <a:xfrm>
          <a:off x="2509686" y="494843"/>
          <a:ext cx="172055" cy="172055"/>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endParaRPr lang="es-ES" sz="800" kern="1200">
            <a:solidFill>
              <a:schemeClr val="tx1"/>
            </a:solidFill>
          </a:endParaRPr>
        </a:p>
      </dsp:txBody>
      <dsp:txXfrm>
        <a:off x="2548398" y="494843"/>
        <a:ext cx="94631" cy="129471"/>
      </dsp:txXfrm>
    </dsp:sp>
    <dsp:sp modelId="{DF26EFB5-032F-4D55-9B0B-38F4247FE97C}">
      <dsp:nvSpPr>
        <dsp:cNvPr id="0" name=""/>
        <dsp:cNvSpPr/>
      </dsp:nvSpPr>
      <dsp:spPr>
        <a:xfrm>
          <a:off x="2696031" y="791897"/>
          <a:ext cx="172055" cy="172055"/>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endParaRPr lang="es-ES" sz="800" kern="1200">
            <a:solidFill>
              <a:schemeClr val="tx1"/>
            </a:solidFill>
          </a:endParaRPr>
        </a:p>
      </dsp:txBody>
      <dsp:txXfrm>
        <a:off x="2734743" y="791897"/>
        <a:ext cx="94631" cy="129471"/>
      </dsp:txXfrm>
    </dsp:sp>
    <dsp:sp modelId="{AB1EE32B-45DD-4541-BDC7-76A8FFD50982}">
      <dsp:nvSpPr>
        <dsp:cNvPr id="0" name=""/>
        <dsp:cNvSpPr/>
      </dsp:nvSpPr>
      <dsp:spPr>
        <a:xfrm>
          <a:off x="2882375" y="1096303"/>
          <a:ext cx="172055" cy="172055"/>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endParaRPr lang="es-ES" sz="800" kern="1200">
            <a:solidFill>
              <a:schemeClr val="tx1"/>
            </a:solidFill>
          </a:endParaRPr>
        </a:p>
      </dsp:txBody>
      <dsp:txXfrm>
        <a:off x="2921087" y="1096303"/>
        <a:ext cx="94631" cy="129471"/>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3677"/>
          <a:ext cx="7744967" cy="930819"/>
        </a:xfrm>
        <a:prstGeom prst="roundRect">
          <a:avLst>
            <a:gd name="adj" fmla="val 10000"/>
          </a:avLst>
        </a:prstGeom>
        <a:solidFill>
          <a:schemeClr val="accent5">
            <a:lumMod val="40000"/>
            <a:lumOff val="60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b="1" kern="1200" dirty="0">
              <a:solidFill>
                <a:schemeClr val="tx1"/>
              </a:solidFill>
            </a:rPr>
            <a:t>CONTROLADOR DE TEMPERATURA</a:t>
          </a:r>
        </a:p>
      </dsp:txBody>
      <dsp:txXfrm>
        <a:off x="27263" y="30940"/>
        <a:ext cx="6623268" cy="876293"/>
      </dsp:txXfrm>
    </dsp:sp>
    <dsp:sp modelId="{176C9AB9-268F-4542-8858-410F7980C292}">
      <dsp:nvSpPr>
        <dsp:cNvPr id="0" name=""/>
        <dsp:cNvSpPr/>
      </dsp:nvSpPr>
      <dsp:spPr>
        <a:xfrm>
          <a:off x="548617" y="105089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El día 18 de abril, se llevo a cabo el refuerzo de las conexiones de cables en el controlador de temperatura NOMBRE para evitar la perdida de voltaje al cerrar la compuerta que lo sostiene.</a:t>
          </a:r>
          <a:endParaRPr lang="en-US" sz="1900" kern="1200" dirty="0">
            <a:solidFill>
              <a:schemeClr val="tx1"/>
            </a:solidFill>
          </a:endParaRPr>
        </a:p>
      </dsp:txBody>
      <dsp:txXfrm>
        <a:off x="576095" y="1078373"/>
        <a:ext cx="6501840" cy="883218"/>
      </dsp:txXfrm>
    </dsp:sp>
    <dsp:sp modelId="{66379E1A-0F09-45D6-84BB-E01BD8286EAC}">
      <dsp:nvSpPr>
        <dsp:cNvPr id="0" name=""/>
        <dsp:cNvSpPr/>
      </dsp:nvSpPr>
      <dsp:spPr>
        <a:xfrm>
          <a:off x="1156716" y="2136952"/>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kern="1200" dirty="0">
              <a:solidFill>
                <a:schemeClr val="tx1"/>
              </a:solidFill>
            </a:rPr>
            <a:t>Se detecto que las conexiones presentaban una sujeción deficiente, lo que provocaba una fluctuación en voltaje y una inestabilidad en el funcionamiento del equipo. </a:t>
          </a:r>
          <a:endParaRPr lang="en-US" sz="2000" kern="1200" dirty="0">
            <a:solidFill>
              <a:schemeClr val="tx1"/>
            </a:solidFill>
          </a:endParaRPr>
        </a:p>
      </dsp:txBody>
      <dsp:txXfrm>
        <a:off x="1184194" y="2164430"/>
        <a:ext cx="6501840" cy="883218"/>
      </dsp:txXfrm>
    </dsp:sp>
    <dsp:sp modelId="{D1B66F5B-4D53-492D-9743-9A11E84815BD}">
      <dsp:nvSpPr>
        <dsp:cNvPr id="0" name=""/>
        <dsp:cNvSpPr/>
      </dsp:nvSpPr>
      <dsp:spPr>
        <a:xfrm>
          <a:off x="1735073" y="3205429"/>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ES" sz="2000" kern="1200" dirty="0">
              <a:solidFill>
                <a:schemeClr val="tx1"/>
              </a:solidFill>
            </a:rPr>
            <a:t>Se procedió a reforzar las conexiones mediante el uso de tornillos, asegurando una sujeción mas firme y estable.</a:t>
          </a:r>
          <a:endParaRPr lang="en-US" sz="2000" kern="1200" dirty="0">
            <a:solidFill>
              <a:schemeClr val="tx1"/>
            </a:solidFill>
          </a:endParaRPr>
        </a:p>
      </dsp:txBody>
      <dsp:txXfrm>
        <a:off x="1762551" y="3232907"/>
        <a:ext cx="6501840" cy="883218"/>
      </dsp:txXfrm>
    </dsp:sp>
    <dsp:sp modelId="{498B0189-1D5E-41B5-BCD4-B5191EB685CF}">
      <dsp:nvSpPr>
        <dsp:cNvPr id="0" name=""/>
        <dsp:cNvSpPr/>
      </dsp:nvSpPr>
      <dsp:spPr>
        <a:xfrm>
          <a:off x="2313432" y="427390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s-ES" sz="2000" kern="1200" dirty="0">
              <a:solidFill>
                <a:schemeClr val="tx1"/>
              </a:solidFill>
            </a:rPr>
            <a:t>Se realizo una prueba de funcionamiento y se confirmo que el controlador de temperatura esta funcionando correctamente.</a:t>
          </a:r>
          <a:endParaRPr lang="en-US" sz="2000" kern="1200" dirty="0">
            <a:solidFill>
              <a:schemeClr val="tx1"/>
            </a:solidFill>
          </a:endParaRPr>
        </a:p>
      </dsp:txBody>
      <dsp:txXfrm>
        <a:off x="2340910" y="4301383"/>
        <a:ext cx="6501840" cy="883218"/>
      </dsp:txXfrm>
    </dsp:sp>
    <dsp:sp modelId="{E6B5DF30-7638-4B5E-98E1-0E3FF1419B24}">
      <dsp:nvSpPr>
        <dsp:cNvPr id="0" name=""/>
        <dsp:cNvSpPr/>
      </dsp:nvSpPr>
      <dsp:spPr>
        <a:xfrm>
          <a:off x="7135154" y="685388"/>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272362" y="685388"/>
        <a:ext cx="335397" cy="458884"/>
      </dsp:txXfrm>
    </dsp:sp>
    <dsp:sp modelId="{08A01CBC-2114-4238-9CF1-00132CA1EEC6}">
      <dsp:nvSpPr>
        <dsp:cNvPr id="0" name=""/>
        <dsp:cNvSpPr/>
      </dsp:nvSpPr>
      <dsp:spPr>
        <a:xfrm>
          <a:off x="7713512" y="1753864"/>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850720" y="1753864"/>
        <a:ext cx="335397" cy="458884"/>
      </dsp:txXfrm>
    </dsp:sp>
    <dsp:sp modelId="{DF26EFB5-032F-4D55-9B0B-38F4247FE97C}">
      <dsp:nvSpPr>
        <dsp:cNvPr id="0" name=""/>
        <dsp:cNvSpPr/>
      </dsp:nvSpPr>
      <dsp:spPr>
        <a:xfrm>
          <a:off x="8291870" y="28067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429078" y="2806705"/>
        <a:ext cx="335397" cy="458884"/>
      </dsp:txXfrm>
    </dsp:sp>
    <dsp:sp modelId="{AB1EE32B-45DD-4541-BDC7-76A8FFD50982}">
      <dsp:nvSpPr>
        <dsp:cNvPr id="0" name=""/>
        <dsp:cNvSpPr/>
      </dsp:nvSpPr>
      <dsp:spPr>
        <a:xfrm>
          <a:off x="8870228" y="38856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BO" sz="2900" kern="1200"/>
        </a:p>
      </dsp:txBody>
      <dsp:txXfrm>
        <a:off x="9007436" y="3885605"/>
        <a:ext cx="335397" cy="458884"/>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715"/>
          <a:ext cx="1673961" cy="181187"/>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n-US" sz="500" kern="1200" dirty="0">
              <a:solidFill>
                <a:schemeClr val="tx1"/>
              </a:solidFill>
            </a:rPr>
            <a:t>CONTROLADOR DE TEMPERATURA</a:t>
          </a:r>
        </a:p>
      </dsp:txBody>
      <dsp:txXfrm>
        <a:off x="5307" y="6022"/>
        <a:ext cx="1455618" cy="170573"/>
      </dsp:txXfrm>
    </dsp:sp>
    <dsp:sp modelId="{176C9AB9-268F-4542-8858-410F7980C292}">
      <dsp:nvSpPr>
        <dsp:cNvPr id="0" name=""/>
        <dsp:cNvSpPr/>
      </dsp:nvSpPr>
      <dsp:spPr>
        <a:xfrm>
          <a:off x="118575" y="204560"/>
          <a:ext cx="1673961" cy="182618"/>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s-ES" sz="500" kern="1200" dirty="0"/>
            <a:t>El día 18 de abril, se llevo a cabo el refuerzo de las conexiones de cables en el controlador de temperatura NOMBRE para evitar la perdida de voltaje al cerrar la compuerta que lo sostiene</a:t>
          </a:r>
          <a:endParaRPr lang="en-US" sz="500" kern="1200" dirty="0">
            <a:solidFill>
              <a:schemeClr val="tx1"/>
            </a:solidFill>
          </a:endParaRPr>
        </a:p>
      </dsp:txBody>
      <dsp:txXfrm>
        <a:off x="123924" y="209909"/>
        <a:ext cx="1419557" cy="171920"/>
      </dsp:txXfrm>
    </dsp:sp>
    <dsp:sp modelId="{66379E1A-0F09-45D6-84BB-E01BD8286EAC}">
      <dsp:nvSpPr>
        <dsp:cNvPr id="0" name=""/>
        <dsp:cNvSpPr/>
      </dsp:nvSpPr>
      <dsp:spPr>
        <a:xfrm>
          <a:off x="250007" y="415965"/>
          <a:ext cx="1673961" cy="182618"/>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a:lnSpc>
              <a:spcPct val="90000"/>
            </a:lnSpc>
            <a:spcBef>
              <a:spcPct val="0"/>
            </a:spcBef>
            <a:spcAft>
              <a:spcPct val="35000"/>
            </a:spcAft>
            <a:buNone/>
          </a:pPr>
          <a:r>
            <a:rPr lang="es-ES" sz="500" kern="1200" dirty="0"/>
            <a:t>Se detecto que las conexiones presentaban una sujeción deficiente, lo que provocaba una fluctuación en voltaje y una inestabilidad en el funcionamiento del equipo. </a:t>
          </a:r>
          <a:endParaRPr lang="en-US" sz="500" kern="1200" dirty="0">
            <a:solidFill>
              <a:schemeClr val="tx1"/>
            </a:solidFill>
          </a:endParaRPr>
        </a:p>
      </dsp:txBody>
      <dsp:txXfrm>
        <a:off x="255356" y="421314"/>
        <a:ext cx="1419557" cy="171920"/>
      </dsp:txXfrm>
    </dsp:sp>
    <dsp:sp modelId="{D1B66F5B-4D53-492D-9743-9A11E84815BD}">
      <dsp:nvSpPr>
        <dsp:cNvPr id="0" name=""/>
        <dsp:cNvSpPr/>
      </dsp:nvSpPr>
      <dsp:spPr>
        <a:xfrm>
          <a:off x="375010" y="623947"/>
          <a:ext cx="1673961" cy="182618"/>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s-ES" sz="500" kern="1200" dirty="0"/>
            <a:t>Se procedió a reforzar las conexiones mediante el uso de tornillos, asegurando una sujeción mas firme y estable.</a:t>
          </a:r>
          <a:endParaRPr lang="en-US" sz="500" kern="1200" dirty="0">
            <a:solidFill>
              <a:schemeClr val="tx1"/>
            </a:solidFill>
          </a:endParaRPr>
        </a:p>
      </dsp:txBody>
      <dsp:txXfrm>
        <a:off x="380359" y="629296"/>
        <a:ext cx="1419557" cy="171920"/>
      </dsp:txXfrm>
    </dsp:sp>
    <dsp:sp modelId="{498B0189-1D5E-41B5-BCD4-B5191EB685CF}">
      <dsp:nvSpPr>
        <dsp:cNvPr id="0" name=""/>
        <dsp:cNvSpPr/>
      </dsp:nvSpPr>
      <dsp:spPr>
        <a:xfrm>
          <a:off x="500014" y="831930"/>
          <a:ext cx="1673961" cy="182618"/>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s-ES" sz="500" kern="1200" dirty="0"/>
            <a:t>Se realizo una prueba de funcionamiento y se confirmo que el controlador de temperatura esta funcionando correctamente.</a:t>
          </a:r>
          <a:endParaRPr lang="en-US" sz="500" kern="1200" dirty="0">
            <a:solidFill>
              <a:schemeClr val="tx1"/>
            </a:solidFill>
          </a:endParaRPr>
        </a:p>
      </dsp:txBody>
      <dsp:txXfrm>
        <a:off x="505363" y="837279"/>
        <a:ext cx="1419557" cy="171920"/>
      </dsp:txXfrm>
    </dsp:sp>
    <dsp:sp modelId="{E6B5DF30-7638-4B5E-98E1-0E3FF1419B24}">
      <dsp:nvSpPr>
        <dsp:cNvPr id="0" name=""/>
        <dsp:cNvSpPr/>
      </dsp:nvSpPr>
      <dsp:spPr>
        <a:xfrm>
          <a:off x="1555259" y="133413"/>
          <a:ext cx="118702" cy="118702"/>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endParaRPr lang="es-ES" sz="500" kern="1200">
            <a:solidFill>
              <a:schemeClr val="tx1"/>
            </a:solidFill>
          </a:endParaRPr>
        </a:p>
      </dsp:txBody>
      <dsp:txXfrm>
        <a:off x="1581967" y="133413"/>
        <a:ext cx="65286" cy="89323"/>
      </dsp:txXfrm>
    </dsp:sp>
    <dsp:sp modelId="{08A01CBC-2114-4238-9CF1-00132CA1EEC6}">
      <dsp:nvSpPr>
        <dsp:cNvPr id="0" name=""/>
        <dsp:cNvSpPr/>
      </dsp:nvSpPr>
      <dsp:spPr>
        <a:xfrm>
          <a:off x="1680262" y="341395"/>
          <a:ext cx="118702" cy="118702"/>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endParaRPr lang="es-ES" sz="500" kern="1200">
            <a:solidFill>
              <a:schemeClr val="tx1"/>
            </a:solidFill>
          </a:endParaRPr>
        </a:p>
      </dsp:txBody>
      <dsp:txXfrm>
        <a:off x="1706970" y="341395"/>
        <a:ext cx="65286" cy="89323"/>
      </dsp:txXfrm>
    </dsp:sp>
    <dsp:sp modelId="{DF26EFB5-032F-4D55-9B0B-38F4247FE97C}">
      <dsp:nvSpPr>
        <dsp:cNvPr id="0" name=""/>
        <dsp:cNvSpPr/>
      </dsp:nvSpPr>
      <dsp:spPr>
        <a:xfrm>
          <a:off x="1805266" y="546334"/>
          <a:ext cx="118702" cy="118702"/>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endParaRPr lang="es-ES" sz="500" kern="1200">
            <a:solidFill>
              <a:schemeClr val="tx1"/>
            </a:solidFill>
          </a:endParaRPr>
        </a:p>
      </dsp:txBody>
      <dsp:txXfrm>
        <a:off x="1831974" y="546334"/>
        <a:ext cx="65286" cy="89323"/>
      </dsp:txXfrm>
    </dsp:sp>
    <dsp:sp modelId="{AB1EE32B-45DD-4541-BDC7-76A8FFD50982}">
      <dsp:nvSpPr>
        <dsp:cNvPr id="0" name=""/>
        <dsp:cNvSpPr/>
      </dsp:nvSpPr>
      <dsp:spPr>
        <a:xfrm>
          <a:off x="1930270" y="756346"/>
          <a:ext cx="118702" cy="118702"/>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endParaRPr lang="es-BO" sz="500" kern="1200"/>
        </a:p>
      </dsp:txBody>
      <dsp:txXfrm>
        <a:off x="1956978" y="756346"/>
        <a:ext cx="65286" cy="89323"/>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3677"/>
          <a:ext cx="7744967" cy="930819"/>
        </a:xfrm>
        <a:prstGeom prst="roundRect">
          <a:avLst>
            <a:gd name="adj" fmla="val 10000"/>
          </a:avLst>
        </a:prstGeom>
        <a:solidFill>
          <a:schemeClr val="accent5">
            <a:lumMod val="20000"/>
            <a:lumOff val="80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solidFill>
                <a:schemeClr val="tx1"/>
              </a:solidFill>
            </a:rPr>
            <a:t>LIMPIEZA DEL SISTEMA</a:t>
          </a:r>
        </a:p>
      </dsp:txBody>
      <dsp:txXfrm>
        <a:off x="27263" y="30940"/>
        <a:ext cx="6623268" cy="876293"/>
      </dsp:txXfrm>
    </dsp:sp>
    <dsp:sp modelId="{176C9AB9-268F-4542-8858-410F7980C292}">
      <dsp:nvSpPr>
        <dsp:cNvPr id="0" name=""/>
        <dsp:cNvSpPr/>
      </dsp:nvSpPr>
      <dsp:spPr>
        <a:xfrm>
          <a:off x="832857" y="105089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El día 20 de abril, se llevo a cabo la limpieza del sistema del sistema de nivel de liquido. Se verifico que el nivel de agua se encontró en optimas condiciones .</a:t>
          </a:r>
          <a:endParaRPr lang="en-US" sz="1900" kern="1200" dirty="0">
            <a:solidFill>
              <a:schemeClr val="tx1"/>
            </a:solidFill>
          </a:endParaRPr>
        </a:p>
      </dsp:txBody>
      <dsp:txXfrm>
        <a:off x="860335" y="1078373"/>
        <a:ext cx="6501840" cy="883218"/>
      </dsp:txXfrm>
    </dsp:sp>
    <dsp:sp modelId="{66379E1A-0F09-45D6-84BB-E01BD8286EAC}">
      <dsp:nvSpPr>
        <dsp:cNvPr id="0" name=""/>
        <dsp:cNvSpPr/>
      </dsp:nvSpPr>
      <dsp:spPr>
        <a:xfrm>
          <a:off x="1156716" y="2136952"/>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ES" sz="1900" kern="1200" dirty="0">
              <a:solidFill>
                <a:schemeClr val="tx1"/>
              </a:solidFill>
            </a:rPr>
            <a:t>Se procedió a retirar la suciedad acumulada (polvo y agua residual) para asegurar un buen funcionamiento. </a:t>
          </a:r>
          <a:endParaRPr lang="en-US" sz="1900" kern="1200" dirty="0">
            <a:solidFill>
              <a:schemeClr val="tx1"/>
            </a:solidFill>
          </a:endParaRPr>
        </a:p>
      </dsp:txBody>
      <dsp:txXfrm>
        <a:off x="1184194" y="2164430"/>
        <a:ext cx="6501840" cy="883218"/>
      </dsp:txXfrm>
    </dsp:sp>
    <dsp:sp modelId="{D1B66F5B-4D53-492D-9743-9A11E84815BD}">
      <dsp:nvSpPr>
        <dsp:cNvPr id="0" name=""/>
        <dsp:cNvSpPr/>
      </dsp:nvSpPr>
      <dsp:spPr>
        <a:xfrm>
          <a:off x="1735073" y="3205429"/>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Se utilizo:</a:t>
          </a:r>
        </a:p>
        <a:p>
          <a:pPr marL="0" lvl="0" indent="0" algn="l" defTabSz="844550">
            <a:lnSpc>
              <a:spcPct val="90000"/>
            </a:lnSpc>
            <a:spcBef>
              <a:spcPct val="0"/>
            </a:spcBef>
            <a:spcAft>
              <a:spcPct val="35000"/>
            </a:spcAft>
            <a:buNone/>
          </a:pPr>
          <a:r>
            <a:rPr lang="es-ES" sz="1900" kern="1200" dirty="0">
              <a:solidFill>
                <a:schemeClr val="tx1"/>
              </a:solidFill>
            </a:rPr>
            <a:t>Guantes, detergente, agua limpia, trapos y Escoba.</a:t>
          </a:r>
          <a:endParaRPr lang="en-US" sz="1900" kern="1200" dirty="0">
            <a:solidFill>
              <a:schemeClr val="tx1"/>
            </a:solidFill>
          </a:endParaRPr>
        </a:p>
      </dsp:txBody>
      <dsp:txXfrm>
        <a:off x="1762551" y="3232907"/>
        <a:ext cx="6501840" cy="883218"/>
      </dsp:txXfrm>
    </dsp:sp>
    <dsp:sp modelId="{498B0189-1D5E-41B5-BCD4-B5191EB685CF}">
      <dsp:nvSpPr>
        <dsp:cNvPr id="0" name=""/>
        <dsp:cNvSpPr/>
      </dsp:nvSpPr>
      <dsp:spPr>
        <a:xfrm>
          <a:off x="2313432" y="427390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BO" sz="1900" kern="1200" dirty="0">
              <a:solidFill>
                <a:schemeClr val="tx1"/>
              </a:solidFill>
            </a:rPr>
            <a:t>Finalmente se realizo una prueba de funcionamiento y se confirmo que el sistema de nivel de liquido esta operando correctamente.</a:t>
          </a:r>
          <a:endParaRPr lang="en-US" sz="1900" kern="1200" dirty="0">
            <a:solidFill>
              <a:schemeClr val="tx1"/>
            </a:solidFill>
          </a:endParaRPr>
        </a:p>
      </dsp:txBody>
      <dsp:txXfrm>
        <a:off x="2340910" y="4301383"/>
        <a:ext cx="6501840" cy="883218"/>
      </dsp:txXfrm>
    </dsp:sp>
    <dsp:sp modelId="{E6B5DF30-7638-4B5E-98E1-0E3FF1419B24}">
      <dsp:nvSpPr>
        <dsp:cNvPr id="0" name=""/>
        <dsp:cNvSpPr/>
      </dsp:nvSpPr>
      <dsp:spPr>
        <a:xfrm>
          <a:off x="7135154" y="685388"/>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272362" y="685388"/>
        <a:ext cx="335397" cy="458884"/>
      </dsp:txXfrm>
    </dsp:sp>
    <dsp:sp modelId="{08A01CBC-2114-4238-9CF1-00132CA1EEC6}">
      <dsp:nvSpPr>
        <dsp:cNvPr id="0" name=""/>
        <dsp:cNvSpPr/>
      </dsp:nvSpPr>
      <dsp:spPr>
        <a:xfrm>
          <a:off x="7713512" y="1753864"/>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850720" y="1753864"/>
        <a:ext cx="335397" cy="458884"/>
      </dsp:txXfrm>
    </dsp:sp>
    <dsp:sp modelId="{DF26EFB5-032F-4D55-9B0B-38F4247FE97C}">
      <dsp:nvSpPr>
        <dsp:cNvPr id="0" name=""/>
        <dsp:cNvSpPr/>
      </dsp:nvSpPr>
      <dsp:spPr>
        <a:xfrm>
          <a:off x="8291870" y="28067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429078" y="2806705"/>
        <a:ext cx="335397" cy="458884"/>
      </dsp:txXfrm>
    </dsp:sp>
    <dsp:sp modelId="{AB1EE32B-45DD-4541-BDC7-76A8FFD50982}">
      <dsp:nvSpPr>
        <dsp:cNvPr id="0" name=""/>
        <dsp:cNvSpPr/>
      </dsp:nvSpPr>
      <dsp:spPr>
        <a:xfrm>
          <a:off x="8870228" y="38856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BO" sz="2900" kern="1200"/>
        </a:p>
      </dsp:txBody>
      <dsp:txXfrm>
        <a:off x="9007436" y="3885605"/>
        <a:ext cx="335397" cy="458884"/>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832"/>
          <a:ext cx="2719425" cy="210666"/>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n-US" sz="500" kern="1200" dirty="0">
              <a:solidFill>
                <a:schemeClr val="tx1"/>
              </a:solidFill>
            </a:rPr>
            <a:t>LIMPIEZA DEL SISTEMA</a:t>
          </a:r>
        </a:p>
      </dsp:txBody>
      <dsp:txXfrm>
        <a:off x="6170" y="7002"/>
        <a:ext cx="2465558" cy="198326"/>
      </dsp:txXfrm>
    </dsp:sp>
    <dsp:sp modelId="{176C9AB9-268F-4542-8858-410F7980C292}">
      <dsp:nvSpPr>
        <dsp:cNvPr id="0" name=""/>
        <dsp:cNvSpPr/>
      </dsp:nvSpPr>
      <dsp:spPr>
        <a:xfrm>
          <a:off x="292434" y="237841"/>
          <a:ext cx="2719425" cy="212330"/>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s-ES" sz="500" kern="1200" dirty="0"/>
            <a:t>El día 20 de abril, se llevo a cabo la limpieza del sistema del sistema de nivel de liquido. Se verifico que el nivel de agua se encontró en optimas condiciones .</a:t>
          </a:r>
          <a:endParaRPr lang="en-US" sz="500" kern="1200" dirty="0">
            <a:solidFill>
              <a:schemeClr val="tx1"/>
            </a:solidFill>
          </a:endParaRPr>
        </a:p>
      </dsp:txBody>
      <dsp:txXfrm>
        <a:off x="298653" y="244060"/>
        <a:ext cx="2365898" cy="199892"/>
      </dsp:txXfrm>
    </dsp:sp>
    <dsp:sp modelId="{66379E1A-0F09-45D6-84BB-E01BD8286EAC}">
      <dsp:nvSpPr>
        <dsp:cNvPr id="0" name=""/>
        <dsp:cNvSpPr/>
      </dsp:nvSpPr>
      <dsp:spPr>
        <a:xfrm>
          <a:off x="406147" y="483642"/>
          <a:ext cx="2719425" cy="212330"/>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a:lnSpc>
              <a:spcPct val="90000"/>
            </a:lnSpc>
            <a:spcBef>
              <a:spcPct val="0"/>
            </a:spcBef>
            <a:spcAft>
              <a:spcPct val="35000"/>
            </a:spcAft>
            <a:buNone/>
          </a:pPr>
          <a:r>
            <a:rPr lang="es-ES" sz="500" kern="1200" dirty="0"/>
            <a:t>se procedió a retirar la suciedad acumulada (polvo y agua residual) para asegurar un buen funcionamiento. </a:t>
          </a:r>
          <a:endParaRPr lang="en-US" sz="500" kern="1200" dirty="0">
            <a:solidFill>
              <a:schemeClr val="tx1"/>
            </a:solidFill>
          </a:endParaRPr>
        </a:p>
      </dsp:txBody>
      <dsp:txXfrm>
        <a:off x="412366" y="489861"/>
        <a:ext cx="2365898" cy="199892"/>
      </dsp:txXfrm>
    </dsp:sp>
    <dsp:sp modelId="{D1B66F5B-4D53-492D-9743-9A11E84815BD}">
      <dsp:nvSpPr>
        <dsp:cNvPr id="0" name=""/>
        <dsp:cNvSpPr/>
      </dsp:nvSpPr>
      <dsp:spPr>
        <a:xfrm>
          <a:off x="609221" y="725463"/>
          <a:ext cx="2719425" cy="212330"/>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s-ES" sz="500" kern="1200" dirty="0"/>
            <a:t>Se utilizo:</a:t>
          </a:r>
        </a:p>
        <a:p>
          <a:pPr marL="0" lvl="0" indent="0" algn="l" defTabSz="222250">
            <a:lnSpc>
              <a:spcPct val="90000"/>
            </a:lnSpc>
            <a:spcBef>
              <a:spcPct val="0"/>
            </a:spcBef>
            <a:spcAft>
              <a:spcPct val="35000"/>
            </a:spcAft>
            <a:buNone/>
          </a:pPr>
          <a:r>
            <a:rPr lang="es-ES" sz="500" kern="1200" dirty="0"/>
            <a:t>Guantes, detergente, agua limpia, trapos y Escoba</a:t>
          </a:r>
          <a:endParaRPr lang="en-US" sz="500" kern="1200" dirty="0">
            <a:solidFill>
              <a:schemeClr val="tx1"/>
            </a:solidFill>
          </a:endParaRPr>
        </a:p>
      </dsp:txBody>
      <dsp:txXfrm>
        <a:off x="615440" y="731682"/>
        <a:ext cx="2365898" cy="199892"/>
      </dsp:txXfrm>
    </dsp:sp>
    <dsp:sp modelId="{498B0189-1D5E-41B5-BCD4-B5191EB685CF}">
      <dsp:nvSpPr>
        <dsp:cNvPr id="0" name=""/>
        <dsp:cNvSpPr/>
      </dsp:nvSpPr>
      <dsp:spPr>
        <a:xfrm>
          <a:off x="812295" y="967284"/>
          <a:ext cx="2719425" cy="212330"/>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s-BO" sz="500" kern="1200" dirty="0"/>
            <a:t>Finalmente se realizo una prueba de funcionamiento y se confirmo que el sistema de nivel de liquido esta operando correctamente.</a:t>
          </a:r>
          <a:endParaRPr lang="en-US" sz="500" kern="1200" dirty="0">
            <a:solidFill>
              <a:schemeClr val="tx1"/>
            </a:solidFill>
          </a:endParaRPr>
        </a:p>
      </dsp:txBody>
      <dsp:txXfrm>
        <a:off x="818514" y="973503"/>
        <a:ext cx="2365898" cy="199892"/>
      </dsp:txXfrm>
    </dsp:sp>
    <dsp:sp modelId="{E6B5DF30-7638-4B5E-98E1-0E3FF1419B24}">
      <dsp:nvSpPr>
        <dsp:cNvPr id="0" name=""/>
        <dsp:cNvSpPr/>
      </dsp:nvSpPr>
      <dsp:spPr>
        <a:xfrm>
          <a:off x="2581410" y="155119"/>
          <a:ext cx="138014" cy="138014"/>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endParaRPr lang="es-ES" sz="600" kern="1200">
            <a:solidFill>
              <a:schemeClr val="tx1"/>
            </a:solidFill>
          </a:endParaRPr>
        </a:p>
      </dsp:txBody>
      <dsp:txXfrm>
        <a:off x="2612463" y="155119"/>
        <a:ext cx="75908" cy="103856"/>
      </dsp:txXfrm>
    </dsp:sp>
    <dsp:sp modelId="{08A01CBC-2114-4238-9CF1-00132CA1EEC6}">
      <dsp:nvSpPr>
        <dsp:cNvPr id="0" name=""/>
        <dsp:cNvSpPr/>
      </dsp:nvSpPr>
      <dsp:spPr>
        <a:xfrm>
          <a:off x="2784484" y="396940"/>
          <a:ext cx="138014" cy="138014"/>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endParaRPr lang="es-ES" sz="600" kern="1200">
            <a:solidFill>
              <a:schemeClr val="tx1"/>
            </a:solidFill>
          </a:endParaRPr>
        </a:p>
      </dsp:txBody>
      <dsp:txXfrm>
        <a:off x="2815537" y="396940"/>
        <a:ext cx="75908" cy="103856"/>
      </dsp:txXfrm>
    </dsp:sp>
    <dsp:sp modelId="{DF26EFB5-032F-4D55-9B0B-38F4247FE97C}">
      <dsp:nvSpPr>
        <dsp:cNvPr id="0" name=""/>
        <dsp:cNvSpPr/>
      </dsp:nvSpPr>
      <dsp:spPr>
        <a:xfrm>
          <a:off x="2987558" y="635222"/>
          <a:ext cx="138014" cy="138014"/>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endParaRPr lang="es-ES" sz="600" kern="1200">
            <a:solidFill>
              <a:schemeClr val="tx1"/>
            </a:solidFill>
          </a:endParaRPr>
        </a:p>
      </dsp:txBody>
      <dsp:txXfrm>
        <a:off x="3018611" y="635222"/>
        <a:ext cx="75908" cy="103856"/>
      </dsp:txXfrm>
    </dsp:sp>
    <dsp:sp modelId="{AB1EE32B-45DD-4541-BDC7-76A8FFD50982}">
      <dsp:nvSpPr>
        <dsp:cNvPr id="0" name=""/>
        <dsp:cNvSpPr/>
      </dsp:nvSpPr>
      <dsp:spPr>
        <a:xfrm>
          <a:off x="3190632" y="879402"/>
          <a:ext cx="138014" cy="138014"/>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endParaRPr lang="es-BO" sz="600" kern="1200"/>
        </a:p>
      </dsp:txBody>
      <dsp:txXfrm>
        <a:off x="3221685" y="879402"/>
        <a:ext cx="75908" cy="103856"/>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3677"/>
          <a:ext cx="7744967" cy="930819"/>
        </a:xfrm>
        <a:prstGeom prst="roundRect">
          <a:avLst>
            <a:gd name="adj" fmla="val 10000"/>
          </a:avLst>
        </a:prstGeom>
        <a:solidFill>
          <a:schemeClr val="accent6">
            <a:lumMod val="20000"/>
            <a:lumOff val="80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solidFill>
                <a:schemeClr val="tx1"/>
              </a:solidFill>
            </a:rPr>
            <a:t>LIMPIEZA DEL SISTEMA</a:t>
          </a:r>
        </a:p>
      </dsp:txBody>
      <dsp:txXfrm>
        <a:off x="27263" y="30940"/>
        <a:ext cx="6623268" cy="876293"/>
      </dsp:txXfrm>
    </dsp:sp>
    <dsp:sp modelId="{176C9AB9-268F-4542-8858-410F7980C292}">
      <dsp:nvSpPr>
        <dsp:cNvPr id="0" name=""/>
        <dsp:cNvSpPr/>
      </dsp:nvSpPr>
      <dsp:spPr>
        <a:xfrm>
          <a:off x="832857" y="105089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El día 20 de abril, se llevo a cabo la limpieza del sistema del sistema de nivel de liquido. Se verifico que el nivel de agua se encontró en optimas condiciones .</a:t>
          </a:r>
          <a:endParaRPr lang="en-US" sz="1900" kern="1200" dirty="0">
            <a:solidFill>
              <a:schemeClr val="tx1"/>
            </a:solidFill>
          </a:endParaRPr>
        </a:p>
      </dsp:txBody>
      <dsp:txXfrm>
        <a:off x="860335" y="1078373"/>
        <a:ext cx="6501840" cy="883218"/>
      </dsp:txXfrm>
    </dsp:sp>
    <dsp:sp modelId="{66379E1A-0F09-45D6-84BB-E01BD8286EAC}">
      <dsp:nvSpPr>
        <dsp:cNvPr id="0" name=""/>
        <dsp:cNvSpPr/>
      </dsp:nvSpPr>
      <dsp:spPr>
        <a:xfrm>
          <a:off x="1156716" y="2136952"/>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ES" sz="1900" kern="1200" dirty="0">
              <a:solidFill>
                <a:schemeClr val="tx1"/>
              </a:solidFill>
            </a:rPr>
            <a:t>se procedió a retirar la suciedad acumulada (polvo y agua residual) para asegurar un buen funcionamiento. </a:t>
          </a:r>
          <a:endParaRPr lang="en-US" sz="1900" kern="1200" dirty="0">
            <a:solidFill>
              <a:schemeClr val="tx1"/>
            </a:solidFill>
          </a:endParaRPr>
        </a:p>
      </dsp:txBody>
      <dsp:txXfrm>
        <a:off x="1184194" y="2164430"/>
        <a:ext cx="6501840" cy="883218"/>
      </dsp:txXfrm>
    </dsp:sp>
    <dsp:sp modelId="{D1B66F5B-4D53-492D-9743-9A11E84815BD}">
      <dsp:nvSpPr>
        <dsp:cNvPr id="0" name=""/>
        <dsp:cNvSpPr/>
      </dsp:nvSpPr>
      <dsp:spPr>
        <a:xfrm>
          <a:off x="1735073" y="3205429"/>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Se utilizo:</a:t>
          </a:r>
        </a:p>
        <a:p>
          <a:pPr marL="0" lvl="0" indent="0" algn="l" defTabSz="844550">
            <a:lnSpc>
              <a:spcPct val="90000"/>
            </a:lnSpc>
            <a:spcBef>
              <a:spcPct val="0"/>
            </a:spcBef>
            <a:spcAft>
              <a:spcPct val="35000"/>
            </a:spcAft>
            <a:buNone/>
          </a:pPr>
          <a:r>
            <a:rPr lang="es-ES" sz="1900" kern="1200" dirty="0">
              <a:solidFill>
                <a:schemeClr val="tx1"/>
              </a:solidFill>
            </a:rPr>
            <a:t>Guantes, detergente, agua limpia, trapos y Escoba</a:t>
          </a:r>
          <a:endParaRPr lang="en-US" sz="1900" kern="1200" dirty="0">
            <a:solidFill>
              <a:schemeClr val="tx1"/>
            </a:solidFill>
          </a:endParaRPr>
        </a:p>
      </dsp:txBody>
      <dsp:txXfrm>
        <a:off x="1762551" y="3232907"/>
        <a:ext cx="6501840" cy="883218"/>
      </dsp:txXfrm>
    </dsp:sp>
    <dsp:sp modelId="{498B0189-1D5E-41B5-BCD4-B5191EB685CF}">
      <dsp:nvSpPr>
        <dsp:cNvPr id="0" name=""/>
        <dsp:cNvSpPr/>
      </dsp:nvSpPr>
      <dsp:spPr>
        <a:xfrm>
          <a:off x="2313432" y="427390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BO" sz="1900" kern="1200" dirty="0">
              <a:solidFill>
                <a:schemeClr val="tx1"/>
              </a:solidFill>
            </a:rPr>
            <a:t>Finalmente se realizo una prueba de funcionamiento y se confirmo que el sistema de nivel de liquido esta operando correctamente.</a:t>
          </a:r>
          <a:endParaRPr lang="en-US" sz="1900" kern="1200" dirty="0">
            <a:solidFill>
              <a:schemeClr val="tx1"/>
            </a:solidFill>
          </a:endParaRPr>
        </a:p>
      </dsp:txBody>
      <dsp:txXfrm>
        <a:off x="2340910" y="4301383"/>
        <a:ext cx="6501840" cy="883218"/>
      </dsp:txXfrm>
    </dsp:sp>
    <dsp:sp modelId="{E6B5DF30-7638-4B5E-98E1-0E3FF1419B24}">
      <dsp:nvSpPr>
        <dsp:cNvPr id="0" name=""/>
        <dsp:cNvSpPr/>
      </dsp:nvSpPr>
      <dsp:spPr>
        <a:xfrm>
          <a:off x="7135154" y="685388"/>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272362" y="685388"/>
        <a:ext cx="335397" cy="458884"/>
      </dsp:txXfrm>
    </dsp:sp>
    <dsp:sp modelId="{08A01CBC-2114-4238-9CF1-00132CA1EEC6}">
      <dsp:nvSpPr>
        <dsp:cNvPr id="0" name=""/>
        <dsp:cNvSpPr/>
      </dsp:nvSpPr>
      <dsp:spPr>
        <a:xfrm>
          <a:off x="7713512" y="1753864"/>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850720" y="1753864"/>
        <a:ext cx="335397" cy="458884"/>
      </dsp:txXfrm>
    </dsp:sp>
    <dsp:sp modelId="{DF26EFB5-032F-4D55-9B0B-38F4247FE97C}">
      <dsp:nvSpPr>
        <dsp:cNvPr id="0" name=""/>
        <dsp:cNvSpPr/>
      </dsp:nvSpPr>
      <dsp:spPr>
        <a:xfrm>
          <a:off x="8291870" y="28067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429078" y="2806705"/>
        <a:ext cx="335397" cy="458884"/>
      </dsp:txXfrm>
    </dsp:sp>
    <dsp:sp modelId="{AB1EE32B-45DD-4541-BDC7-76A8FFD50982}">
      <dsp:nvSpPr>
        <dsp:cNvPr id="0" name=""/>
        <dsp:cNvSpPr/>
      </dsp:nvSpPr>
      <dsp:spPr>
        <a:xfrm>
          <a:off x="8870228" y="38856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BO" sz="2900" kern="1200"/>
        </a:p>
      </dsp:txBody>
      <dsp:txXfrm>
        <a:off x="9007436" y="3885605"/>
        <a:ext cx="335397" cy="458884"/>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890"/>
          <a:ext cx="3590086" cy="225511"/>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n-US" sz="500" kern="1200" dirty="0">
              <a:solidFill>
                <a:schemeClr val="tx1"/>
              </a:solidFill>
            </a:rPr>
            <a:t>LIMPIEZA DEL SISTEMA</a:t>
          </a:r>
        </a:p>
      </dsp:txBody>
      <dsp:txXfrm>
        <a:off x="6605" y="7495"/>
        <a:ext cx="3318329" cy="212301"/>
      </dsp:txXfrm>
    </dsp:sp>
    <dsp:sp modelId="{176C9AB9-268F-4542-8858-410F7980C292}">
      <dsp:nvSpPr>
        <dsp:cNvPr id="0" name=""/>
        <dsp:cNvSpPr/>
      </dsp:nvSpPr>
      <dsp:spPr>
        <a:xfrm>
          <a:off x="386061" y="254602"/>
          <a:ext cx="3590086" cy="227293"/>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s-ES" sz="500" kern="1200" dirty="0"/>
            <a:t>El día 20 de abril, se llevo a cabo la limpieza del sistema del sistema de nivel de liquido. Se verifico que el nivel de agua se encontró en optimas condiciones .</a:t>
          </a:r>
          <a:endParaRPr lang="en-US" sz="500" kern="1200" dirty="0">
            <a:solidFill>
              <a:schemeClr val="tx1"/>
            </a:solidFill>
          </a:endParaRPr>
        </a:p>
      </dsp:txBody>
      <dsp:txXfrm>
        <a:off x="392718" y="261259"/>
        <a:ext cx="3160940" cy="213979"/>
      </dsp:txXfrm>
    </dsp:sp>
    <dsp:sp modelId="{66379E1A-0F09-45D6-84BB-E01BD8286EAC}">
      <dsp:nvSpPr>
        <dsp:cNvPr id="0" name=""/>
        <dsp:cNvSpPr/>
      </dsp:nvSpPr>
      <dsp:spPr>
        <a:xfrm>
          <a:off x="536181" y="517724"/>
          <a:ext cx="3590086" cy="227293"/>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a:lnSpc>
              <a:spcPct val="90000"/>
            </a:lnSpc>
            <a:spcBef>
              <a:spcPct val="0"/>
            </a:spcBef>
            <a:spcAft>
              <a:spcPct val="35000"/>
            </a:spcAft>
            <a:buNone/>
          </a:pPr>
          <a:r>
            <a:rPr lang="es-ES" sz="500" kern="1200" dirty="0"/>
            <a:t>se procedió a retirar la suciedad acumulada (polvo y agua residual) para asegurar un buen funcionamiento. </a:t>
          </a:r>
          <a:endParaRPr lang="en-US" sz="500" kern="1200" dirty="0">
            <a:solidFill>
              <a:schemeClr val="tx1"/>
            </a:solidFill>
          </a:endParaRPr>
        </a:p>
      </dsp:txBody>
      <dsp:txXfrm>
        <a:off x="542838" y="524381"/>
        <a:ext cx="3160940" cy="213979"/>
      </dsp:txXfrm>
    </dsp:sp>
    <dsp:sp modelId="{D1B66F5B-4D53-492D-9743-9A11E84815BD}">
      <dsp:nvSpPr>
        <dsp:cNvPr id="0" name=""/>
        <dsp:cNvSpPr/>
      </dsp:nvSpPr>
      <dsp:spPr>
        <a:xfrm>
          <a:off x="804272" y="776586"/>
          <a:ext cx="3590086" cy="227293"/>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s-ES" sz="500" kern="1200" dirty="0"/>
            <a:t>Se utilizo:</a:t>
          </a:r>
        </a:p>
        <a:p>
          <a:pPr marL="0" lvl="0" indent="0" algn="l" defTabSz="222250">
            <a:lnSpc>
              <a:spcPct val="90000"/>
            </a:lnSpc>
            <a:spcBef>
              <a:spcPct val="0"/>
            </a:spcBef>
            <a:spcAft>
              <a:spcPct val="35000"/>
            </a:spcAft>
            <a:buNone/>
          </a:pPr>
          <a:r>
            <a:rPr lang="es-ES" sz="500" kern="1200" dirty="0"/>
            <a:t>Guantes, detergente, agua limpia, trapos y Escoba</a:t>
          </a:r>
          <a:endParaRPr lang="en-US" sz="500" kern="1200" dirty="0">
            <a:solidFill>
              <a:schemeClr val="tx1"/>
            </a:solidFill>
          </a:endParaRPr>
        </a:p>
      </dsp:txBody>
      <dsp:txXfrm>
        <a:off x="810929" y="783243"/>
        <a:ext cx="3160940" cy="213979"/>
      </dsp:txXfrm>
    </dsp:sp>
    <dsp:sp modelId="{498B0189-1D5E-41B5-BCD4-B5191EB685CF}">
      <dsp:nvSpPr>
        <dsp:cNvPr id="0" name=""/>
        <dsp:cNvSpPr/>
      </dsp:nvSpPr>
      <dsp:spPr>
        <a:xfrm>
          <a:off x="1072363" y="1035449"/>
          <a:ext cx="3590086" cy="227293"/>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s-BO" sz="500" kern="1200" dirty="0"/>
            <a:t>Finalmente se realizo una prueba de funcionamiento y se confirmo que el sistema de nivel de liquido esta operando correctamente.</a:t>
          </a:r>
          <a:endParaRPr lang="en-US" sz="500" kern="1200" dirty="0">
            <a:solidFill>
              <a:schemeClr val="tx1"/>
            </a:solidFill>
          </a:endParaRPr>
        </a:p>
      </dsp:txBody>
      <dsp:txXfrm>
        <a:off x="1079020" y="1042106"/>
        <a:ext cx="3160940" cy="213979"/>
      </dsp:txXfrm>
    </dsp:sp>
    <dsp:sp modelId="{E6B5DF30-7638-4B5E-98E1-0E3FF1419B24}">
      <dsp:nvSpPr>
        <dsp:cNvPr id="0" name=""/>
        <dsp:cNvSpPr/>
      </dsp:nvSpPr>
      <dsp:spPr>
        <a:xfrm>
          <a:off x="3442345" y="166050"/>
          <a:ext cx="147740" cy="147740"/>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s-ES" sz="700" kern="1200">
            <a:solidFill>
              <a:schemeClr val="tx1"/>
            </a:solidFill>
          </a:endParaRPr>
        </a:p>
      </dsp:txBody>
      <dsp:txXfrm>
        <a:off x="3475587" y="166050"/>
        <a:ext cx="81257" cy="111174"/>
      </dsp:txXfrm>
    </dsp:sp>
    <dsp:sp modelId="{08A01CBC-2114-4238-9CF1-00132CA1EEC6}">
      <dsp:nvSpPr>
        <dsp:cNvPr id="0" name=""/>
        <dsp:cNvSpPr/>
      </dsp:nvSpPr>
      <dsp:spPr>
        <a:xfrm>
          <a:off x="3710436" y="424913"/>
          <a:ext cx="147740" cy="147740"/>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s-ES" sz="700" kern="1200">
            <a:solidFill>
              <a:schemeClr val="tx1"/>
            </a:solidFill>
          </a:endParaRPr>
        </a:p>
      </dsp:txBody>
      <dsp:txXfrm>
        <a:off x="3743678" y="424913"/>
        <a:ext cx="81257" cy="111174"/>
      </dsp:txXfrm>
    </dsp:sp>
    <dsp:sp modelId="{DF26EFB5-032F-4D55-9B0B-38F4247FE97C}">
      <dsp:nvSpPr>
        <dsp:cNvPr id="0" name=""/>
        <dsp:cNvSpPr/>
      </dsp:nvSpPr>
      <dsp:spPr>
        <a:xfrm>
          <a:off x="3978527" y="679987"/>
          <a:ext cx="147740" cy="147740"/>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s-ES" sz="700" kern="1200">
            <a:solidFill>
              <a:schemeClr val="tx1"/>
            </a:solidFill>
          </a:endParaRPr>
        </a:p>
      </dsp:txBody>
      <dsp:txXfrm>
        <a:off x="4011769" y="679987"/>
        <a:ext cx="81257" cy="111174"/>
      </dsp:txXfrm>
    </dsp:sp>
    <dsp:sp modelId="{AB1EE32B-45DD-4541-BDC7-76A8FFD50982}">
      <dsp:nvSpPr>
        <dsp:cNvPr id="0" name=""/>
        <dsp:cNvSpPr/>
      </dsp:nvSpPr>
      <dsp:spPr>
        <a:xfrm>
          <a:off x="4246618" y="941374"/>
          <a:ext cx="147740" cy="147740"/>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s-BO" sz="700" kern="1200"/>
        </a:p>
      </dsp:txBody>
      <dsp:txXfrm>
        <a:off x="4279860" y="941374"/>
        <a:ext cx="81257" cy="111174"/>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3677"/>
          <a:ext cx="7744967" cy="930819"/>
        </a:xfrm>
        <a:prstGeom prst="roundRect">
          <a:avLst>
            <a:gd name="adj" fmla="val 10000"/>
          </a:avLst>
        </a:prstGeom>
        <a:solidFill>
          <a:schemeClr val="accent3">
            <a:lumMod val="60000"/>
            <a:lumOff val="40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b="1" kern="1200" dirty="0">
              <a:solidFill>
                <a:schemeClr val="tx1"/>
              </a:solidFill>
            </a:rPr>
            <a:t>TUBOS PVC</a:t>
          </a:r>
        </a:p>
      </dsp:txBody>
      <dsp:txXfrm>
        <a:off x="27263" y="30940"/>
        <a:ext cx="6623268" cy="876293"/>
      </dsp:txXfrm>
    </dsp:sp>
    <dsp:sp modelId="{176C9AB9-268F-4542-8858-410F7980C292}">
      <dsp:nvSpPr>
        <dsp:cNvPr id="0" name=""/>
        <dsp:cNvSpPr/>
      </dsp:nvSpPr>
      <dsp:spPr>
        <a:xfrm>
          <a:off x="832857" y="105089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El día 24 de abril, se realizo el aumento en los tubos PVC del sistema de nivel de agua para corregir el caudal de liquido que caía desde la pared del tanque en lugar de caer desde arriba.</a:t>
          </a:r>
          <a:endParaRPr lang="en-US" sz="1900" kern="1200" dirty="0">
            <a:solidFill>
              <a:schemeClr val="tx1"/>
            </a:solidFill>
          </a:endParaRPr>
        </a:p>
      </dsp:txBody>
      <dsp:txXfrm>
        <a:off x="860335" y="1078373"/>
        <a:ext cx="6501840" cy="883218"/>
      </dsp:txXfrm>
    </dsp:sp>
    <dsp:sp modelId="{66379E1A-0F09-45D6-84BB-E01BD8286EAC}">
      <dsp:nvSpPr>
        <dsp:cNvPr id="0" name=""/>
        <dsp:cNvSpPr/>
      </dsp:nvSpPr>
      <dsp:spPr>
        <a:xfrm>
          <a:off x="1156716" y="2136952"/>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ES" sz="1900" kern="1200" dirty="0">
              <a:solidFill>
                <a:schemeClr val="tx1"/>
              </a:solidFill>
            </a:rPr>
            <a:t>Se verifico que la instalación original no permitía mantener una altura de liquido adecuada y esto afectaba el funcionamiento del sistema.</a:t>
          </a:r>
          <a:endParaRPr lang="en-US" sz="1900" kern="1200" dirty="0">
            <a:solidFill>
              <a:schemeClr val="tx1"/>
            </a:solidFill>
          </a:endParaRPr>
        </a:p>
      </dsp:txBody>
      <dsp:txXfrm>
        <a:off x="1184194" y="2164430"/>
        <a:ext cx="6501840" cy="883218"/>
      </dsp:txXfrm>
    </dsp:sp>
    <dsp:sp modelId="{D1B66F5B-4D53-492D-9743-9A11E84815BD}">
      <dsp:nvSpPr>
        <dsp:cNvPr id="0" name=""/>
        <dsp:cNvSpPr/>
      </dsp:nvSpPr>
      <dsp:spPr>
        <a:xfrm>
          <a:off x="1735073" y="3205429"/>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Se procedió a desmontar los tubos PVC existentes y a instalar nuevos tubos con una mayor inclinación, permitiendo que el caudal de agua caiga desde arriba de manera adecuada. </a:t>
          </a:r>
          <a:endParaRPr lang="en-US" sz="1900" kern="1200" dirty="0">
            <a:solidFill>
              <a:schemeClr val="tx1"/>
            </a:solidFill>
          </a:endParaRPr>
        </a:p>
      </dsp:txBody>
      <dsp:txXfrm>
        <a:off x="1762551" y="3232907"/>
        <a:ext cx="6501840" cy="883218"/>
      </dsp:txXfrm>
    </dsp:sp>
    <dsp:sp modelId="{498B0189-1D5E-41B5-BCD4-B5191EB685CF}">
      <dsp:nvSpPr>
        <dsp:cNvPr id="0" name=""/>
        <dsp:cNvSpPr/>
      </dsp:nvSpPr>
      <dsp:spPr>
        <a:xfrm>
          <a:off x="2271841" y="427390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Una vez finalizada la instalación, se realizo una prueba de funcionamiento  y se confirmo que el sistema de nivel de liquido esta operando correctamente. </a:t>
          </a:r>
          <a:endParaRPr lang="en-US" sz="1900" kern="1200" dirty="0">
            <a:solidFill>
              <a:schemeClr val="tx1"/>
            </a:solidFill>
          </a:endParaRPr>
        </a:p>
      </dsp:txBody>
      <dsp:txXfrm>
        <a:off x="2299319" y="4301383"/>
        <a:ext cx="6501840" cy="883218"/>
      </dsp:txXfrm>
    </dsp:sp>
    <dsp:sp modelId="{E6B5DF30-7638-4B5E-98E1-0E3FF1419B24}">
      <dsp:nvSpPr>
        <dsp:cNvPr id="0" name=""/>
        <dsp:cNvSpPr/>
      </dsp:nvSpPr>
      <dsp:spPr>
        <a:xfrm>
          <a:off x="7135154" y="685388"/>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dirty="0">
            <a:solidFill>
              <a:schemeClr val="tx1"/>
            </a:solidFill>
          </a:endParaRPr>
        </a:p>
      </dsp:txBody>
      <dsp:txXfrm>
        <a:off x="7272362" y="685388"/>
        <a:ext cx="335397" cy="458884"/>
      </dsp:txXfrm>
    </dsp:sp>
    <dsp:sp modelId="{08A01CBC-2114-4238-9CF1-00132CA1EEC6}">
      <dsp:nvSpPr>
        <dsp:cNvPr id="0" name=""/>
        <dsp:cNvSpPr/>
      </dsp:nvSpPr>
      <dsp:spPr>
        <a:xfrm>
          <a:off x="7713512" y="1753864"/>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850720" y="1753864"/>
        <a:ext cx="335397" cy="458884"/>
      </dsp:txXfrm>
    </dsp:sp>
    <dsp:sp modelId="{DF26EFB5-032F-4D55-9B0B-38F4247FE97C}">
      <dsp:nvSpPr>
        <dsp:cNvPr id="0" name=""/>
        <dsp:cNvSpPr/>
      </dsp:nvSpPr>
      <dsp:spPr>
        <a:xfrm>
          <a:off x="8291870" y="28067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429078" y="2806705"/>
        <a:ext cx="335397" cy="458884"/>
      </dsp:txXfrm>
    </dsp:sp>
    <dsp:sp modelId="{AB1EE32B-45DD-4541-BDC7-76A8FFD50982}">
      <dsp:nvSpPr>
        <dsp:cNvPr id="0" name=""/>
        <dsp:cNvSpPr/>
      </dsp:nvSpPr>
      <dsp:spPr>
        <a:xfrm>
          <a:off x="8870228" y="38856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BO" sz="2900" kern="1200"/>
        </a:p>
      </dsp:txBody>
      <dsp:txXfrm>
        <a:off x="9007436" y="3885605"/>
        <a:ext cx="335397" cy="458884"/>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104465"/>
          <a:ext cx="7744967" cy="930819"/>
        </a:xfrm>
        <a:prstGeom prst="roundRect">
          <a:avLst>
            <a:gd name="adj" fmla="val 10000"/>
          </a:avLst>
        </a:prstGeom>
        <a:solidFill>
          <a:schemeClr val="accent3">
            <a:lumMod val="60000"/>
            <a:lumOff val="40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b="1" kern="1200" dirty="0">
              <a:solidFill>
                <a:schemeClr val="tx1"/>
              </a:solidFill>
            </a:rPr>
            <a:t>TUBOS PVC</a:t>
          </a:r>
        </a:p>
      </dsp:txBody>
      <dsp:txXfrm>
        <a:off x="27263" y="131728"/>
        <a:ext cx="6623268" cy="876293"/>
      </dsp:txXfrm>
    </dsp:sp>
    <dsp:sp modelId="{176C9AB9-268F-4542-8858-410F7980C292}">
      <dsp:nvSpPr>
        <dsp:cNvPr id="0" name=""/>
        <dsp:cNvSpPr/>
      </dsp:nvSpPr>
      <dsp:spPr>
        <a:xfrm>
          <a:off x="832857" y="105089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El día 24 de abril, se realizo el aumento en los tubos PVC del sistema de nivel de agua para corregir el caudal de liquido que caía desde la pared del tanque en lugar de caer desde arriba.</a:t>
          </a:r>
          <a:endParaRPr lang="en-US" sz="1900" kern="1200" dirty="0">
            <a:solidFill>
              <a:schemeClr val="tx1"/>
            </a:solidFill>
          </a:endParaRPr>
        </a:p>
      </dsp:txBody>
      <dsp:txXfrm>
        <a:off x="860335" y="1078373"/>
        <a:ext cx="6501840" cy="883218"/>
      </dsp:txXfrm>
    </dsp:sp>
    <dsp:sp modelId="{66379E1A-0F09-45D6-84BB-E01BD8286EAC}">
      <dsp:nvSpPr>
        <dsp:cNvPr id="0" name=""/>
        <dsp:cNvSpPr/>
      </dsp:nvSpPr>
      <dsp:spPr>
        <a:xfrm>
          <a:off x="1156716" y="2136952"/>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ES" sz="1900" kern="1200" dirty="0">
              <a:solidFill>
                <a:schemeClr val="tx1"/>
              </a:solidFill>
            </a:rPr>
            <a:t>Se verifico que la instalación original no permitía mantener una altura de liquido adecuada y esto afectaba el funcionamiento del sistema.</a:t>
          </a:r>
          <a:endParaRPr lang="en-US" sz="1900" kern="1200" dirty="0">
            <a:solidFill>
              <a:schemeClr val="tx1"/>
            </a:solidFill>
          </a:endParaRPr>
        </a:p>
      </dsp:txBody>
      <dsp:txXfrm>
        <a:off x="1184194" y="2164430"/>
        <a:ext cx="6501840" cy="883218"/>
      </dsp:txXfrm>
    </dsp:sp>
    <dsp:sp modelId="{D1B66F5B-4D53-492D-9743-9A11E84815BD}">
      <dsp:nvSpPr>
        <dsp:cNvPr id="0" name=""/>
        <dsp:cNvSpPr/>
      </dsp:nvSpPr>
      <dsp:spPr>
        <a:xfrm>
          <a:off x="1735073" y="3205429"/>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Se procedió a desmontar los tubos PVC existentes y a instalar nuevos tubos con una mayor inclinación, permitiendo que el caudal de agua caiga desde arriba de manera adecuada. </a:t>
          </a:r>
          <a:endParaRPr lang="en-US" sz="1900" kern="1200" dirty="0">
            <a:solidFill>
              <a:schemeClr val="tx1"/>
            </a:solidFill>
          </a:endParaRPr>
        </a:p>
      </dsp:txBody>
      <dsp:txXfrm>
        <a:off x="1762551" y="3232907"/>
        <a:ext cx="6501840" cy="883218"/>
      </dsp:txXfrm>
    </dsp:sp>
    <dsp:sp modelId="{498B0189-1D5E-41B5-BCD4-B5191EB685CF}">
      <dsp:nvSpPr>
        <dsp:cNvPr id="0" name=""/>
        <dsp:cNvSpPr/>
      </dsp:nvSpPr>
      <dsp:spPr>
        <a:xfrm>
          <a:off x="1952593" y="4021658"/>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Una vez finalizada la instalación, se realizo una prueba de funcionamiento  y se confirmo que el sistema de nivel de liquido esta operando correctamente. </a:t>
          </a:r>
          <a:endParaRPr lang="en-US" sz="1900" kern="1200" dirty="0">
            <a:solidFill>
              <a:schemeClr val="tx1"/>
            </a:solidFill>
          </a:endParaRPr>
        </a:p>
      </dsp:txBody>
      <dsp:txXfrm>
        <a:off x="1980071" y="4049136"/>
        <a:ext cx="6501840" cy="883218"/>
      </dsp:txXfrm>
    </dsp:sp>
    <dsp:sp modelId="{E6B5DF30-7638-4B5E-98E1-0E3FF1419B24}">
      <dsp:nvSpPr>
        <dsp:cNvPr id="0" name=""/>
        <dsp:cNvSpPr/>
      </dsp:nvSpPr>
      <dsp:spPr>
        <a:xfrm>
          <a:off x="7135154" y="685388"/>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dirty="0">
            <a:solidFill>
              <a:schemeClr val="tx1"/>
            </a:solidFill>
          </a:endParaRPr>
        </a:p>
      </dsp:txBody>
      <dsp:txXfrm>
        <a:off x="7272362" y="685388"/>
        <a:ext cx="335397" cy="458884"/>
      </dsp:txXfrm>
    </dsp:sp>
    <dsp:sp modelId="{08A01CBC-2114-4238-9CF1-00132CA1EEC6}">
      <dsp:nvSpPr>
        <dsp:cNvPr id="0" name=""/>
        <dsp:cNvSpPr/>
      </dsp:nvSpPr>
      <dsp:spPr>
        <a:xfrm>
          <a:off x="7713512" y="1753864"/>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850720" y="1753864"/>
        <a:ext cx="335397" cy="458884"/>
      </dsp:txXfrm>
    </dsp:sp>
    <dsp:sp modelId="{DF26EFB5-032F-4D55-9B0B-38F4247FE97C}">
      <dsp:nvSpPr>
        <dsp:cNvPr id="0" name=""/>
        <dsp:cNvSpPr/>
      </dsp:nvSpPr>
      <dsp:spPr>
        <a:xfrm>
          <a:off x="8291870" y="28067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429078" y="2806705"/>
        <a:ext cx="335397" cy="458884"/>
      </dsp:txXfrm>
    </dsp:sp>
    <dsp:sp modelId="{AB1EE32B-45DD-4541-BDC7-76A8FFD50982}">
      <dsp:nvSpPr>
        <dsp:cNvPr id="0" name=""/>
        <dsp:cNvSpPr/>
      </dsp:nvSpPr>
      <dsp:spPr>
        <a:xfrm>
          <a:off x="8870228" y="38856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BO" sz="2900" kern="1200"/>
        </a:p>
      </dsp:txBody>
      <dsp:txXfrm>
        <a:off x="9007436" y="3885605"/>
        <a:ext cx="335397" cy="458884"/>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3677"/>
          <a:ext cx="7744967" cy="930819"/>
        </a:xfrm>
        <a:prstGeom prst="roundRect">
          <a:avLst>
            <a:gd name="adj" fmla="val 10000"/>
          </a:avLst>
        </a:prstGeom>
        <a:solidFill>
          <a:schemeClr val="accent3">
            <a:lumMod val="60000"/>
            <a:lumOff val="40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b="1" kern="1200" dirty="0">
              <a:solidFill>
                <a:schemeClr val="tx1"/>
              </a:solidFill>
            </a:rPr>
            <a:t>TUBOS PVC</a:t>
          </a:r>
        </a:p>
      </dsp:txBody>
      <dsp:txXfrm>
        <a:off x="27263" y="30940"/>
        <a:ext cx="6623268" cy="876293"/>
      </dsp:txXfrm>
    </dsp:sp>
    <dsp:sp modelId="{176C9AB9-268F-4542-8858-410F7980C292}">
      <dsp:nvSpPr>
        <dsp:cNvPr id="0" name=""/>
        <dsp:cNvSpPr/>
      </dsp:nvSpPr>
      <dsp:spPr>
        <a:xfrm>
          <a:off x="832857" y="105089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El día 24 de abril, se realizo el aumento en los tubos PVC del sistema de nivel de agua para corregir el caudal de liquido que caía desde la pared del tanque en lugar de caer desde arriba.</a:t>
          </a:r>
          <a:endParaRPr lang="en-US" sz="1900" kern="1200" dirty="0">
            <a:solidFill>
              <a:schemeClr val="tx1"/>
            </a:solidFill>
          </a:endParaRPr>
        </a:p>
      </dsp:txBody>
      <dsp:txXfrm>
        <a:off x="860335" y="1078373"/>
        <a:ext cx="6501840" cy="883218"/>
      </dsp:txXfrm>
    </dsp:sp>
    <dsp:sp modelId="{66379E1A-0F09-45D6-84BB-E01BD8286EAC}">
      <dsp:nvSpPr>
        <dsp:cNvPr id="0" name=""/>
        <dsp:cNvSpPr/>
      </dsp:nvSpPr>
      <dsp:spPr>
        <a:xfrm>
          <a:off x="1156716" y="2136952"/>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ES" sz="1900" kern="1200" dirty="0">
              <a:solidFill>
                <a:schemeClr val="tx1"/>
              </a:solidFill>
            </a:rPr>
            <a:t>Se verifico que la instalación original no permitía mantener una altura de liquido adecuada y esto afectaba el funcionamiento del sistema.</a:t>
          </a:r>
          <a:endParaRPr lang="en-US" sz="1900" kern="1200" dirty="0">
            <a:solidFill>
              <a:schemeClr val="tx1"/>
            </a:solidFill>
          </a:endParaRPr>
        </a:p>
      </dsp:txBody>
      <dsp:txXfrm>
        <a:off x="1184194" y="2164430"/>
        <a:ext cx="6501840" cy="883218"/>
      </dsp:txXfrm>
    </dsp:sp>
    <dsp:sp modelId="{D1B66F5B-4D53-492D-9743-9A11E84815BD}">
      <dsp:nvSpPr>
        <dsp:cNvPr id="0" name=""/>
        <dsp:cNvSpPr/>
      </dsp:nvSpPr>
      <dsp:spPr>
        <a:xfrm>
          <a:off x="1735073" y="3205429"/>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Se procedió a desmontar los tubos PVC existentes y a instalar nuevos tubos con una mayor inclinación, permitiendo que el caudal de agua caiga desde arriba de manera adecuada. </a:t>
          </a:r>
          <a:endParaRPr lang="en-US" sz="1900" kern="1200" dirty="0">
            <a:solidFill>
              <a:schemeClr val="tx1"/>
            </a:solidFill>
          </a:endParaRPr>
        </a:p>
      </dsp:txBody>
      <dsp:txXfrm>
        <a:off x="1762551" y="3232907"/>
        <a:ext cx="6501840" cy="883218"/>
      </dsp:txXfrm>
    </dsp:sp>
    <dsp:sp modelId="{498B0189-1D5E-41B5-BCD4-B5191EB685CF}">
      <dsp:nvSpPr>
        <dsp:cNvPr id="0" name=""/>
        <dsp:cNvSpPr/>
      </dsp:nvSpPr>
      <dsp:spPr>
        <a:xfrm>
          <a:off x="2271841" y="427390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Una vez finalizada la instalación, se realizo una prueba de funcionamiento  y se confirmo que el sistema de nivel de liquido esta operando correctamente. </a:t>
          </a:r>
          <a:endParaRPr lang="en-US" sz="1900" kern="1200" dirty="0">
            <a:solidFill>
              <a:schemeClr val="tx1"/>
            </a:solidFill>
          </a:endParaRPr>
        </a:p>
      </dsp:txBody>
      <dsp:txXfrm>
        <a:off x="2299319" y="4301383"/>
        <a:ext cx="6501840" cy="883218"/>
      </dsp:txXfrm>
    </dsp:sp>
    <dsp:sp modelId="{E6B5DF30-7638-4B5E-98E1-0E3FF1419B24}">
      <dsp:nvSpPr>
        <dsp:cNvPr id="0" name=""/>
        <dsp:cNvSpPr/>
      </dsp:nvSpPr>
      <dsp:spPr>
        <a:xfrm>
          <a:off x="7135154" y="685388"/>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dirty="0">
            <a:solidFill>
              <a:schemeClr val="tx1"/>
            </a:solidFill>
          </a:endParaRPr>
        </a:p>
      </dsp:txBody>
      <dsp:txXfrm>
        <a:off x="7272362" y="685388"/>
        <a:ext cx="335397" cy="458884"/>
      </dsp:txXfrm>
    </dsp:sp>
    <dsp:sp modelId="{08A01CBC-2114-4238-9CF1-00132CA1EEC6}">
      <dsp:nvSpPr>
        <dsp:cNvPr id="0" name=""/>
        <dsp:cNvSpPr/>
      </dsp:nvSpPr>
      <dsp:spPr>
        <a:xfrm>
          <a:off x="7713512" y="1753864"/>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850720" y="1753864"/>
        <a:ext cx="335397" cy="458884"/>
      </dsp:txXfrm>
    </dsp:sp>
    <dsp:sp modelId="{DF26EFB5-032F-4D55-9B0B-38F4247FE97C}">
      <dsp:nvSpPr>
        <dsp:cNvPr id="0" name=""/>
        <dsp:cNvSpPr/>
      </dsp:nvSpPr>
      <dsp:spPr>
        <a:xfrm>
          <a:off x="8291870" y="28067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429078" y="2806705"/>
        <a:ext cx="335397" cy="458884"/>
      </dsp:txXfrm>
    </dsp:sp>
    <dsp:sp modelId="{AB1EE32B-45DD-4541-BDC7-76A8FFD50982}">
      <dsp:nvSpPr>
        <dsp:cNvPr id="0" name=""/>
        <dsp:cNvSpPr/>
      </dsp:nvSpPr>
      <dsp:spPr>
        <a:xfrm>
          <a:off x="8870228" y="38856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BO" sz="2900" kern="1200"/>
        </a:p>
      </dsp:txBody>
      <dsp:txXfrm>
        <a:off x="9007436" y="3885605"/>
        <a:ext cx="335397" cy="458884"/>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1336"/>
          <a:ext cx="2944596" cy="338267"/>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l" defTabSz="266700" rtl="0">
            <a:lnSpc>
              <a:spcPct val="90000"/>
            </a:lnSpc>
            <a:spcBef>
              <a:spcPct val="0"/>
            </a:spcBef>
            <a:spcAft>
              <a:spcPct val="35000"/>
            </a:spcAft>
            <a:buNone/>
          </a:pPr>
          <a:r>
            <a:rPr lang="en-US" sz="600" kern="1200" dirty="0">
              <a:solidFill>
                <a:schemeClr val="tx1"/>
              </a:solidFill>
            </a:rPr>
            <a:t>TUBOS PVC</a:t>
          </a:r>
        </a:p>
      </dsp:txBody>
      <dsp:txXfrm>
        <a:off x="9908" y="11244"/>
        <a:ext cx="2536960" cy="318451"/>
      </dsp:txXfrm>
    </dsp:sp>
    <dsp:sp modelId="{176C9AB9-268F-4542-8858-410F7980C292}">
      <dsp:nvSpPr>
        <dsp:cNvPr id="0" name=""/>
        <dsp:cNvSpPr/>
      </dsp:nvSpPr>
      <dsp:spPr>
        <a:xfrm>
          <a:off x="316648" y="381904"/>
          <a:ext cx="2944596" cy="340940"/>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l" defTabSz="266700" rtl="0">
            <a:lnSpc>
              <a:spcPct val="90000"/>
            </a:lnSpc>
            <a:spcBef>
              <a:spcPct val="0"/>
            </a:spcBef>
            <a:spcAft>
              <a:spcPct val="35000"/>
            </a:spcAft>
            <a:buNone/>
          </a:pPr>
          <a:r>
            <a:rPr lang="es-ES" sz="600" kern="1200" dirty="0"/>
            <a:t>El día 24 de abril, se realizo el aumento en los tubos PVC del sistema de nivel de agua para corregir el caudal de liquido que caía desde la pared del tanque en lugar de caer desde arriba.</a:t>
          </a:r>
          <a:endParaRPr lang="en-US" sz="600" kern="1200" dirty="0">
            <a:solidFill>
              <a:schemeClr val="tx1"/>
            </a:solidFill>
          </a:endParaRPr>
        </a:p>
      </dsp:txBody>
      <dsp:txXfrm>
        <a:off x="326634" y="391890"/>
        <a:ext cx="2483124" cy="320968"/>
      </dsp:txXfrm>
    </dsp:sp>
    <dsp:sp modelId="{66379E1A-0F09-45D6-84BB-E01BD8286EAC}">
      <dsp:nvSpPr>
        <dsp:cNvPr id="0" name=""/>
        <dsp:cNvSpPr/>
      </dsp:nvSpPr>
      <dsp:spPr>
        <a:xfrm>
          <a:off x="439777" y="776586"/>
          <a:ext cx="2944596" cy="340940"/>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l" defTabSz="266700">
            <a:lnSpc>
              <a:spcPct val="90000"/>
            </a:lnSpc>
            <a:spcBef>
              <a:spcPct val="0"/>
            </a:spcBef>
            <a:spcAft>
              <a:spcPct val="35000"/>
            </a:spcAft>
            <a:buNone/>
          </a:pPr>
          <a:r>
            <a:rPr lang="es-ES" sz="600" kern="1200" dirty="0"/>
            <a:t>Se verifico que la instalación original no permitía mantener una altura de liquido adecuada y esto afectaba el funcionamiento del sistema .</a:t>
          </a:r>
          <a:endParaRPr lang="en-US" sz="600" kern="1200" dirty="0">
            <a:solidFill>
              <a:schemeClr val="tx1"/>
            </a:solidFill>
          </a:endParaRPr>
        </a:p>
      </dsp:txBody>
      <dsp:txXfrm>
        <a:off x="449763" y="786572"/>
        <a:ext cx="2483124" cy="320968"/>
      </dsp:txXfrm>
    </dsp:sp>
    <dsp:sp modelId="{D1B66F5B-4D53-492D-9743-9A11E84815BD}">
      <dsp:nvSpPr>
        <dsp:cNvPr id="0" name=""/>
        <dsp:cNvSpPr/>
      </dsp:nvSpPr>
      <dsp:spPr>
        <a:xfrm>
          <a:off x="659666" y="1164880"/>
          <a:ext cx="2944596" cy="340940"/>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l" defTabSz="266700" rtl="0">
            <a:lnSpc>
              <a:spcPct val="90000"/>
            </a:lnSpc>
            <a:spcBef>
              <a:spcPct val="0"/>
            </a:spcBef>
            <a:spcAft>
              <a:spcPct val="35000"/>
            </a:spcAft>
            <a:buNone/>
          </a:pPr>
          <a:r>
            <a:rPr lang="es-ES" sz="600" kern="1200" dirty="0"/>
            <a:t>Se procedió a desmontar los tubos PVC existentes y a instalar nuevos tubos con una mayor inclinación, permitiendo que el caudal de agua caiga desde arriba de manera adecuada. </a:t>
          </a:r>
          <a:endParaRPr lang="en-US" sz="600" kern="1200" dirty="0">
            <a:solidFill>
              <a:schemeClr val="tx1"/>
            </a:solidFill>
          </a:endParaRPr>
        </a:p>
      </dsp:txBody>
      <dsp:txXfrm>
        <a:off x="669652" y="1174866"/>
        <a:ext cx="2483124" cy="320968"/>
      </dsp:txXfrm>
    </dsp:sp>
    <dsp:sp modelId="{498B0189-1D5E-41B5-BCD4-B5191EB685CF}">
      <dsp:nvSpPr>
        <dsp:cNvPr id="0" name=""/>
        <dsp:cNvSpPr/>
      </dsp:nvSpPr>
      <dsp:spPr>
        <a:xfrm>
          <a:off x="863742" y="1553173"/>
          <a:ext cx="2944596" cy="340940"/>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l" defTabSz="266700" rtl="0">
            <a:lnSpc>
              <a:spcPct val="90000"/>
            </a:lnSpc>
            <a:spcBef>
              <a:spcPct val="0"/>
            </a:spcBef>
            <a:spcAft>
              <a:spcPct val="35000"/>
            </a:spcAft>
            <a:buNone/>
          </a:pPr>
          <a:r>
            <a:rPr lang="es-ES" sz="600" kern="1200" dirty="0"/>
            <a:t>Una vez finalizada la instalación, se realizo una prueba de funcionamiento  y se confirmo que el sistema de nivel de liquido esta operando correctamente. </a:t>
          </a:r>
          <a:endParaRPr lang="en-US" sz="600" kern="1200" dirty="0">
            <a:solidFill>
              <a:schemeClr val="tx1"/>
            </a:solidFill>
          </a:endParaRPr>
        </a:p>
      </dsp:txBody>
      <dsp:txXfrm>
        <a:off x="873728" y="1563159"/>
        <a:ext cx="2483124" cy="320968"/>
      </dsp:txXfrm>
    </dsp:sp>
    <dsp:sp modelId="{E6B5DF30-7638-4B5E-98E1-0E3FF1419B24}">
      <dsp:nvSpPr>
        <dsp:cNvPr id="0" name=""/>
        <dsp:cNvSpPr/>
      </dsp:nvSpPr>
      <dsp:spPr>
        <a:xfrm>
          <a:off x="2722984" y="249075"/>
          <a:ext cx="221611" cy="221611"/>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endParaRPr lang="es-ES" sz="1000" kern="1200">
            <a:solidFill>
              <a:schemeClr val="tx1"/>
            </a:solidFill>
          </a:endParaRPr>
        </a:p>
      </dsp:txBody>
      <dsp:txXfrm>
        <a:off x="2772846" y="249075"/>
        <a:ext cx="121887" cy="166762"/>
      </dsp:txXfrm>
    </dsp:sp>
    <dsp:sp modelId="{08A01CBC-2114-4238-9CF1-00132CA1EEC6}">
      <dsp:nvSpPr>
        <dsp:cNvPr id="0" name=""/>
        <dsp:cNvSpPr/>
      </dsp:nvSpPr>
      <dsp:spPr>
        <a:xfrm>
          <a:off x="2942873" y="637369"/>
          <a:ext cx="221611" cy="221611"/>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endParaRPr lang="es-ES" sz="1000" kern="1200">
            <a:solidFill>
              <a:schemeClr val="tx1"/>
            </a:solidFill>
          </a:endParaRPr>
        </a:p>
      </dsp:txBody>
      <dsp:txXfrm>
        <a:off x="2992735" y="637369"/>
        <a:ext cx="121887" cy="166762"/>
      </dsp:txXfrm>
    </dsp:sp>
    <dsp:sp modelId="{DF26EFB5-032F-4D55-9B0B-38F4247FE97C}">
      <dsp:nvSpPr>
        <dsp:cNvPr id="0" name=""/>
        <dsp:cNvSpPr/>
      </dsp:nvSpPr>
      <dsp:spPr>
        <a:xfrm>
          <a:off x="3162762" y="1019980"/>
          <a:ext cx="221611" cy="221611"/>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endParaRPr lang="es-ES" sz="1000" kern="1200">
            <a:solidFill>
              <a:schemeClr val="tx1"/>
            </a:solidFill>
          </a:endParaRPr>
        </a:p>
      </dsp:txBody>
      <dsp:txXfrm>
        <a:off x="3212624" y="1019980"/>
        <a:ext cx="121887" cy="166762"/>
      </dsp:txXfrm>
    </dsp:sp>
    <dsp:sp modelId="{AB1EE32B-45DD-4541-BDC7-76A8FFD50982}">
      <dsp:nvSpPr>
        <dsp:cNvPr id="0" name=""/>
        <dsp:cNvSpPr/>
      </dsp:nvSpPr>
      <dsp:spPr>
        <a:xfrm>
          <a:off x="3382650" y="1412061"/>
          <a:ext cx="221611" cy="221611"/>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endParaRPr lang="es-BO" sz="1000" kern="1200"/>
        </a:p>
      </dsp:txBody>
      <dsp:txXfrm>
        <a:off x="3432512" y="1412061"/>
        <a:ext cx="121887" cy="166762"/>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3677"/>
          <a:ext cx="7744967" cy="930819"/>
        </a:xfrm>
        <a:prstGeom prst="roundRect">
          <a:avLst>
            <a:gd name="adj" fmla="val 10000"/>
          </a:avLst>
        </a:prstGeom>
        <a:solidFill>
          <a:schemeClr val="accent3">
            <a:lumMod val="60000"/>
            <a:lumOff val="40000"/>
          </a:schemeClr>
        </a:soli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b="1" kern="1200" dirty="0">
              <a:solidFill>
                <a:schemeClr val="tx1"/>
              </a:solidFill>
            </a:rPr>
            <a:t>TUBOS PVC</a:t>
          </a:r>
        </a:p>
      </dsp:txBody>
      <dsp:txXfrm>
        <a:off x="27263" y="30940"/>
        <a:ext cx="6623268" cy="876293"/>
      </dsp:txXfrm>
    </dsp:sp>
    <dsp:sp modelId="{176C9AB9-268F-4542-8858-410F7980C292}">
      <dsp:nvSpPr>
        <dsp:cNvPr id="0" name=""/>
        <dsp:cNvSpPr/>
      </dsp:nvSpPr>
      <dsp:spPr>
        <a:xfrm>
          <a:off x="832857" y="105089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El día 24 de abril, se realizo el aumento en los tubos PVC del sistema de nivel de agua para corregir el caudal de liquido que caía desde la pared del tanque en lugar de caer desde arriba.</a:t>
          </a:r>
          <a:endParaRPr lang="en-US" sz="1900" kern="1200" dirty="0">
            <a:solidFill>
              <a:schemeClr val="tx1"/>
            </a:solidFill>
          </a:endParaRPr>
        </a:p>
      </dsp:txBody>
      <dsp:txXfrm>
        <a:off x="860335" y="1078373"/>
        <a:ext cx="6501840" cy="883218"/>
      </dsp:txXfrm>
    </dsp:sp>
    <dsp:sp modelId="{66379E1A-0F09-45D6-84BB-E01BD8286EAC}">
      <dsp:nvSpPr>
        <dsp:cNvPr id="0" name=""/>
        <dsp:cNvSpPr/>
      </dsp:nvSpPr>
      <dsp:spPr>
        <a:xfrm>
          <a:off x="1156716" y="2136952"/>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s-ES" sz="1900" kern="1200" dirty="0">
              <a:solidFill>
                <a:schemeClr val="tx1"/>
              </a:solidFill>
            </a:rPr>
            <a:t>Se verifico que la instalación original no permitía mantener una altura de liquido adecuada y esto afectaba el funcionamiento del sistema.</a:t>
          </a:r>
          <a:endParaRPr lang="en-US" sz="1900" kern="1200" dirty="0">
            <a:solidFill>
              <a:schemeClr val="tx1"/>
            </a:solidFill>
          </a:endParaRPr>
        </a:p>
      </dsp:txBody>
      <dsp:txXfrm>
        <a:off x="1184194" y="2164430"/>
        <a:ext cx="6501840" cy="883218"/>
      </dsp:txXfrm>
    </dsp:sp>
    <dsp:sp modelId="{D1B66F5B-4D53-492D-9743-9A11E84815BD}">
      <dsp:nvSpPr>
        <dsp:cNvPr id="0" name=""/>
        <dsp:cNvSpPr/>
      </dsp:nvSpPr>
      <dsp:spPr>
        <a:xfrm>
          <a:off x="1735073" y="3205429"/>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Se procedió a desmontar los tubos PVC existentes y a instalar nuevos tubos con una mayor inclinación, permitiendo que el caudal de agua caiga desde arriba de manera adecuada. </a:t>
          </a:r>
          <a:endParaRPr lang="en-US" sz="1900" kern="1200" dirty="0">
            <a:solidFill>
              <a:schemeClr val="tx1"/>
            </a:solidFill>
          </a:endParaRPr>
        </a:p>
      </dsp:txBody>
      <dsp:txXfrm>
        <a:off x="1762551" y="3232907"/>
        <a:ext cx="6501840" cy="883218"/>
      </dsp:txXfrm>
    </dsp:sp>
    <dsp:sp modelId="{498B0189-1D5E-41B5-BCD4-B5191EB685CF}">
      <dsp:nvSpPr>
        <dsp:cNvPr id="0" name=""/>
        <dsp:cNvSpPr/>
      </dsp:nvSpPr>
      <dsp:spPr>
        <a:xfrm>
          <a:off x="2271841" y="4273905"/>
          <a:ext cx="7744967" cy="93817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s-ES" sz="1900" kern="1200" dirty="0">
              <a:solidFill>
                <a:schemeClr val="tx1"/>
              </a:solidFill>
            </a:rPr>
            <a:t>Una vez finalizada la instalación, se realizo una prueba de funcionamiento  y se confirmo que el sistema de nivel de liquido esta operando correctamente. </a:t>
          </a:r>
          <a:endParaRPr lang="en-US" sz="1900" kern="1200" dirty="0">
            <a:solidFill>
              <a:schemeClr val="tx1"/>
            </a:solidFill>
          </a:endParaRPr>
        </a:p>
      </dsp:txBody>
      <dsp:txXfrm>
        <a:off x="2299319" y="4301383"/>
        <a:ext cx="6501840" cy="883218"/>
      </dsp:txXfrm>
    </dsp:sp>
    <dsp:sp modelId="{E6B5DF30-7638-4B5E-98E1-0E3FF1419B24}">
      <dsp:nvSpPr>
        <dsp:cNvPr id="0" name=""/>
        <dsp:cNvSpPr/>
      </dsp:nvSpPr>
      <dsp:spPr>
        <a:xfrm>
          <a:off x="7135154" y="685388"/>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dirty="0">
            <a:solidFill>
              <a:schemeClr val="tx1"/>
            </a:solidFill>
          </a:endParaRPr>
        </a:p>
      </dsp:txBody>
      <dsp:txXfrm>
        <a:off x="7272362" y="685388"/>
        <a:ext cx="335397" cy="458884"/>
      </dsp:txXfrm>
    </dsp:sp>
    <dsp:sp modelId="{08A01CBC-2114-4238-9CF1-00132CA1EEC6}">
      <dsp:nvSpPr>
        <dsp:cNvPr id="0" name=""/>
        <dsp:cNvSpPr/>
      </dsp:nvSpPr>
      <dsp:spPr>
        <a:xfrm>
          <a:off x="7713512" y="1753864"/>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7850720" y="1753864"/>
        <a:ext cx="335397" cy="458884"/>
      </dsp:txXfrm>
    </dsp:sp>
    <dsp:sp modelId="{DF26EFB5-032F-4D55-9B0B-38F4247FE97C}">
      <dsp:nvSpPr>
        <dsp:cNvPr id="0" name=""/>
        <dsp:cNvSpPr/>
      </dsp:nvSpPr>
      <dsp:spPr>
        <a:xfrm>
          <a:off x="8291870" y="28067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ES" sz="2900" kern="1200">
            <a:solidFill>
              <a:schemeClr val="tx1"/>
            </a:solidFill>
          </a:endParaRPr>
        </a:p>
      </dsp:txBody>
      <dsp:txXfrm>
        <a:off x="8429078" y="2806705"/>
        <a:ext cx="335397" cy="458884"/>
      </dsp:txXfrm>
    </dsp:sp>
    <dsp:sp modelId="{AB1EE32B-45DD-4541-BDC7-76A8FFD50982}">
      <dsp:nvSpPr>
        <dsp:cNvPr id="0" name=""/>
        <dsp:cNvSpPr/>
      </dsp:nvSpPr>
      <dsp:spPr>
        <a:xfrm>
          <a:off x="8870228" y="3885605"/>
          <a:ext cx="609813" cy="609813"/>
        </a:xfrm>
        <a:prstGeom prst="downArrow">
          <a:avLst>
            <a:gd name="adj1" fmla="val 55000"/>
            <a:gd name="adj2" fmla="val 45000"/>
          </a:avLst>
        </a:prstGeom>
        <a:solidFill>
          <a:srgbClr val="C00000">
            <a:alpha val="90000"/>
          </a:srgb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s-BO" sz="2900" kern="1200"/>
        </a:p>
      </dsp:txBody>
      <dsp:txXfrm>
        <a:off x="9007436" y="3885605"/>
        <a:ext cx="335397" cy="458884"/>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56477-0B1D-4A0D-8CFB-5088367347BE}">
      <dsp:nvSpPr>
        <dsp:cNvPr id="0" name=""/>
        <dsp:cNvSpPr/>
      </dsp:nvSpPr>
      <dsp:spPr>
        <a:xfrm>
          <a:off x="0" y="1047"/>
          <a:ext cx="1801977" cy="265100"/>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n-US" sz="500" kern="1200" dirty="0">
              <a:solidFill>
                <a:schemeClr val="tx1"/>
              </a:solidFill>
            </a:rPr>
            <a:t>TUBOS PVC</a:t>
          </a:r>
        </a:p>
      </dsp:txBody>
      <dsp:txXfrm>
        <a:off x="7765" y="8812"/>
        <a:ext cx="1482512" cy="249570"/>
      </dsp:txXfrm>
    </dsp:sp>
    <dsp:sp modelId="{176C9AB9-268F-4542-8858-410F7980C292}">
      <dsp:nvSpPr>
        <dsp:cNvPr id="0" name=""/>
        <dsp:cNvSpPr/>
      </dsp:nvSpPr>
      <dsp:spPr>
        <a:xfrm>
          <a:off x="193776" y="299298"/>
          <a:ext cx="1801977" cy="26719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s-ES" sz="500" kern="1200" dirty="0"/>
            <a:t>El día 24 de abril, se realizo el aumento en los tubos PVC del sistema de nivel de agua para corregir el caudal de liquido que caía desde la pared del tanque en lugar de caer desde arriba.</a:t>
          </a:r>
          <a:endParaRPr lang="en-US" sz="500" kern="1200" dirty="0">
            <a:solidFill>
              <a:schemeClr val="tx1"/>
            </a:solidFill>
          </a:endParaRPr>
        </a:p>
      </dsp:txBody>
      <dsp:txXfrm>
        <a:off x="201602" y="307124"/>
        <a:ext cx="1478085" cy="251542"/>
      </dsp:txXfrm>
    </dsp:sp>
    <dsp:sp modelId="{66379E1A-0F09-45D6-84BB-E01BD8286EAC}">
      <dsp:nvSpPr>
        <dsp:cNvPr id="0" name=""/>
        <dsp:cNvSpPr/>
      </dsp:nvSpPr>
      <dsp:spPr>
        <a:xfrm>
          <a:off x="269126" y="608610"/>
          <a:ext cx="1801977" cy="26719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a:lnSpc>
              <a:spcPct val="90000"/>
            </a:lnSpc>
            <a:spcBef>
              <a:spcPct val="0"/>
            </a:spcBef>
            <a:spcAft>
              <a:spcPct val="35000"/>
            </a:spcAft>
            <a:buNone/>
          </a:pPr>
          <a:r>
            <a:rPr lang="es-ES" sz="500" kern="1200" dirty="0"/>
            <a:t>Se verifico que la instalación original no permitía mantener una altura de liquido adecuada y esto afectaba el funcionamiento del sistema .</a:t>
          </a:r>
          <a:endParaRPr lang="en-US" sz="500" kern="1200" dirty="0">
            <a:solidFill>
              <a:schemeClr val="tx1"/>
            </a:solidFill>
          </a:endParaRPr>
        </a:p>
      </dsp:txBody>
      <dsp:txXfrm>
        <a:off x="276952" y="616436"/>
        <a:ext cx="1478085" cy="251542"/>
      </dsp:txXfrm>
    </dsp:sp>
    <dsp:sp modelId="{D1B66F5B-4D53-492D-9743-9A11E84815BD}">
      <dsp:nvSpPr>
        <dsp:cNvPr id="0" name=""/>
        <dsp:cNvSpPr/>
      </dsp:nvSpPr>
      <dsp:spPr>
        <a:xfrm>
          <a:off x="403689" y="912915"/>
          <a:ext cx="1801977" cy="26719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s-ES" sz="500" kern="1200" dirty="0"/>
            <a:t>Se procedió a desmontar los tubos PVC existentes y a instalar nuevos tubos con una mayor inclinación, permitiendo que el caudal de agua caiga desde arriba de manera adecuada. </a:t>
          </a:r>
          <a:endParaRPr lang="en-US" sz="500" kern="1200" dirty="0">
            <a:solidFill>
              <a:schemeClr val="tx1"/>
            </a:solidFill>
          </a:endParaRPr>
        </a:p>
      </dsp:txBody>
      <dsp:txXfrm>
        <a:off x="411515" y="920741"/>
        <a:ext cx="1478085" cy="251542"/>
      </dsp:txXfrm>
    </dsp:sp>
    <dsp:sp modelId="{498B0189-1D5E-41B5-BCD4-B5191EB685CF}">
      <dsp:nvSpPr>
        <dsp:cNvPr id="0" name=""/>
        <dsp:cNvSpPr/>
      </dsp:nvSpPr>
      <dsp:spPr>
        <a:xfrm>
          <a:off x="528576" y="1217221"/>
          <a:ext cx="1801977" cy="267194"/>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l" defTabSz="222250" rtl="0">
            <a:lnSpc>
              <a:spcPct val="90000"/>
            </a:lnSpc>
            <a:spcBef>
              <a:spcPct val="0"/>
            </a:spcBef>
            <a:spcAft>
              <a:spcPct val="35000"/>
            </a:spcAft>
            <a:buNone/>
          </a:pPr>
          <a:r>
            <a:rPr lang="es-ES" sz="500" kern="1200" dirty="0"/>
            <a:t>Una vez finalizada la instalación, se realizo una prueba de funcionamiento  y se confirmo que el sistema de nivel de liquido esta operando correctamente. </a:t>
          </a:r>
          <a:endParaRPr lang="en-US" sz="500" kern="1200" dirty="0">
            <a:solidFill>
              <a:schemeClr val="tx1"/>
            </a:solidFill>
          </a:endParaRPr>
        </a:p>
      </dsp:txBody>
      <dsp:txXfrm>
        <a:off x="536402" y="1225047"/>
        <a:ext cx="1478085" cy="251542"/>
      </dsp:txXfrm>
    </dsp:sp>
    <dsp:sp modelId="{E6B5DF30-7638-4B5E-98E1-0E3FF1419B24}">
      <dsp:nvSpPr>
        <dsp:cNvPr id="0" name=""/>
        <dsp:cNvSpPr/>
      </dsp:nvSpPr>
      <dsp:spPr>
        <a:xfrm>
          <a:off x="1628300" y="195200"/>
          <a:ext cx="173676" cy="173676"/>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endParaRPr lang="es-ES" sz="800" kern="1200">
            <a:solidFill>
              <a:schemeClr val="tx1"/>
            </a:solidFill>
          </a:endParaRPr>
        </a:p>
      </dsp:txBody>
      <dsp:txXfrm>
        <a:off x="1667377" y="195200"/>
        <a:ext cx="95522" cy="130691"/>
      </dsp:txXfrm>
    </dsp:sp>
    <dsp:sp modelId="{08A01CBC-2114-4238-9CF1-00132CA1EEC6}">
      <dsp:nvSpPr>
        <dsp:cNvPr id="0" name=""/>
        <dsp:cNvSpPr/>
      </dsp:nvSpPr>
      <dsp:spPr>
        <a:xfrm>
          <a:off x="1762863" y="499505"/>
          <a:ext cx="173676" cy="173676"/>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endParaRPr lang="es-ES" sz="800" kern="1200">
            <a:solidFill>
              <a:schemeClr val="tx1"/>
            </a:solidFill>
          </a:endParaRPr>
        </a:p>
      </dsp:txBody>
      <dsp:txXfrm>
        <a:off x="1801940" y="499505"/>
        <a:ext cx="95522" cy="130691"/>
      </dsp:txXfrm>
    </dsp:sp>
    <dsp:sp modelId="{DF26EFB5-032F-4D55-9B0B-38F4247FE97C}">
      <dsp:nvSpPr>
        <dsp:cNvPr id="0" name=""/>
        <dsp:cNvSpPr/>
      </dsp:nvSpPr>
      <dsp:spPr>
        <a:xfrm>
          <a:off x="1897426" y="799358"/>
          <a:ext cx="173676" cy="173676"/>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endParaRPr lang="es-ES" sz="800" kern="1200">
            <a:solidFill>
              <a:schemeClr val="tx1"/>
            </a:solidFill>
          </a:endParaRPr>
        </a:p>
      </dsp:txBody>
      <dsp:txXfrm>
        <a:off x="1936503" y="799358"/>
        <a:ext cx="95522" cy="130691"/>
      </dsp:txXfrm>
    </dsp:sp>
    <dsp:sp modelId="{AB1EE32B-45DD-4541-BDC7-76A8FFD50982}">
      <dsp:nvSpPr>
        <dsp:cNvPr id="0" name=""/>
        <dsp:cNvSpPr/>
      </dsp:nvSpPr>
      <dsp:spPr>
        <a:xfrm>
          <a:off x="2031990" y="1106632"/>
          <a:ext cx="173676" cy="173676"/>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endParaRPr lang="es-BO" sz="800" kern="1200"/>
        </a:p>
      </dsp:txBody>
      <dsp:txXfrm>
        <a:off x="2071067" y="1106632"/>
        <a:ext cx="95522" cy="130691"/>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4B4B2F-2AE8-4EF7-A67D-FAA7FDC6B6C8}">
      <dsp:nvSpPr>
        <dsp:cNvPr id="0" name=""/>
        <dsp:cNvSpPr/>
      </dsp:nvSpPr>
      <dsp:spPr>
        <a:xfrm>
          <a:off x="0" y="4298708"/>
          <a:ext cx="10679976" cy="705238"/>
        </a:xfrm>
        <a:prstGeom prst="rect">
          <a:avLst/>
        </a:prstGeom>
        <a:gradFill rotWithShape="0">
          <a:gsLst>
            <a:gs pos="0">
              <a:schemeClr val="accent4">
                <a:hueOff val="0"/>
                <a:satOff val="0"/>
                <a:lumOff val="0"/>
                <a:alphaOff val="0"/>
                <a:tint val="60000"/>
                <a:satMod val="105000"/>
                <a:lumMod val="105000"/>
              </a:schemeClr>
            </a:gs>
            <a:gs pos="100000">
              <a:schemeClr val="accent4">
                <a:hueOff val="0"/>
                <a:satOff val="0"/>
                <a:lumOff val="0"/>
                <a:alphaOff val="0"/>
                <a:tint val="65000"/>
                <a:satMod val="100000"/>
                <a:lumMod val="100000"/>
              </a:schemeClr>
            </a:gs>
            <a:gs pos="100000">
              <a:schemeClr val="accent4">
                <a:hueOff val="0"/>
                <a:satOff val="0"/>
                <a:lumOff val="0"/>
                <a:alphaOff val="0"/>
                <a:tint val="70000"/>
                <a:satMod val="100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just" defTabSz="1066800" rtl="0">
            <a:lnSpc>
              <a:spcPct val="90000"/>
            </a:lnSpc>
            <a:spcBef>
              <a:spcPct val="0"/>
            </a:spcBef>
            <a:spcAft>
              <a:spcPct val="35000"/>
            </a:spcAft>
            <a:buNone/>
          </a:pPr>
          <a:r>
            <a:rPr lang="es-BO" sz="2400" kern="1200" dirty="0"/>
            <a:t>Mantener la baliza en la señalización </a:t>
          </a:r>
          <a:r>
            <a:rPr lang="es-BO" sz="2400" kern="1200" dirty="0" err="1"/>
            <a:t>verde,mientras</a:t>
          </a:r>
          <a:r>
            <a:rPr lang="es-BO" sz="2400" kern="1200" dirty="0"/>
            <a:t> el proceso de llenado este vigente. </a:t>
          </a:r>
          <a:endParaRPr lang="en-US" sz="2400" kern="1200" dirty="0"/>
        </a:p>
      </dsp:txBody>
      <dsp:txXfrm>
        <a:off x="0" y="4298708"/>
        <a:ext cx="10679976" cy="705238"/>
      </dsp:txXfrm>
    </dsp:sp>
    <dsp:sp modelId="{55DEF261-45C0-4BE6-8D11-757DF4401EBE}">
      <dsp:nvSpPr>
        <dsp:cNvPr id="0" name=""/>
        <dsp:cNvSpPr/>
      </dsp:nvSpPr>
      <dsp:spPr>
        <a:xfrm rot="10800000">
          <a:off x="0" y="3224629"/>
          <a:ext cx="10679976" cy="1084657"/>
        </a:xfrm>
        <a:prstGeom prst="upArrowCallout">
          <a:avLst/>
        </a:prstGeom>
        <a:gradFill rotWithShape="0">
          <a:gsLst>
            <a:gs pos="0">
              <a:schemeClr val="accent4">
                <a:hueOff val="1850440"/>
                <a:satOff val="-15089"/>
                <a:lumOff val="196"/>
                <a:alphaOff val="0"/>
                <a:tint val="60000"/>
                <a:satMod val="105000"/>
                <a:lumMod val="105000"/>
              </a:schemeClr>
            </a:gs>
            <a:gs pos="100000">
              <a:schemeClr val="accent4">
                <a:hueOff val="1850440"/>
                <a:satOff val="-15089"/>
                <a:lumOff val="196"/>
                <a:alphaOff val="0"/>
                <a:tint val="65000"/>
                <a:satMod val="100000"/>
                <a:lumMod val="100000"/>
              </a:schemeClr>
            </a:gs>
            <a:gs pos="100000">
              <a:schemeClr val="accent4">
                <a:hueOff val="1850440"/>
                <a:satOff val="-15089"/>
                <a:lumOff val="196"/>
                <a:alphaOff val="0"/>
                <a:tint val="70000"/>
                <a:satMod val="100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just" defTabSz="1066800" rtl="0">
            <a:lnSpc>
              <a:spcPct val="90000"/>
            </a:lnSpc>
            <a:spcBef>
              <a:spcPct val="0"/>
            </a:spcBef>
            <a:spcAft>
              <a:spcPct val="35000"/>
            </a:spcAft>
            <a:buNone/>
          </a:pPr>
          <a:r>
            <a:rPr lang="es-BO" sz="2400" kern="1200" dirty="0"/>
            <a:t>desactivar las electroválvulas(NC)cuando el proceso de llenado de tanque de liquido halla llegado a finalizar.</a:t>
          </a:r>
          <a:endParaRPr lang="en-US" sz="2400" kern="1200" dirty="0"/>
        </a:p>
      </dsp:txBody>
      <dsp:txXfrm rot="10800000">
        <a:off x="0" y="3224629"/>
        <a:ext cx="10679976" cy="704778"/>
      </dsp:txXfrm>
    </dsp:sp>
    <dsp:sp modelId="{B3E36614-B84D-417D-856F-7D2F2EBB8949}">
      <dsp:nvSpPr>
        <dsp:cNvPr id="0" name=""/>
        <dsp:cNvSpPr/>
      </dsp:nvSpPr>
      <dsp:spPr>
        <a:xfrm rot="10800000">
          <a:off x="0" y="2150550"/>
          <a:ext cx="10679976" cy="1084657"/>
        </a:xfrm>
        <a:prstGeom prst="upArrowCallout">
          <a:avLst/>
        </a:prstGeom>
        <a:gradFill rotWithShape="0">
          <a:gsLst>
            <a:gs pos="0">
              <a:schemeClr val="accent4">
                <a:hueOff val="3700879"/>
                <a:satOff val="-30179"/>
                <a:lumOff val="392"/>
                <a:alphaOff val="0"/>
                <a:tint val="60000"/>
                <a:satMod val="105000"/>
                <a:lumMod val="105000"/>
              </a:schemeClr>
            </a:gs>
            <a:gs pos="100000">
              <a:schemeClr val="accent4">
                <a:hueOff val="3700879"/>
                <a:satOff val="-30179"/>
                <a:lumOff val="392"/>
                <a:alphaOff val="0"/>
                <a:tint val="65000"/>
                <a:satMod val="100000"/>
                <a:lumMod val="100000"/>
              </a:schemeClr>
            </a:gs>
            <a:gs pos="100000">
              <a:schemeClr val="accent4">
                <a:hueOff val="3700879"/>
                <a:satOff val="-30179"/>
                <a:lumOff val="392"/>
                <a:alphaOff val="0"/>
                <a:tint val="70000"/>
                <a:satMod val="100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just" defTabSz="1066800" rtl="0">
            <a:lnSpc>
              <a:spcPct val="90000"/>
            </a:lnSpc>
            <a:spcBef>
              <a:spcPct val="0"/>
            </a:spcBef>
            <a:spcAft>
              <a:spcPct val="35000"/>
            </a:spcAft>
            <a:buNone/>
          </a:pPr>
          <a:r>
            <a:rPr lang="es-BO" sz="2400" kern="1200" dirty="0"/>
            <a:t>Manipular el variador de frecuencia de manera que  deberá dejar de funcionar en cuando supere el nivel de liquido de llenado.</a:t>
          </a:r>
          <a:endParaRPr lang="en-US" sz="2400" kern="1200" dirty="0"/>
        </a:p>
      </dsp:txBody>
      <dsp:txXfrm rot="10800000">
        <a:off x="0" y="2150550"/>
        <a:ext cx="10679976" cy="704778"/>
      </dsp:txXfrm>
    </dsp:sp>
    <dsp:sp modelId="{A5B88AB9-16C4-4949-A8CC-0649321616BA}">
      <dsp:nvSpPr>
        <dsp:cNvPr id="0" name=""/>
        <dsp:cNvSpPr/>
      </dsp:nvSpPr>
      <dsp:spPr>
        <a:xfrm rot="10800000">
          <a:off x="0" y="1076471"/>
          <a:ext cx="10679976" cy="1084657"/>
        </a:xfrm>
        <a:prstGeom prst="upArrowCallout">
          <a:avLst/>
        </a:prstGeom>
        <a:gradFill rotWithShape="0">
          <a:gsLst>
            <a:gs pos="0">
              <a:schemeClr val="accent4">
                <a:hueOff val="5551319"/>
                <a:satOff val="-45268"/>
                <a:lumOff val="589"/>
                <a:alphaOff val="0"/>
                <a:tint val="60000"/>
                <a:satMod val="105000"/>
                <a:lumMod val="105000"/>
              </a:schemeClr>
            </a:gs>
            <a:gs pos="100000">
              <a:schemeClr val="accent4">
                <a:hueOff val="5551319"/>
                <a:satOff val="-45268"/>
                <a:lumOff val="589"/>
                <a:alphaOff val="0"/>
                <a:tint val="65000"/>
                <a:satMod val="100000"/>
                <a:lumMod val="100000"/>
              </a:schemeClr>
            </a:gs>
            <a:gs pos="100000">
              <a:schemeClr val="accent4">
                <a:hueOff val="5551319"/>
                <a:satOff val="-45268"/>
                <a:lumOff val="589"/>
                <a:alphaOff val="0"/>
                <a:tint val="70000"/>
                <a:satMod val="100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just" defTabSz="1066800" rtl="0">
            <a:lnSpc>
              <a:spcPct val="90000"/>
            </a:lnSpc>
            <a:spcBef>
              <a:spcPct val="0"/>
            </a:spcBef>
            <a:spcAft>
              <a:spcPct val="35000"/>
            </a:spcAft>
            <a:buNone/>
          </a:pPr>
          <a:r>
            <a:rPr lang="es-BO" sz="2400" kern="1200" dirty="0"/>
            <a:t>Hacer el control de liquido mediante los sensores vibratorios.</a:t>
          </a:r>
          <a:endParaRPr lang="en-US" sz="2400" kern="1200" dirty="0"/>
        </a:p>
      </dsp:txBody>
      <dsp:txXfrm rot="10800000">
        <a:off x="0" y="1076471"/>
        <a:ext cx="10679976" cy="704778"/>
      </dsp:txXfrm>
    </dsp:sp>
    <dsp:sp modelId="{698A681C-D6B5-4C49-815A-960B836F0F9D}">
      <dsp:nvSpPr>
        <dsp:cNvPr id="0" name=""/>
        <dsp:cNvSpPr/>
      </dsp:nvSpPr>
      <dsp:spPr>
        <a:xfrm rot="10800000">
          <a:off x="0" y="0"/>
          <a:ext cx="10679976" cy="1084657"/>
        </a:xfrm>
        <a:prstGeom prst="upArrowCallout">
          <a:avLst/>
        </a:prstGeom>
        <a:gradFill rotWithShape="0">
          <a:gsLst>
            <a:gs pos="0">
              <a:schemeClr val="accent4">
                <a:hueOff val="7401758"/>
                <a:satOff val="-60358"/>
                <a:lumOff val="785"/>
                <a:alphaOff val="0"/>
                <a:tint val="60000"/>
                <a:satMod val="105000"/>
                <a:lumMod val="105000"/>
              </a:schemeClr>
            </a:gs>
            <a:gs pos="100000">
              <a:schemeClr val="accent4">
                <a:hueOff val="7401758"/>
                <a:satOff val="-60358"/>
                <a:lumOff val="785"/>
                <a:alphaOff val="0"/>
                <a:tint val="65000"/>
                <a:satMod val="100000"/>
                <a:lumMod val="100000"/>
              </a:schemeClr>
            </a:gs>
            <a:gs pos="100000">
              <a:schemeClr val="accent4">
                <a:hueOff val="7401758"/>
                <a:satOff val="-60358"/>
                <a:lumOff val="785"/>
                <a:alphaOff val="0"/>
                <a:tint val="70000"/>
                <a:satMod val="100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just" defTabSz="1066800" rtl="0">
            <a:lnSpc>
              <a:spcPct val="90000"/>
            </a:lnSpc>
            <a:spcBef>
              <a:spcPct val="0"/>
            </a:spcBef>
            <a:spcAft>
              <a:spcPct val="35000"/>
            </a:spcAft>
            <a:buNone/>
          </a:pPr>
          <a:r>
            <a:rPr lang="es-BO" sz="2400" kern="1200" dirty="0"/>
            <a:t>Iniciar con el pulsador de inicio/apagado.</a:t>
          </a:r>
          <a:endParaRPr lang="en-US" sz="2400" kern="1200" dirty="0"/>
        </a:p>
      </dsp:txBody>
      <dsp:txXfrm rot="10800000">
        <a:off x="0" y="0"/>
        <a:ext cx="10679976" cy="704778"/>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057DB2-60A4-4E5E-B60C-C9D8A6AB6E7A}">
      <dsp:nvSpPr>
        <dsp:cNvPr id="0" name=""/>
        <dsp:cNvSpPr/>
      </dsp:nvSpPr>
      <dsp:spPr>
        <a:xfrm>
          <a:off x="0" y="28739"/>
          <a:ext cx="10178321" cy="564671"/>
        </a:xfrm>
        <a:prstGeom prst="roundRect">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BO" sz="2400" b="1" kern="1200">
              <a:solidFill>
                <a:schemeClr val="tx1"/>
              </a:solidFill>
            </a:rPr>
            <a:t>Mantenimiento general del sistema.</a:t>
          </a:r>
          <a:endParaRPr lang="en-US" sz="2400" b="1" kern="1200">
            <a:solidFill>
              <a:schemeClr val="tx1"/>
            </a:solidFill>
          </a:endParaRPr>
        </a:p>
      </dsp:txBody>
      <dsp:txXfrm>
        <a:off x="27565" y="56304"/>
        <a:ext cx="10123191" cy="509541"/>
      </dsp:txXfrm>
    </dsp:sp>
    <dsp:sp modelId="{DA555730-5BC6-485F-A7D7-5CECEF2ED6AA}">
      <dsp:nvSpPr>
        <dsp:cNvPr id="0" name=""/>
        <dsp:cNvSpPr/>
      </dsp:nvSpPr>
      <dsp:spPr>
        <a:xfrm>
          <a:off x="0" y="593410"/>
          <a:ext cx="10178321" cy="1788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162"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s-BO" sz="1900" kern="1200"/>
            <a:t>Se debe realizar mantenimiento (limpieza) a los componentes de control cada cierto tiempo.</a:t>
          </a:r>
          <a:endParaRPr lang="en-US" sz="1900" kern="1200"/>
        </a:p>
        <a:p>
          <a:pPr marL="171450" lvl="1" indent="-171450" algn="l" defTabSz="844550" rtl="0">
            <a:lnSpc>
              <a:spcPct val="90000"/>
            </a:lnSpc>
            <a:spcBef>
              <a:spcPct val="0"/>
            </a:spcBef>
            <a:spcAft>
              <a:spcPct val="20000"/>
            </a:spcAft>
            <a:buChar char="•"/>
          </a:pPr>
          <a:r>
            <a:rPr lang="es-BO" sz="1900" kern="1200"/>
            <a:t>Mantener el liquido limpio y libre de impurezas.</a:t>
          </a:r>
          <a:endParaRPr lang="en-US" sz="1900" kern="1200"/>
        </a:p>
        <a:p>
          <a:pPr marL="171450" lvl="1" indent="-171450" algn="l" defTabSz="844550" rtl="0">
            <a:lnSpc>
              <a:spcPct val="90000"/>
            </a:lnSpc>
            <a:spcBef>
              <a:spcPct val="0"/>
            </a:spcBef>
            <a:spcAft>
              <a:spcPct val="20000"/>
            </a:spcAft>
            <a:buChar char="•"/>
          </a:pPr>
          <a:r>
            <a:rPr lang="es-BO" sz="1900" kern="1200"/>
            <a:t>Inspección regular para evitar la acumulación de suciedad que pueda afectar su funcionamiento.</a:t>
          </a:r>
          <a:endParaRPr lang="en-US" sz="1900" kern="1200"/>
        </a:p>
        <a:p>
          <a:pPr marL="171450" lvl="1" indent="-171450" algn="l" defTabSz="844550" rtl="0">
            <a:lnSpc>
              <a:spcPct val="90000"/>
            </a:lnSpc>
            <a:spcBef>
              <a:spcPct val="0"/>
            </a:spcBef>
            <a:spcAft>
              <a:spcPct val="20000"/>
            </a:spcAft>
            <a:buChar char="•"/>
          </a:pPr>
          <a:r>
            <a:rPr lang="es-BO" sz="1900" kern="1200"/>
            <a:t>Limpieza adecuada, tomar en cuenta las recomendaciones del fabricante.</a:t>
          </a:r>
          <a:endParaRPr lang="en-US" sz="1900" kern="1200"/>
        </a:p>
        <a:p>
          <a:pPr marL="171450" lvl="1" indent="-171450" algn="l" defTabSz="844550" rtl="0">
            <a:lnSpc>
              <a:spcPct val="90000"/>
            </a:lnSpc>
            <a:spcBef>
              <a:spcPct val="0"/>
            </a:spcBef>
            <a:spcAft>
              <a:spcPct val="20000"/>
            </a:spcAft>
            <a:buChar char="•"/>
          </a:pPr>
          <a:r>
            <a:rPr lang="es-BO" sz="1900" kern="1200"/>
            <a:t>Capacitación personal. Incluye la comprensión de limpieza, riesgos de contaminación, registros de acciones.</a:t>
          </a:r>
          <a:endParaRPr lang="en-US" sz="1900" kern="1200"/>
        </a:p>
      </dsp:txBody>
      <dsp:txXfrm>
        <a:off x="0" y="593410"/>
        <a:ext cx="10178321" cy="1788480"/>
      </dsp:txXfrm>
    </dsp:sp>
    <dsp:sp modelId="{3BE9FAB8-6679-4458-97C6-FD09A560691B}">
      <dsp:nvSpPr>
        <dsp:cNvPr id="0" name=""/>
        <dsp:cNvSpPr/>
      </dsp:nvSpPr>
      <dsp:spPr>
        <a:xfrm>
          <a:off x="0" y="2381890"/>
          <a:ext cx="10178321" cy="564671"/>
        </a:xfrm>
        <a:prstGeom prst="roundRect">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s-BO" sz="2400" b="1" kern="1200">
              <a:solidFill>
                <a:schemeClr val="tx1"/>
              </a:solidFill>
            </a:rPr>
            <a:t>Mantenimiento preventivo para los componentes del sistema.</a:t>
          </a:r>
          <a:endParaRPr lang="en-US" sz="2400" kern="1200">
            <a:solidFill>
              <a:schemeClr val="tx1"/>
            </a:solidFill>
          </a:endParaRPr>
        </a:p>
      </dsp:txBody>
      <dsp:txXfrm>
        <a:off x="27565" y="2409455"/>
        <a:ext cx="10123191" cy="509541"/>
      </dsp:txXfrm>
    </dsp:sp>
    <dsp:sp modelId="{2A2B72C1-4EEE-4281-A247-905AF94F3687}">
      <dsp:nvSpPr>
        <dsp:cNvPr id="0" name=""/>
        <dsp:cNvSpPr/>
      </dsp:nvSpPr>
      <dsp:spPr>
        <a:xfrm>
          <a:off x="0" y="2946561"/>
          <a:ext cx="10178321" cy="1937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162"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s-BO" sz="1900" kern="1200"/>
            <a:t>Realizar una revisión regular del estado de los componentes, </a:t>
          </a:r>
          <a:endParaRPr lang="en-US" sz="1900" kern="1200"/>
        </a:p>
        <a:p>
          <a:pPr marL="171450" lvl="1" indent="-171450" algn="l" defTabSz="844550" rtl="0">
            <a:lnSpc>
              <a:spcPct val="90000"/>
            </a:lnSpc>
            <a:spcBef>
              <a:spcPct val="0"/>
            </a:spcBef>
            <a:spcAft>
              <a:spcPct val="20000"/>
            </a:spcAft>
            <a:buChar char="•"/>
          </a:pPr>
          <a:r>
            <a:rPr lang="es-BO" sz="1900" kern="1200"/>
            <a:t>La presión que ejerce el tanque de liquido a la bomba no debe superar los limites, de lo contrario se reducirá la vida útil de la bomba.</a:t>
          </a:r>
          <a:endParaRPr lang="en-US" sz="1900" kern="1200"/>
        </a:p>
        <a:p>
          <a:pPr marL="171450" lvl="1" indent="-171450" algn="l" defTabSz="844550" rtl="0">
            <a:lnSpc>
              <a:spcPct val="90000"/>
            </a:lnSpc>
            <a:spcBef>
              <a:spcPct val="0"/>
            </a:spcBef>
            <a:spcAft>
              <a:spcPct val="20000"/>
            </a:spcAft>
            <a:buChar char="•"/>
          </a:pPr>
          <a:r>
            <a:rPr lang="es-BO" sz="1900" kern="1200"/>
            <a:t>La frecuencia utilizada en el variador de frecuencia no deberá superar 90% del limite superior del rango soportado por la bomba(motor).</a:t>
          </a:r>
          <a:endParaRPr lang="en-US" sz="1900" kern="1200"/>
        </a:p>
        <a:p>
          <a:pPr marL="171450" lvl="1" indent="-171450" algn="l" defTabSz="844550" rtl="0">
            <a:lnSpc>
              <a:spcPct val="90000"/>
            </a:lnSpc>
            <a:spcBef>
              <a:spcPct val="0"/>
            </a:spcBef>
            <a:spcAft>
              <a:spcPct val="20000"/>
            </a:spcAft>
            <a:buChar char="•"/>
          </a:pPr>
          <a:r>
            <a:rPr lang="es-BO" sz="1900" kern="1200"/>
            <a:t>Los tubos de conexión deben superar la altura del nivel del sensor superior , para evitar oscilaciones en las mediciones.</a:t>
          </a:r>
          <a:endParaRPr lang="en-US" sz="1900" kern="1200"/>
        </a:p>
      </dsp:txBody>
      <dsp:txXfrm>
        <a:off x="0" y="2946561"/>
        <a:ext cx="10178321" cy="1937520"/>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C29FDC-900A-4BBF-87D4-C285997847C7}">
      <dsp:nvSpPr>
        <dsp:cNvPr id="0" name=""/>
        <dsp:cNvSpPr/>
      </dsp:nvSpPr>
      <dsp:spPr>
        <a:xfrm>
          <a:off x="0" y="202183"/>
          <a:ext cx="10178321" cy="79852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rtl="0">
            <a:lnSpc>
              <a:spcPct val="90000"/>
            </a:lnSpc>
            <a:spcBef>
              <a:spcPct val="0"/>
            </a:spcBef>
            <a:spcAft>
              <a:spcPct val="35000"/>
            </a:spcAft>
            <a:buNone/>
          </a:pPr>
          <a:r>
            <a:rPr lang="es-BO" sz="3500" b="1" kern="1200">
              <a:solidFill>
                <a:schemeClr val="tx1"/>
              </a:solidFill>
            </a:rPr>
            <a:t>Para ello:  </a:t>
          </a:r>
          <a:endParaRPr lang="en-US" sz="3500" b="1" kern="1200">
            <a:solidFill>
              <a:schemeClr val="tx1"/>
            </a:solidFill>
          </a:endParaRPr>
        </a:p>
      </dsp:txBody>
      <dsp:txXfrm>
        <a:off x="38981" y="241164"/>
        <a:ext cx="10100359" cy="720562"/>
      </dsp:txXfrm>
    </dsp:sp>
    <dsp:sp modelId="{F789CA65-6BAC-479C-B623-A03102A18581}">
      <dsp:nvSpPr>
        <dsp:cNvPr id="0" name=""/>
        <dsp:cNvSpPr/>
      </dsp:nvSpPr>
      <dsp:spPr>
        <a:xfrm>
          <a:off x="0" y="1000708"/>
          <a:ext cx="10178321" cy="3260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162" tIns="44450" rIns="248920" bIns="44450" numCol="1" spcCol="1270" anchor="t" anchorCtr="0">
          <a:noAutofit/>
        </a:bodyPr>
        <a:lstStyle/>
        <a:p>
          <a:pPr marL="228600" lvl="1" indent="-228600" algn="l" defTabSz="1200150" rtl="0">
            <a:lnSpc>
              <a:spcPct val="90000"/>
            </a:lnSpc>
            <a:spcBef>
              <a:spcPct val="0"/>
            </a:spcBef>
            <a:spcAft>
              <a:spcPct val="20000"/>
            </a:spcAft>
            <a:buChar char="•"/>
          </a:pPr>
          <a:r>
            <a:rPr lang="es-BO" sz="2700" kern="1200"/>
            <a:t>Se realizó: Modificaciones en la infraestructura de canalización(tamaño del conducto) del sistema de nivel de liquido. </a:t>
          </a:r>
          <a:endParaRPr lang="en-US" sz="2700" kern="1200"/>
        </a:p>
        <a:p>
          <a:pPr marL="228600" lvl="1" indent="-228600" algn="l" defTabSz="1200150" rtl="0">
            <a:lnSpc>
              <a:spcPct val="90000"/>
            </a:lnSpc>
            <a:spcBef>
              <a:spcPct val="0"/>
            </a:spcBef>
            <a:spcAft>
              <a:spcPct val="20000"/>
            </a:spcAft>
            <a:buChar char="•"/>
          </a:pPr>
          <a:r>
            <a:rPr lang="es-BO" sz="2700" kern="1200"/>
            <a:t>Se realizó: Limpieza general.</a:t>
          </a:r>
          <a:endParaRPr lang="en-US" sz="2700" kern="1200"/>
        </a:p>
        <a:p>
          <a:pPr marL="228600" lvl="1" indent="-228600" algn="l" defTabSz="1200150" rtl="0">
            <a:lnSpc>
              <a:spcPct val="90000"/>
            </a:lnSpc>
            <a:spcBef>
              <a:spcPct val="0"/>
            </a:spcBef>
            <a:spcAft>
              <a:spcPct val="20000"/>
            </a:spcAft>
            <a:buChar char="•"/>
          </a:pPr>
          <a:r>
            <a:rPr lang="es-BO" sz="2700" kern="1200"/>
            <a:t>Se tomo en cuenta las Precauciones eléctricas:</a:t>
          </a:r>
          <a:endParaRPr lang="en-US" sz="2700" kern="1200"/>
        </a:p>
        <a:p>
          <a:pPr marL="457200" lvl="2" indent="-228600" algn="l" defTabSz="1200150" rtl="0">
            <a:lnSpc>
              <a:spcPct val="90000"/>
            </a:lnSpc>
            <a:spcBef>
              <a:spcPct val="0"/>
            </a:spcBef>
            <a:spcAft>
              <a:spcPct val="20000"/>
            </a:spcAft>
            <a:buChar char="•"/>
          </a:pPr>
          <a:r>
            <a:rPr lang="es-BO" sz="2700" kern="1200"/>
            <a:t>Aislamiento adecuado de las conexiones eléctricas </a:t>
          </a:r>
          <a:endParaRPr lang="en-US" sz="2700" kern="1200"/>
        </a:p>
        <a:p>
          <a:pPr marL="457200" lvl="2" indent="-228600" algn="l" defTabSz="1200150" rtl="0">
            <a:lnSpc>
              <a:spcPct val="90000"/>
            </a:lnSpc>
            <a:spcBef>
              <a:spcPct val="0"/>
            </a:spcBef>
            <a:spcAft>
              <a:spcPct val="20000"/>
            </a:spcAft>
            <a:buChar char="•"/>
          </a:pPr>
          <a:r>
            <a:rPr lang="es-BO" sz="2700" kern="1200"/>
            <a:t>Prevenir cortocircuitos y riesgos eléctricos en presencia del liquido.</a:t>
          </a:r>
          <a:endParaRPr lang="en-US" sz="2700" kern="1200"/>
        </a:p>
        <a:p>
          <a:pPr marL="457200" lvl="2" indent="-228600" algn="l" defTabSz="1200150" rtl="0">
            <a:lnSpc>
              <a:spcPct val="90000"/>
            </a:lnSpc>
            <a:spcBef>
              <a:spcPct val="0"/>
            </a:spcBef>
            <a:spcAft>
              <a:spcPct val="20000"/>
            </a:spcAft>
            <a:buChar char="•"/>
          </a:pPr>
          <a:r>
            <a:rPr lang="es-BO" sz="2700" kern="1200"/>
            <a:t>Cuidado con la manipulación de componentes eléctricos en el sistema.</a:t>
          </a:r>
          <a:endParaRPr lang="en-US" sz="2700" kern="1200"/>
        </a:p>
      </dsp:txBody>
      <dsp:txXfrm>
        <a:off x="0" y="1000708"/>
        <a:ext cx="10178321" cy="326025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9.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9.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0.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B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05E903-4B8E-4B58-8BE3-051B2FB598DF}" type="datetimeFigureOut">
              <a:rPr lang="es-BO" smtClean="0"/>
              <a:t>17/5/2023</a:t>
            </a:fld>
            <a:endParaRPr lang="es-B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B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B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BB1069-754D-4A3C-8F56-0CB7223AF5BC}" type="slidenum">
              <a:rPr lang="es-BO" smtClean="0"/>
              <a:t>‹Nº›</a:t>
            </a:fld>
            <a:endParaRPr lang="es-BO"/>
          </a:p>
        </p:txBody>
      </p:sp>
    </p:spTree>
    <p:extLst>
      <p:ext uri="{BB962C8B-B14F-4D97-AF65-F5344CB8AC3E}">
        <p14:creationId xmlns:p14="http://schemas.microsoft.com/office/powerpoint/2010/main" val="1606671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Controlador de temperatura: </a:t>
            </a:r>
            <a:r>
              <a:rPr lang="es-ES" sz="1800" dirty="0">
                <a:effectLst/>
                <a:latin typeface="Calibri" panose="020F0502020204030204" pitchFamily="34" charset="0"/>
                <a:ea typeface="Calibri" panose="020F0502020204030204" pitchFamily="34" charset="0"/>
                <a:cs typeface="Times New Roman" panose="02020603050405020304" pitchFamily="18" charset="0"/>
              </a:rPr>
              <a:t>Este controlador es utilizado como un indicador de temperatura, sin aprovechar su capacidad de realizar una acción de control.</a:t>
            </a:r>
            <a:endParaRPr lang="es-BO"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s-BO" dirty="0"/>
          </a:p>
        </p:txBody>
      </p:sp>
      <p:sp>
        <p:nvSpPr>
          <p:cNvPr id="4" name="Marcador de número de diapositiva 3"/>
          <p:cNvSpPr>
            <a:spLocks noGrp="1"/>
          </p:cNvSpPr>
          <p:nvPr>
            <p:ph type="sldNum" sz="quarter" idx="5"/>
          </p:nvPr>
        </p:nvSpPr>
        <p:spPr/>
        <p:txBody>
          <a:bodyPr/>
          <a:lstStyle/>
          <a:p>
            <a:fld id="{ACF8FA83-9E9C-4461-A54B-A7C68D26A43B}" type="slidenum">
              <a:rPr lang="es-ES" smtClean="0"/>
              <a:pPr/>
              <a:t>16</a:t>
            </a:fld>
            <a:endParaRPr lang="es-ES"/>
          </a:p>
        </p:txBody>
      </p:sp>
    </p:spTree>
    <p:extLst>
      <p:ext uri="{BB962C8B-B14F-4D97-AF65-F5344CB8AC3E}">
        <p14:creationId xmlns:p14="http://schemas.microsoft.com/office/powerpoint/2010/main" val="1595789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BO" dirty="0"/>
          </a:p>
        </p:txBody>
      </p:sp>
      <p:sp>
        <p:nvSpPr>
          <p:cNvPr id="4" name="Marcador de número de diapositiva 3"/>
          <p:cNvSpPr>
            <a:spLocks noGrp="1"/>
          </p:cNvSpPr>
          <p:nvPr>
            <p:ph type="sldNum" sz="quarter" idx="5"/>
          </p:nvPr>
        </p:nvSpPr>
        <p:spPr/>
        <p:txBody>
          <a:bodyPr/>
          <a:lstStyle/>
          <a:p>
            <a:fld id="{ACF8FA83-9E9C-4461-A54B-A7C68D26A43B}" type="slidenum">
              <a:rPr lang="es-ES" smtClean="0"/>
              <a:pPr/>
              <a:t>17</a:t>
            </a:fld>
            <a:endParaRPr lang="es-ES"/>
          </a:p>
        </p:txBody>
      </p:sp>
    </p:spTree>
    <p:extLst>
      <p:ext uri="{BB962C8B-B14F-4D97-AF65-F5344CB8AC3E}">
        <p14:creationId xmlns:p14="http://schemas.microsoft.com/office/powerpoint/2010/main" val="2618593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Variador de frecuencia:</a:t>
            </a:r>
            <a:r>
              <a:rPr lang="es-ES" sz="1800" dirty="0">
                <a:effectLst/>
                <a:latin typeface="Calibri" panose="020F0502020204030204" pitchFamily="34" charset="0"/>
                <a:ea typeface="Calibri" panose="020F0502020204030204" pitchFamily="34" charset="0"/>
                <a:cs typeface="Times New Roman" panose="02020603050405020304" pitchFamily="18" charset="0"/>
              </a:rPr>
              <a:t> Permite regular la velocidad de giro del motor, mediante la variación de frecuencia del mismo, de manera que se pueda bombear el líquido del tanque inferior al superior.</a:t>
            </a:r>
            <a:endParaRPr lang="es-BO"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s-BO" dirty="0"/>
          </a:p>
        </p:txBody>
      </p:sp>
      <p:sp>
        <p:nvSpPr>
          <p:cNvPr id="4" name="Marcador de número de diapositiva 3"/>
          <p:cNvSpPr>
            <a:spLocks noGrp="1"/>
          </p:cNvSpPr>
          <p:nvPr>
            <p:ph type="sldNum" sz="quarter" idx="5"/>
          </p:nvPr>
        </p:nvSpPr>
        <p:spPr/>
        <p:txBody>
          <a:bodyPr/>
          <a:lstStyle/>
          <a:p>
            <a:fld id="{ACF8FA83-9E9C-4461-A54B-A7C68D26A43B}" type="slidenum">
              <a:rPr lang="es-ES" smtClean="0"/>
              <a:pPr/>
              <a:t>18</a:t>
            </a:fld>
            <a:endParaRPr lang="es-ES"/>
          </a:p>
        </p:txBody>
      </p:sp>
    </p:spTree>
    <p:extLst>
      <p:ext uri="{BB962C8B-B14F-4D97-AF65-F5344CB8AC3E}">
        <p14:creationId xmlns:p14="http://schemas.microsoft.com/office/powerpoint/2010/main" val="466078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Electroválvulas</a:t>
            </a:r>
            <a:r>
              <a:rPr lang="es-ES" sz="1800" dirty="0">
                <a:effectLst/>
                <a:latin typeface="Calibri" panose="020F0502020204030204" pitchFamily="34" charset="0"/>
                <a:ea typeface="Calibri" panose="020F0502020204030204" pitchFamily="34" charset="0"/>
                <a:cs typeface="Times New Roman" panose="02020603050405020304" pitchFamily="18" charset="0"/>
              </a:rPr>
              <a:t>: Permiten el cierre o paso del líquido por la red de cañerías.</a:t>
            </a:r>
            <a:endParaRPr lang="es-BO"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s-BO" dirty="0"/>
          </a:p>
        </p:txBody>
      </p:sp>
      <p:sp>
        <p:nvSpPr>
          <p:cNvPr id="4" name="Marcador de número de diapositiva 3"/>
          <p:cNvSpPr>
            <a:spLocks noGrp="1"/>
          </p:cNvSpPr>
          <p:nvPr>
            <p:ph type="sldNum" sz="quarter" idx="5"/>
          </p:nvPr>
        </p:nvSpPr>
        <p:spPr/>
        <p:txBody>
          <a:bodyPr/>
          <a:lstStyle/>
          <a:p>
            <a:fld id="{ACF8FA83-9E9C-4461-A54B-A7C68D26A43B}" type="slidenum">
              <a:rPr lang="es-ES" smtClean="0"/>
              <a:pPr/>
              <a:t>19</a:t>
            </a:fld>
            <a:endParaRPr lang="es-ES"/>
          </a:p>
        </p:txBody>
      </p:sp>
    </p:spTree>
    <p:extLst>
      <p:ext uri="{BB962C8B-B14F-4D97-AF65-F5344CB8AC3E}">
        <p14:creationId xmlns:p14="http://schemas.microsoft.com/office/powerpoint/2010/main" val="2033068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Flujómetro (Dosificador):</a:t>
            </a:r>
            <a:r>
              <a:rPr lang="es-ES" sz="1800" dirty="0">
                <a:effectLst/>
                <a:latin typeface="Calibri" panose="020F0502020204030204" pitchFamily="34" charset="0"/>
                <a:ea typeface="Calibri" panose="020F0502020204030204" pitchFamily="34" charset="0"/>
                <a:cs typeface="Times New Roman" panose="02020603050405020304" pitchFamily="18" charset="0"/>
              </a:rPr>
              <a:t> Utilizado para la medición del caudal y volumen del líquido.</a:t>
            </a:r>
            <a:endParaRPr lang="es-BO"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s-BO" dirty="0"/>
          </a:p>
        </p:txBody>
      </p:sp>
      <p:sp>
        <p:nvSpPr>
          <p:cNvPr id="4" name="Marcador de número de diapositiva 3"/>
          <p:cNvSpPr>
            <a:spLocks noGrp="1"/>
          </p:cNvSpPr>
          <p:nvPr>
            <p:ph type="sldNum" sz="quarter" idx="5"/>
          </p:nvPr>
        </p:nvSpPr>
        <p:spPr/>
        <p:txBody>
          <a:bodyPr/>
          <a:lstStyle/>
          <a:p>
            <a:fld id="{ACF8FA83-9E9C-4461-A54B-A7C68D26A43B}" type="slidenum">
              <a:rPr lang="es-ES" smtClean="0"/>
              <a:pPr/>
              <a:t>20</a:t>
            </a:fld>
            <a:endParaRPr lang="es-ES"/>
          </a:p>
        </p:txBody>
      </p:sp>
    </p:spTree>
    <p:extLst>
      <p:ext uri="{BB962C8B-B14F-4D97-AF65-F5344CB8AC3E}">
        <p14:creationId xmlns:p14="http://schemas.microsoft.com/office/powerpoint/2010/main" val="2994312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Sensor de presión:</a:t>
            </a:r>
            <a:r>
              <a:rPr lang="es-ES" sz="1800" dirty="0">
                <a:effectLst/>
                <a:latin typeface="Calibri" panose="020F0502020204030204" pitchFamily="34" charset="0"/>
                <a:ea typeface="Calibri" panose="020F0502020204030204" pitchFamily="34" charset="0"/>
                <a:cs typeface="Times New Roman" panose="02020603050405020304" pitchFamily="18" charset="0"/>
              </a:rPr>
              <a:t> Es utilizado para la medición de presión relativa en el tanque y también se puede usar para medir la altura del líquido teniendo como referencia la posición de este sensor.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BO"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s-BO" dirty="0"/>
          </a:p>
        </p:txBody>
      </p:sp>
      <p:sp>
        <p:nvSpPr>
          <p:cNvPr id="4" name="Marcador de número de diapositiva 3"/>
          <p:cNvSpPr>
            <a:spLocks noGrp="1"/>
          </p:cNvSpPr>
          <p:nvPr>
            <p:ph type="sldNum" sz="quarter" idx="5"/>
          </p:nvPr>
        </p:nvSpPr>
        <p:spPr/>
        <p:txBody>
          <a:bodyPr/>
          <a:lstStyle/>
          <a:p>
            <a:fld id="{ACF8FA83-9E9C-4461-A54B-A7C68D26A43B}" type="slidenum">
              <a:rPr lang="es-ES" smtClean="0"/>
              <a:pPr/>
              <a:t>21</a:t>
            </a:fld>
            <a:endParaRPr lang="es-ES"/>
          </a:p>
        </p:txBody>
      </p:sp>
    </p:spTree>
    <p:extLst>
      <p:ext uri="{BB962C8B-B14F-4D97-AF65-F5344CB8AC3E}">
        <p14:creationId xmlns:p14="http://schemas.microsoft.com/office/powerpoint/2010/main" val="892983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Sensores de temperatura TC/RTD</a:t>
            </a:r>
            <a:r>
              <a:rPr lang="es-ES" sz="1800" dirty="0">
                <a:effectLst/>
                <a:latin typeface="Calibri" panose="020F0502020204030204" pitchFamily="34" charset="0"/>
                <a:ea typeface="Calibri" panose="020F0502020204030204" pitchFamily="34" charset="0"/>
                <a:cs typeface="Times New Roman" panose="02020603050405020304" pitchFamily="18" charset="0"/>
              </a:rPr>
              <a:t>: Están conectados al controlador de temperatura para dar mediciones de la temperatura del líquido.</a:t>
            </a:r>
            <a:endParaRPr lang="es-BO"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s-BO" dirty="0"/>
          </a:p>
        </p:txBody>
      </p:sp>
      <p:sp>
        <p:nvSpPr>
          <p:cNvPr id="4" name="Marcador de número de diapositiva 3"/>
          <p:cNvSpPr>
            <a:spLocks noGrp="1"/>
          </p:cNvSpPr>
          <p:nvPr>
            <p:ph type="sldNum" sz="quarter" idx="5"/>
          </p:nvPr>
        </p:nvSpPr>
        <p:spPr/>
        <p:txBody>
          <a:bodyPr/>
          <a:lstStyle/>
          <a:p>
            <a:fld id="{ACF8FA83-9E9C-4461-A54B-A7C68D26A43B}" type="slidenum">
              <a:rPr lang="es-ES" smtClean="0"/>
              <a:pPr/>
              <a:t>22</a:t>
            </a:fld>
            <a:endParaRPr lang="es-ES"/>
          </a:p>
        </p:txBody>
      </p:sp>
    </p:spTree>
    <p:extLst>
      <p:ext uri="{BB962C8B-B14F-4D97-AF65-F5344CB8AC3E}">
        <p14:creationId xmlns:p14="http://schemas.microsoft.com/office/powerpoint/2010/main" val="1202771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PLC / Modulo de expansión</a:t>
            </a:r>
            <a:r>
              <a:rPr lang="es-ES" sz="1800" dirty="0">
                <a:effectLst/>
                <a:latin typeface="Calibri" panose="020F0502020204030204" pitchFamily="34" charset="0"/>
                <a:ea typeface="Calibri" panose="020F0502020204030204" pitchFamily="34" charset="0"/>
                <a:cs typeface="Times New Roman" panose="02020603050405020304" pitchFamily="18" charset="0"/>
              </a:rPr>
              <a:t>: Es el controlador del sistema de nivel de líquido, el cual recibe señales de los sensores de nivel para accionar el variador de frecuencia el cual regula la velocidad del motor.</a:t>
            </a:r>
            <a:endParaRPr lang="es-BO"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s-BO" dirty="0"/>
          </a:p>
        </p:txBody>
      </p:sp>
      <p:sp>
        <p:nvSpPr>
          <p:cNvPr id="4" name="Marcador de número de diapositiva 3"/>
          <p:cNvSpPr>
            <a:spLocks noGrp="1"/>
          </p:cNvSpPr>
          <p:nvPr>
            <p:ph type="sldNum" sz="quarter" idx="5"/>
          </p:nvPr>
        </p:nvSpPr>
        <p:spPr/>
        <p:txBody>
          <a:bodyPr/>
          <a:lstStyle/>
          <a:p>
            <a:fld id="{ACF8FA83-9E9C-4461-A54B-A7C68D26A43B}" type="slidenum">
              <a:rPr lang="es-ES" smtClean="0"/>
              <a:pPr/>
              <a:t>23</a:t>
            </a:fld>
            <a:endParaRPr lang="es-ES"/>
          </a:p>
        </p:txBody>
      </p:sp>
    </p:spTree>
    <p:extLst>
      <p:ext uri="{BB962C8B-B14F-4D97-AF65-F5344CB8AC3E}">
        <p14:creationId xmlns:p14="http://schemas.microsoft.com/office/powerpoint/2010/main" val="1135524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D1D5DB"/>
                </a:solidFill>
                <a:effectLst/>
                <a:latin typeface="Söhne"/>
              </a:rPr>
              <a:t>En un entorno industrial, una baliza es un dispositivo de señalización visual que se utiliza para indicar estados de seguridad, advertencias o información importante. Por lo general, las balizas industriales son luces de gran intensidad y colores llamativos, como rojo, amarillo o verde, a menudo se colocan en lugares estratégicos para asegurar una buena visibilidad. Las balizas industriales se utilizan para indicar el estado de un proceso, la presencia de una condición peligrosa o para llamar la atención del personal en situaciones específicas.</a:t>
            </a:r>
            <a:endParaRPr lang="es-BO" dirty="0"/>
          </a:p>
        </p:txBody>
      </p:sp>
      <p:sp>
        <p:nvSpPr>
          <p:cNvPr id="4" name="Marcador de número de diapositiva 3"/>
          <p:cNvSpPr>
            <a:spLocks noGrp="1"/>
          </p:cNvSpPr>
          <p:nvPr>
            <p:ph type="sldNum" sz="quarter" idx="5"/>
          </p:nvPr>
        </p:nvSpPr>
        <p:spPr/>
        <p:txBody>
          <a:bodyPr/>
          <a:lstStyle/>
          <a:p>
            <a:fld id="{C0BB1069-754D-4A3C-8F56-0CB7223AF5BC}" type="slidenum">
              <a:rPr lang="es-BO" smtClean="0"/>
              <a:t>29</a:t>
            </a:fld>
            <a:endParaRPr lang="es-BO"/>
          </a:p>
        </p:txBody>
      </p:sp>
    </p:spTree>
    <p:extLst>
      <p:ext uri="{BB962C8B-B14F-4D97-AF65-F5344CB8AC3E}">
        <p14:creationId xmlns:p14="http://schemas.microsoft.com/office/powerpoint/2010/main" val="37524590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D1D5DB"/>
                </a:solidFill>
                <a:effectLst/>
                <a:latin typeface="Söhne"/>
              </a:rPr>
              <a:t>Las luces piloto en un sistema industrial suelen ser pequeñas luces que se utilizan para indicar el estado de funcionamiento de un equipo o sistema. Estas luces son de tamaño reducido y generalmente se encuentran en paneles de control, tableros de instrumentos o equipos individuales. Las luces piloto pueden tener diferentes colores. Las luces piloto proporcionan una indicación rápida y visual del estado de un sistema y son utilizadas por los operadores para monitorear y controlar los equipos.</a:t>
            </a:r>
          </a:p>
          <a:p>
            <a:endParaRPr lang="es-MX" b="0" i="0" dirty="0">
              <a:solidFill>
                <a:srgbClr val="D1D5DB"/>
              </a:solidFill>
              <a:effectLst/>
              <a:latin typeface="Söhne"/>
            </a:endParaRPr>
          </a:p>
          <a:p>
            <a:r>
              <a:rPr lang="es-MX" b="0" i="0" dirty="0">
                <a:solidFill>
                  <a:srgbClr val="D1D5DB"/>
                </a:solidFill>
                <a:effectLst/>
                <a:latin typeface="Söhne"/>
              </a:rPr>
              <a:t>las luces piloto son luces más pequeñas que se utilizan en equipos o sistemas para indicar su estado de funcionamiento. Ambos dispositivos cumplen funciones de señalización visual, pero se diferencian en su tamaño, ubicación y propósito específico dentro del contexto industrial.</a:t>
            </a:r>
            <a:endParaRPr lang="es-BO" dirty="0"/>
          </a:p>
        </p:txBody>
      </p:sp>
      <p:sp>
        <p:nvSpPr>
          <p:cNvPr id="4" name="Marcador de número de diapositiva 3"/>
          <p:cNvSpPr>
            <a:spLocks noGrp="1"/>
          </p:cNvSpPr>
          <p:nvPr>
            <p:ph type="sldNum" sz="quarter" idx="5"/>
          </p:nvPr>
        </p:nvSpPr>
        <p:spPr/>
        <p:txBody>
          <a:bodyPr/>
          <a:lstStyle/>
          <a:p>
            <a:fld id="{C0BB1069-754D-4A3C-8F56-0CB7223AF5BC}" type="slidenum">
              <a:rPr lang="es-BO" smtClean="0"/>
              <a:t>30</a:t>
            </a:fld>
            <a:endParaRPr lang="es-BO"/>
          </a:p>
        </p:txBody>
      </p:sp>
    </p:spTree>
    <p:extLst>
      <p:ext uri="{BB962C8B-B14F-4D97-AF65-F5344CB8AC3E}">
        <p14:creationId xmlns:p14="http://schemas.microsoft.com/office/powerpoint/2010/main" val="22125100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BO" dirty="0"/>
          </a:p>
        </p:txBody>
      </p:sp>
      <p:sp>
        <p:nvSpPr>
          <p:cNvPr id="4" name="Marcador de número de diapositiva 3"/>
          <p:cNvSpPr>
            <a:spLocks noGrp="1"/>
          </p:cNvSpPr>
          <p:nvPr>
            <p:ph type="sldNum" sz="quarter" idx="5"/>
          </p:nvPr>
        </p:nvSpPr>
        <p:spPr/>
        <p:txBody>
          <a:bodyPr/>
          <a:lstStyle/>
          <a:p>
            <a:fld id="{C0BB1069-754D-4A3C-8F56-0CB7223AF5BC}" type="slidenum">
              <a:rPr lang="es-BO" smtClean="0"/>
              <a:t>55</a:t>
            </a:fld>
            <a:endParaRPr lang="es-BO"/>
          </a:p>
        </p:txBody>
      </p:sp>
    </p:spTree>
    <p:extLst>
      <p:ext uri="{BB962C8B-B14F-4D97-AF65-F5344CB8AC3E}">
        <p14:creationId xmlns:p14="http://schemas.microsoft.com/office/powerpoint/2010/main" val="25096477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dirty="0">
                <a:effectLst/>
                <a:latin typeface="Calibri" panose="020F0502020204030204" pitchFamily="34" charset="0"/>
                <a:ea typeface="Times New Roman" panose="02020603050405020304" pitchFamily="18" charset="0"/>
              </a:rPr>
              <a:t>El módulo de expansión que utiliza el controlador es el 1762-IF20F2, el cual es un módulo analógico de voltaje/corriente con combinación de 2 canales de entrada y 2 canales de salida. Los 2 canales de entrada se utilizarán para las lecturas del sensor ultrasónico y el sensor de presión</a:t>
            </a:r>
            <a:endParaRPr lang="es-BO" dirty="0"/>
          </a:p>
        </p:txBody>
      </p:sp>
      <p:sp>
        <p:nvSpPr>
          <p:cNvPr id="4" name="Marcador de número de diapositiva 3"/>
          <p:cNvSpPr>
            <a:spLocks noGrp="1"/>
          </p:cNvSpPr>
          <p:nvPr>
            <p:ph type="sldNum" sz="quarter" idx="5"/>
          </p:nvPr>
        </p:nvSpPr>
        <p:spPr/>
        <p:txBody>
          <a:bodyPr/>
          <a:lstStyle/>
          <a:p>
            <a:fld id="{C0BB1069-754D-4A3C-8F56-0CB7223AF5BC}" type="slidenum">
              <a:rPr lang="es-BO" smtClean="0"/>
              <a:t>79</a:t>
            </a:fld>
            <a:endParaRPr lang="es-BO"/>
          </a:p>
        </p:txBody>
      </p:sp>
    </p:spTree>
    <p:extLst>
      <p:ext uri="{BB962C8B-B14F-4D97-AF65-F5344CB8AC3E}">
        <p14:creationId xmlns:p14="http://schemas.microsoft.com/office/powerpoint/2010/main" val="42470991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1">
        <a:schemeClr val="bg2"/>
      </p:bgRef>
    </p:bg>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lumMod val="7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A76EB9D5-7E1A-4433-8B21-2237CC26FA2C}" type="datetimeFigureOut">
              <a:rPr lang="en-US" dirty="0"/>
              <a:t>5/17/2023</a:t>
            </a:fld>
            <a:endParaRPr lang="en-US" dirty="0"/>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‹Nº›</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39EF837-FEDB-44F2-8FB5-4F56FC548A33}" type="datetimeFigureOut">
              <a:rPr lang="en-US" dirty="0"/>
              <a:t>5/17/2023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16" name="Rectangle 15"/>
          <p:cNvSpPr/>
          <p:nvPr/>
        </p:nvSpPr>
        <p:spPr>
          <a:xfrm>
            <a:off x="11784" y="0"/>
            <a:ext cx="12192000" cy="6858000"/>
          </a:xfrm>
          <a:prstGeom prst="rect">
            <a:avLst/>
          </a:prstGeom>
          <a:blipFill dpi="0" rotWithShape="1">
            <a:blip r:embed="rId2">
              <a:alphaModFix amt="40000"/>
              <a:duotone>
                <a:schemeClr val="accent2">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4EC2AB55-62C0-407E-B706-C907B44B0BFC}" type="datetimeFigureOut">
              <a:rPr lang="en-US" dirty="0"/>
              <a:t>5/17/2023</a:t>
            </a:fld>
            <a:endParaRPr lang="en-US" dirty="0"/>
          </a:p>
        </p:txBody>
      </p:sp>
      <p:sp>
        <p:nvSpPr>
          <p:cNvPr id="5" name="Footer Placeholder 4"/>
          <p:cNvSpPr>
            <a:spLocks noGrp="1"/>
          </p:cNvSpPr>
          <p:nvPr>
            <p:ph type="ftr" sz="quarter" idx="11"/>
          </p:nvPr>
        </p:nvSpPr>
        <p:spPr>
          <a:xfrm>
            <a:off x="1453896" y="521208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2080"/>
            <a:ext cx="2112264" cy="228600"/>
          </a:xfrm>
        </p:spPr>
        <p:txBody>
          <a:bodyPr/>
          <a:lstStyle/>
          <a:p>
            <a:fld id="{4FAB73BC-B049-4115-A692-8D63A059BFB8}" type="slidenum">
              <a:rPr lang="en-US" dirty="0"/>
              <a:t>‹Nº›</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9FBB33F-FEF5-4E73-A5F9-307689FE77C6}" type="datetimeFigureOut">
              <a:rPr lang="en-US" dirty="0"/>
              <a:t>5/17/2023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64B5FA4-F0B8-4D71-BC92-932E3A1502F8}" type="datetimeFigureOut">
              <a:rPr lang="en-US" dirty="0"/>
              <a:t>5/17/2023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FD89F80-C2CE-4D6A-80E4-D3515AD92BC6}" type="datetimeFigureOut">
              <a:rPr lang="en-US" dirty="0"/>
              <a:t>5/17/2023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E4220E-EF40-477E-B84C-637FC7CE78DB}" type="datetimeFigureOut">
              <a:rPr lang="en-US" dirty="0"/>
              <a:t>5/17/2023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tx1"/>
                </a:solidFill>
                <a:effectLst/>
                <a:latin typeface="+mj-lt"/>
                <a:ea typeface="+mn-ea"/>
                <a:cs typeface="+mn-cs"/>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8" name="Date Placeholder 7"/>
          <p:cNvSpPr>
            <a:spLocks noGrp="1"/>
          </p:cNvSpPr>
          <p:nvPr>
            <p:ph type="dt" sz="half" idx="10"/>
          </p:nvPr>
        </p:nvSpPr>
        <p:spPr/>
        <p:txBody>
          <a:bodyPr/>
          <a:lstStyle/>
          <a:p>
            <a:fld id="{FD0B8D63-E026-4E54-B301-C824E1BD14F3}" type="datetimeFigureOut">
              <a:rPr lang="en-US" dirty="0"/>
              <a:t>5/17/2023</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6728" y="6227064"/>
            <a:ext cx="1463040" cy="256032"/>
          </a:xfrm>
        </p:spPr>
        <p:txBody>
          <a:bodyPr/>
          <a:lstStyle/>
          <a:p>
            <a:fld id="{4FAB73BC-B049-4115-A692-8D63A059BFB8}" type="slidenum">
              <a:rPr lang="en-US" dirty="0"/>
              <a:pPr/>
              <a:t>‹Nº›</a:t>
            </a:fld>
            <a:endParaRPr lang="en-US" dirty="0"/>
          </a:p>
        </p:txBody>
      </p:sp>
      <p:sp>
        <p:nvSpPr>
          <p:cNvPr id="12" name="Rectangle 11"/>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6">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6C423185-9573-406A-8068-0AB4F2335019}" type="datetimeFigureOut">
              <a:rPr lang="en-US" dirty="0"/>
              <a:t>5/17/2023</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56032"/>
          </a:xfrm>
        </p:spPr>
        <p:txBody>
          <a:bodyPr/>
          <a:lstStyle/>
          <a:p>
            <a:fld id="{4FAB73BC-B049-4115-A692-8D63A059BFB8}" type="slidenum">
              <a:rPr lang="en-US" dirty="0"/>
              <a:pPr/>
              <a:t>‹Nº›</a:t>
            </a:fld>
            <a:endParaRPr lang="en-US" dirty="0"/>
          </a:p>
        </p:txBody>
      </p:sp>
      <p:sp>
        <p:nvSpPr>
          <p:cNvPr id="10" name="Rectangle 9"/>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2598A19-B9D6-4696-A74D-9FEF900C8B6A}" type="datetimeFigureOut">
              <a:rPr lang="en-US" dirty="0"/>
              <a:t>5/17/2023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A205100-39B0-4914-BBD6-34F267582565}" type="datetimeFigureOut">
              <a:rPr lang="en-US" dirty="0"/>
              <a:t>5/17/2023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6C5516DA-9D86-4E1E-A623-C11F9F74EB59}" type="datetimeFigureOut">
              <a:rPr lang="en-US" dirty="0"/>
              <a:t>5/17/2023</a:t>
            </a:fld>
            <a:endParaRPr lang="en-US" dirty="0"/>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‹Nº›</a:t>
            </a:fld>
            <a:endParaRPr lang="en-US" dirty="0"/>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jpg"/><Relationship Id="rId1" Type="http://schemas.openxmlformats.org/officeDocument/2006/relationships/slideLayout" Target="../slideLayouts/slideLayout2.xml"/><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2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gif"/></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diagramLayout" Target="../diagrams/layout1.xml"/><Relationship Id="rId7" Type="http://schemas.openxmlformats.org/officeDocument/2006/relationships/image" Target="../media/image39.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42.png"/><Relationship Id="rId4" Type="http://schemas.openxmlformats.org/officeDocument/2006/relationships/diagramQuickStyle" Target="../diagrams/quickStyle1.xml"/><Relationship Id="rId9" Type="http://schemas.openxmlformats.org/officeDocument/2006/relationships/image" Target="../media/image41.png"/></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43.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46.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8.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0.xml.rels><?xml version="1.0" encoding="UTF-8" standalone="yes"?>
<Relationships xmlns="http://schemas.openxmlformats.org/package/2006/relationships"><Relationship Id="rId8" Type="http://schemas.openxmlformats.org/officeDocument/2006/relationships/image" Target="../media/image52.jpeg"/><Relationship Id="rId3" Type="http://schemas.openxmlformats.org/officeDocument/2006/relationships/diagramLayout" Target="../diagrams/layout4.xml"/><Relationship Id="rId7" Type="http://schemas.openxmlformats.org/officeDocument/2006/relationships/image" Target="../media/image51.jpe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9" Type="http://schemas.openxmlformats.org/officeDocument/2006/relationships/image" Target="../media/image53.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diagramLayout" Target="../diagrams/layout5.xml"/><Relationship Id="rId7" Type="http://schemas.openxmlformats.org/officeDocument/2006/relationships/image" Target="../media/image54.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 Id="rId9" Type="http://schemas.openxmlformats.org/officeDocument/2006/relationships/image" Target="../media/image56.png"/></Relationships>
</file>

<file path=ppt/slides/_rels/slide5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61.gif"/><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diagramLayout" Target="../diagrams/layout7.xml"/><Relationship Id="rId7" Type="http://schemas.openxmlformats.org/officeDocument/2006/relationships/image" Target="../media/image65.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60.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68.jpe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64.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diagramLayout" Target="../diagrams/layout9.xml"/><Relationship Id="rId7" Type="http://schemas.openxmlformats.org/officeDocument/2006/relationships/image" Target="../media/image71.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10" Type="http://schemas.openxmlformats.org/officeDocument/2006/relationships/image" Target="../media/image74.png"/><Relationship Id="rId4" Type="http://schemas.openxmlformats.org/officeDocument/2006/relationships/diagramQuickStyle" Target="../diagrams/quickStyle9.xml"/><Relationship Id="rId9" Type="http://schemas.openxmlformats.org/officeDocument/2006/relationships/image" Target="../media/image73.png"/></Relationships>
</file>

<file path=ppt/slides/_rels/slide67.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7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74.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76.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image" Target="../media/image79.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79.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8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83.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diagramLayout" Target="../diagrams/layout15.xml"/><Relationship Id="rId7" Type="http://schemas.openxmlformats.org/officeDocument/2006/relationships/image" Target="../media/image89.png"/><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86.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8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88.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94.png"/><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8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8" Type="http://schemas.openxmlformats.org/officeDocument/2006/relationships/image" Target="../media/image52.jpeg"/><Relationship Id="rId3" Type="http://schemas.openxmlformats.org/officeDocument/2006/relationships/diagramLayout" Target="../diagrams/layout20.xml"/><Relationship Id="rId7" Type="http://schemas.openxmlformats.org/officeDocument/2006/relationships/image" Target="../media/image51.jpeg"/><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 Id="rId9" Type="http://schemas.openxmlformats.org/officeDocument/2006/relationships/image" Target="../media/image53.jpeg"/></Relationships>
</file>

<file path=ppt/slides/_rels/slide92.xml.rels><?xml version="1.0" encoding="UTF-8" standalone="yes"?>
<Relationships xmlns="http://schemas.openxmlformats.org/package/2006/relationships"><Relationship Id="rId8" Type="http://schemas.openxmlformats.org/officeDocument/2006/relationships/image" Target="../media/image52.jpeg"/><Relationship Id="rId3" Type="http://schemas.openxmlformats.org/officeDocument/2006/relationships/diagramLayout" Target="../diagrams/layout21.xml"/><Relationship Id="rId7" Type="http://schemas.openxmlformats.org/officeDocument/2006/relationships/image" Target="../media/image51.jpeg"/><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 Id="rId9" Type="http://schemas.openxmlformats.org/officeDocument/2006/relationships/image" Target="../media/image53.jpeg"/></Relationships>
</file>

<file path=ppt/slides/_rels/slide93.xml.rels><?xml version="1.0" encoding="UTF-8" standalone="yes"?>
<Relationships xmlns="http://schemas.openxmlformats.org/package/2006/relationships"><Relationship Id="rId8" Type="http://schemas.openxmlformats.org/officeDocument/2006/relationships/image" Target="../media/image97.jpeg"/><Relationship Id="rId3" Type="http://schemas.openxmlformats.org/officeDocument/2006/relationships/diagramLayout" Target="../diagrams/layout22.xml"/><Relationship Id="rId7" Type="http://schemas.openxmlformats.org/officeDocument/2006/relationships/image" Target="../media/image96.jpeg"/><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 Id="rId9" Type="http://schemas.openxmlformats.org/officeDocument/2006/relationships/image" Target="../media/image98.jpeg"/></Relationships>
</file>

<file path=ppt/slides/_rels/slide94.xml.rels><?xml version="1.0" encoding="UTF-8" standalone="yes"?>
<Relationships xmlns="http://schemas.openxmlformats.org/package/2006/relationships"><Relationship Id="rId8" Type="http://schemas.openxmlformats.org/officeDocument/2006/relationships/image" Target="../media/image97.jpeg"/><Relationship Id="rId3" Type="http://schemas.openxmlformats.org/officeDocument/2006/relationships/diagramLayout" Target="../diagrams/layout23.xml"/><Relationship Id="rId7" Type="http://schemas.openxmlformats.org/officeDocument/2006/relationships/image" Target="../media/image96.jpeg"/><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 Id="rId9" Type="http://schemas.openxmlformats.org/officeDocument/2006/relationships/image" Target="../media/image98.jpeg"/></Relationships>
</file>

<file path=ppt/slides/_rels/slide95.xml.rels><?xml version="1.0" encoding="UTF-8" standalone="yes"?>
<Relationships xmlns="http://schemas.openxmlformats.org/package/2006/relationships"><Relationship Id="rId8" Type="http://schemas.openxmlformats.org/officeDocument/2006/relationships/image" Target="../media/image100.jpeg"/><Relationship Id="rId3" Type="http://schemas.openxmlformats.org/officeDocument/2006/relationships/diagramLayout" Target="../diagrams/layout24.xml"/><Relationship Id="rId7" Type="http://schemas.openxmlformats.org/officeDocument/2006/relationships/image" Target="../media/image99.jpeg"/><Relationship Id="rId12" Type="http://schemas.openxmlformats.org/officeDocument/2006/relationships/image" Target="../media/image104.jpeg"/><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11" Type="http://schemas.openxmlformats.org/officeDocument/2006/relationships/image" Target="../media/image103.jpeg"/><Relationship Id="rId5" Type="http://schemas.openxmlformats.org/officeDocument/2006/relationships/diagramColors" Target="../diagrams/colors24.xml"/><Relationship Id="rId10" Type="http://schemas.openxmlformats.org/officeDocument/2006/relationships/image" Target="../media/image102.jpeg"/><Relationship Id="rId4" Type="http://schemas.openxmlformats.org/officeDocument/2006/relationships/diagramQuickStyle" Target="../diagrams/quickStyle24.xml"/><Relationship Id="rId9" Type="http://schemas.openxmlformats.org/officeDocument/2006/relationships/image" Target="../media/image101.jpeg"/></Relationships>
</file>

<file path=ppt/slides/_rels/slide96.xml.rels><?xml version="1.0" encoding="UTF-8" standalone="yes"?>
<Relationships xmlns="http://schemas.openxmlformats.org/package/2006/relationships"><Relationship Id="rId8" Type="http://schemas.openxmlformats.org/officeDocument/2006/relationships/image" Target="../media/image100.jpeg"/><Relationship Id="rId3" Type="http://schemas.openxmlformats.org/officeDocument/2006/relationships/diagramLayout" Target="../diagrams/layout25.xml"/><Relationship Id="rId7" Type="http://schemas.openxmlformats.org/officeDocument/2006/relationships/image" Target="../media/image99.jpeg"/><Relationship Id="rId12" Type="http://schemas.openxmlformats.org/officeDocument/2006/relationships/image" Target="../media/image104.jpeg"/><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11" Type="http://schemas.openxmlformats.org/officeDocument/2006/relationships/image" Target="../media/image103.jpeg"/><Relationship Id="rId5" Type="http://schemas.openxmlformats.org/officeDocument/2006/relationships/diagramColors" Target="../diagrams/colors25.xml"/><Relationship Id="rId10" Type="http://schemas.openxmlformats.org/officeDocument/2006/relationships/image" Target="../media/image102.jpeg"/><Relationship Id="rId4" Type="http://schemas.openxmlformats.org/officeDocument/2006/relationships/diagramQuickStyle" Target="../diagrams/quickStyle25.xml"/><Relationship Id="rId9" Type="http://schemas.openxmlformats.org/officeDocument/2006/relationships/image" Target="../media/image101.jpeg"/></Relationships>
</file>

<file path=ppt/slides/_rels/slide97.xml.rels><?xml version="1.0" encoding="UTF-8" standalone="yes"?>
<Relationships xmlns="http://schemas.openxmlformats.org/package/2006/relationships"><Relationship Id="rId8" Type="http://schemas.openxmlformats.org/officeDocument/2006/relationships/image" Target="../media/image100.jpeg"/><Relationship Id="rId3" Type="http://schemas.openxmlformats.org/officeDocument/2006/relationships/diagramLayout" Target="../diagrams/layout26.xml"/><Relationship Id="rId7" Type="http://schemas.openxmlformats.org/officeDocument/2006/relationships/image" Target="../media/image99.jpeg"/><Relationship Id="rId12" Type="http://schemas.openxmlformats.org/officeDocument/2006/relationships/image" Target="../media/image104.jpeg"/><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11" Type="http://schemas.openxmlformats.org/officeDocument/2006/relationships/image" Target="../media/image103.jpeg"/><Relationship Id="rId5" Type="http://schemas.openxmlformats.org/officeDocument/2006/relationships/diagramColors" Target="../diagrams/colors26.xml"/><Relationship Id="rId10" Type="http://schemas.openxmlformats.org/officeDocument/2006/relationships/image" Target="../media/image102.jpeg"/><Relationship Id="rId4" Type="http://schemas.openxmlformats.org/officeDocument/2006/relationships/diagramQuickStyle" Target="../diagrams/quickStyle26.xml"/><Relationship Id="rId9" Type="http://schemas.openxmlformats.org/officeDocument/2006/relationships/image" Target="../media/image101.jpeg"/></Relationships>
</file>

<file path=ppt/slides/_rels/slide98.xml.rels><?xml version="1.0" encoding="UTF-8" standalone="yes"?>
<Relationships xmlns="http://schemas.openxmlformats.org/package/2006/relationships"><Relationship Id="rId8" Type="http://schemas.openxmlformats.org/officeDocument/2006/relationships/image" Target="../media/image100.jpeg"/><Relationship Id="rId3" Type="http://schemas.openxmlformats.org/officeDocument/2006/relationships/diagramLayout" Target="../diagrams/layout27.xml"/><Relationship Id="rId7" Type="http://schemas.openxmlformats.org/officeDocument/2006/relationships/image" Target="../media/image99.jpeg"/><Relationship Id="rId12" Type="http://schemas.openxmlformats.org/officeDocument/2006/relationships/image" Target="../media/image104.jpeg"/><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11" Type="http://schemas.openxmlformats.org/officeDocument/2006/relationships/image" Target="../media/image103.jpeg"/><Relationship Id="rId5" Type="http://schemas.openxmlformats.org/officeDocument/2006/relationships/diagramColors" Target="../diagrams/colors27.xml"/><Relationship Id="rId10" Type="http://schemas.openxmlformats.org/officeDocument/2006/relationships/image" Target="../media/image102.jpeg"/><Relationship Id="rId4" Type="http://schemas.openxmlformats.org/officeDocument/2006/relationships/diagramQuickStyle" Target="../diagrams/quickStyle27.xml"/><Relationship Id="rId9" Type="http://schemas.openxmlformats.org/officeDocument/2006/relationships/image" Target="../media/image101.jpe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8" Type="http://schemas.openxmlformats.org/officeDocument/2006/relationships/image" Target="../media/image106.jpeg"/><Relationship Id="rId13" Type="http://schemas.openxmlformats.org/officeDocument/2006/relationships/image" Target="../media/image111.jpeg"/><Relationship Id="rId18" Type="http://schemas.openxmlformats.org/officeDocument/2006/relationships/image" Target="../media/image116.jpeg"/><Relationship Id="rId3" Type="http://schemas.openxmlformats.org/officeDocument/2006/relationships/diagramLayout" Target="../diagrams/layout28.xml"/><Relationship Id="rId7" Type="http://schemas.openxmlformats.org/officeDocument/2006/relationships/image" Target="../media/image105.jpeg"/><Relationship Id="rId12" Type="http://schemas.openxmlformats.org/officeDocument/2006/relationships/image" Target="../media/image110.jpeg"/><Relationship Id="rId17" Type="http://schemas.openxmlformats.org/officeDocument/2006/relationships/image" Target="../media/image115.jpeg"/><Relationship Id="rId2" Type="http://schemas.openxmlformats.org/officeDocument/2006/relationships/diagramData" Target="../diagrams/data28.xml"/><Relationship Id="rId16" Type="http://schemas.openxmlformats.org/officeDocument/2006/relationships/image" Target="../media/image114.jpeg"/><Relationship Id="rId20" Type="http://schemas.openxmlformats.org/officeDocument/2006/relationships/image" Target="../media/image118.png"/><Relationship Id="rId1" Type="http://schemas.openxmlformats.org/officeDocument/2006/relationships/slideLayout" Target="../slideLayouts/slideLayout2.xml"/><Relationship Id="rId6" Type="http://schemas.microsoft.com/office/2007/relationships/diagramDrawing" Target="../diagrams/drawing28.xml"/><Relationship Id="rId11" Type="http://schemas.openxmlformats.org/officeDocument/2006/relationships/image" Target="../media/image109.jpeg"/><Relationship Id="rId5" Type="http://schemas.openxmlformats.org/officeDocument/2006/relationships/diagramColors" Target="../diagrams/colors28.xml"/><Relationship Id="rId15" Type="http://schemas.openxmlformats.org/officeDocument/2006/relationships/image" Target="../media/image113.jpeg"/><Relationship Id="rId10" Type="http://schemas.openxmlformats.org/officeDocument/2006/relationships/image" Target="../media/image108.jpeg"/><Relationship Id="rId19" Type="http://schemas.openxmlformats.org/officeDocument/2006/relationships/image" Target="../media/image117.jpeg"/><Relationship Id="rId4" Type="http://schemas.openxmlformats.org/officeDocument/2006/relationships/diagramQuickStyle" Target="../diagrams/quickStyle28.xml"/><Relationship Id="rId9" Type="http://schemas.openxmlformats.org/officeDocument/2006/relationships/image" Target="../media/image107.jpeg"/><Relationship Id="rId14" Type="http://schemas.openxmlformats.org/officeDocument/2006/relationships/image" Target="../media/image112.jpeg"/></Relationships>
</file>

<file path=ppt/slides/_rels/slide101.xml.rels><?xml version="1.0" encoding="UTF-8" standalone="yes"?>
<Relationships xmlns="http://schemas.openxmlformats.org/package/2006/relationships"><Relationship Id="rId8" Type="http://schemas.openxmlformats.org/officeDocument/2006/relationships/image" Target="../media/image106.jpeg"/><Relationship Id="rId13" Type="http://schemas.openxmlformats.org/officeDocument/2006/relationships/image" Target="../media/image111.jpeg"/><Relationship Id="rId18" Type="http://schemas.openxmlformats.org/officeDocument/2006/relationships/image" Target="../media/image116.jpeg"/><Relationship Id="rId3" Type="http://schemas.openxmlformats.org/officeDocument/2006/relationships/diagramLayout" Target="../diagrams/layout29.xml"/><Relationship Id="rId7" Type="http://schemas.openxmlformats.org/officeDocument/2006/relationships/image" Target="../media/image105.jpeg"/><Relationship Id="rId12" Type="http://schemas.openxmlformats.org/officeDocument/2006/relationships/image" Target="../media/image110.jpeg"/><Relationship Id="rId17" Type="http://schemas.openxmlformats.org/officeDocument/2006/relationships/image" Target="../media/image115.jpeg"/><Relationship Id="rId2" Type="http://schemas.openxmlformats.org/officeDocument/2006/relationships/diagramData" Target="../diagrams/data29.xml"/><Relationship Id="rId16" Type="http://schemas.openxmlformats.org/officeDocument/2006/relationships/image" Target="../media/image114.jpeg"/><Relationship Id="rId20" Type="http://schemas.openxmlformats.org/officeDocument/2006/relationships/image" Target="../media/image118.png"/><Relationship Id="rId1" Type="http://schemas.openxmlformats.org/officeDocument/2006/relationships/slideLayout" Target="../slideLayouts/slideLayout2.xml"/><Relationship Id="rId6" Type="http://schemas.microsoft.com/office/2007/relationships/diagramDrawing" Target="../diagrams/drawing29.xml"/><Relationship Id="rId11" Type="http://schemas.openxmlformats.org/officeDocument/2006/relationships/image" Target="../media/image109.jpeg"/><Relationship Id="rId5" Type="http://schemas.openxmlformats.org/officeDocument/2006/relationships/diagramColors" Target="../diagrams/colors29.xml"/><Relationship Id="rId15" Type="http://schemas.openxmlformats.org/officeDocument/2006/relationships/image" Target="../media/image113.jpeg"/><Relationship Id="rId10" Type="http://schemas.openxmlformats.org/officeDocument/2006/relationships/image" Target="../media/image108.jpeg"/><Relationship Id="rId19" Type="http://schemas.openxmlformats.org/officeDocument/2006/relationships/image" Target="../media/image117.jpeg"/><Relationship Id="rId4" Type="http://schemas.openxmlformats.org/officeDocument/2006/relationships/diagramQuickStyle" Target="../diagrams/quickStyle29.xml"/><Relationship Id="rId9" Type="http://schemas.openxmlformats.org/officeDocument/2006/relationships/image" Target="../media/image107.jpeg"/><Relationship Id="rId14" Type="http://schemas.openxmlformats.org/officeDocument/2006/relationships/image" Target="../media/image112.jpeg"/></Relationships>
</file>

<file path=ppt/slides/_rels/slide102.xml.rels><?xml version="1.0" encoding="UTF-8" standalone="yes"?>
<Relationships xmlns="http://schemas.openxmlformats.org/package/2006/relationships"><Relationship Id="rId8" Type="http://schemas.openxmlformats.org/officeDocument/2006/relationships/image" Target="../media/image106.jpeg"/><Relationship Id="rId13" Type="http://schemas.openxmlformats.org/officeDocument/2006/relationships/image" Target="../media/image111.jpeg"/><Relationship Id="rId18" Type="http://schemas.openxmlformats.org/officeDocument/2006/relationships/image" Target="../media/image116.jpeg"/><Relationship Id="rId3" Type="http://schemas.openxmlformats.org/officeDocument/2006/relationships/diagramLayout" Target="../diagrams/layout30.xml"/><Relationship Id="rId7" Type="http://schemas.openxmlformats.org/officeDocument/2006/relationships/image" Target="../media/image105.jpeg"/><Relationship Id="rId12" Type="http://schemas.openxmlformats.org/officeDocument/2006/relationships/image" Target="../media/image110.jpeg"/><Relationship Id="rId17" Type="http://schemas.openxmlformats.org/officeDocument/2006/relationships/image" Target="../media/image115.jpeg"/><Relationship Id="rId2" Type="http://schemas.openxmlformats.org/officeDocument/2006/relationships/diagramData" Target="../diagrams/data30.xml"/><Relationship Id="rId16" Type="http://schemas.openxmlformats.org/officeDocument/2006/relationships/image" Target="../media/image114.jpeg"/><Relationship Id="rId20" Type="http://schemas.openxmlformats.org/officeDocument/2006/relationships/image" Target="../media/image118.png"/><Relationship Id="rId1" Type="http://schemas.openxmlformats.org/officeDocument/2006/relationships/slideLayout" Target="../slideLayouts/slideLayout2.xml"/><Relationship Id="rId6" Type="http://schemas.microsoft.com/office/2007/relationships/diagramDrawing" Target="../diagrams/drawing30.xml"/><Relationship Id="rId11" Type="http://schemas.openxmlformats.org/officeDocument/2006/relationships/image" Target="../media/image109.jpeg"/><Relationship Id="rId5" Type="http://schemas.openxmlformats.org/officeDocument/2006/relationships/diagramColors" Target="../diagrams/colors30.xml"/><Relationship Id="rId15" Type="http://schemas.openxmlformats.org/officeDocument/2006/relationships/image" Target="../media/image113.jpeg"/><Relationship Id="rId10" Type="http://schemas.openxmlformats.org/officeDocument/2006/relationships/image" Target="../media/image108.jpeg"/><Relationship Id="rId19" Type="http://schemas.openxmlformats.org/officeDocument/2006/relationships/image" Target="../media/image117.jpeg"/><Relationship Id="rId4" Type="http://schemas.openxmlformats.org/officeDocument/2006/relationships/diagramQuickStyle" Target="../diagrams/quickStyle30.xml"/><Relationship Id="rId9" Type="http://schemas.openxmlformats.org/officeDocument/2006/relationships/image" Target="../media/image107.jpeg"/><Relationship Id="rId14" Type="http://schemas.openxmlformats.org/officeDocument/2006/relationships/image" Target="../media/image112.jpeg"/></Relationships>
</file>

<file path=ppt/slides/_rels/slide103.xml.rels><?xml version="1.0" encoding="UTF-8" standalone="yes"?>
<Relationships xmlns="http://schemas.openxmlformats.org/package/2006/relationships"><Relationship Id="rId8" Type="http://schemas.openxmlformats.org/officeDocument/2006/relationships/image" Target="../media/image119.jpeg"/><Relationship Id="rId13" Type="http://schemas.openxmlformats.org/officeDocument/2006/relationships/image" Target="../media/image110.jpeg"/><Relationship Id="rId18" Type="http://schemas.openxmlformats.org/officeDocument/2006/relationships/image" Target="../media/image115.jpeg"/><Relationship Id="rId3" Type="http://schemas.openxmlformats.org/officeDocument/2006/relationships/diagramLayout" Target="../diagrams/layout31.xml"/><Relationship Id="rId21" Type="http://schemas.openxmlformats.org/officeDocument/2006/relationships/image" Target="../media/image120.jpg"/><Relationship Id="rId7" Type="http://schemas.openxmlformats.org/officeDocument/2006/relationships/image" Target="../media/image105.jpeg"/><Relationship Id="rId12" Type="http://schemas.openxmlformats.org/officeDocument/2006/relationships/image" Target="../media/image109.jpeg"/><Relationship Id="rId17" Type="http://schemas.openxmlformats.org/officeDocument/2006/relationships/image" Target="../media/image114.jpeg"/><Relationship Id="rId2" Type="http://schemas.openxmlformats.org/officeDocument/2006/relationships/diagramData" Target="../diagrams/data31.xml"/><Relationship Id="rId16" Type="http://schemas.openxmlformats.org/officeDocument/2006/relationships/image" Target="../media/image113.jpeg"/><Relationship Id="rId20" Type="http://schemas.openxmlformats.org/officeDocument/2006/relationships/image" Target="../media/image117.jpeg"/><Relationship Id="rId1" Type="http://schemas.openxmlformats.org/officeDocument/2006/relationships/slideLayout" Target="../slideLayouts/slideLayout2.xml"/><Relationship Id="rId6" Type="http://schemas.microsoft.com/office/2007/relationships/diagramDrawing" Target="../diagrams/drawing31.xml"/><Relationship Id="rId11" Type="http://schemas.openxmlformats.org/officeDocument/2006/relationships/image" Target="../media/image108.jpeg"/><Relationship Id="rId5" Type="http://schemas.openxmlformats.org/officeDocument/2006/relationships/diagramColors" Target="../diagrams/colors31.xml"/><Relationship Id="rId15" Type="http://schemas.openxmlformats.org/officeDocument/2006/relationships/image" Target="../media/image112.jpeg"/><Relationship Id="rId10" Type="http://schemas.openxmlformats.org/officeDocument/2006/relationships/image" Target="../media/image107.jpeg"/><Relationship Id="rId19" Type="http://schemas.openxmlformats.org/officeDocument/2006/relationships/image" Target="../media/image116.jpeg"/><Relationship Id="rId4" Type="http://schemas.openxmlformats.org/officeDocument/2006/relationships/diagramQuickStyle" Target="../diagrams/quickStyle31.xml"/><Relationship Id="rId9" Type="http://schemas.openxmlformats.org/officeDocument/2006/relationships/image" Target="../media/image106.jpeg"/><Relationship Id="rId14" Type="http://schemas.openxmlformats.org/officeDocument/2006/relationships/image" Target="../media/image111.jpeg"/></Relationships>
</file>

<file path=ppt/slides/_rels/slide104.xml.rels><?xml version="1.0" encoding="UTF-8" standalone="yes"?>
<Relationships xmlns="http://schemas.openxmlformats.org/package/2006/relationships"><Relationship Id="rId8" Type="http://schemas.openxmlformats.org/officeDocument/2006/relationships/image" Target="../media/image106.jpeg"/><Relationship Id="rId13" Type="http://schemas.openxmlformats.org/officeDocument/2006/relationships/image" Target="../media/image111.jpeg"/><Relationship Id="rId18" Type="http://schemas.openxmlformats.org/officeDocument/2006/relationships/image" Target="../media/image116.jpeg"/><Relationship Id="rId3" Type="http://schemas.openxmlformats.org/officeDocument/2006/relationships/diagramLayout" Target="../diagrams/layout32.xml"/><Relationship Id="rId7" Type="http://schemas.openxmlformats.org/officeDocument/2006/relationships/image" Target="../media/image105.jpeg"/><Relationship Id="rId12" Type="http://schemas.openxmlformats.org/officeDocument/2006/relationships/image" Target="../media/image110.jpeg"/><Relationship Id="rId17" Type="http://schemas.openxmlformats.org/officeDocument/2006/relationships/image" Target="../media/image115.jpeg"/><Relationship Id="rId2" Type="http://schemas.openxmlformats.org/officeDocument/2006/relationships/diagramData" Target="../diagrams/data32.xml"/><Relationship Id="rId16" Type="http://schemas.openxmlformats.org/officeDocument/2006/relationships/image" Target="../media/image114.jpeg"/><Relationship Id="rId20" Type="http://schemas.openxmlformats.org/officeDocument/2006/relationships/image" Target="../media/image118.png"/><Relationship Id="rId1" Type="http://schemas.openxmlformats.org/officeDocument/2006/relationships/slideLayout" Target="../slideLayouts/slideLayout2.xml"/><Relationship Id="rId6" Type="http://schemas.microsoft.com/office/2007/relationships/diagramDrawing" Target="../diagrams/drawing32.xml"/><Relationship Id="rId11" Type="http://schemas.openxmlformats.org/officeDocument/2006/relationships/image" Target="../media/image109.jpeg"/><Relationship Id="rId5" Type="http://schemas.openxmlformats.org/officeDocument/2006/relationships/diagramColors" Target="../diagrams/colors32.xml"/><Relationship Id="rId15" Type="http://schemas.openxmlformats.org/officeDocument/2006/relationships/image" Target="../media/image113.jpeg"/><Relationship Id="rId10" Type="http://schemas.openxmlformats.org/officeDocument/2006/relationships/image" Target="../media/image108.jpeg"/><Relationship Id="rId19" Type="http://schemas.openxmlformats.org/officeDocument/2006/relationships/image" Target="../media/image117.jpeg"/><Relationship Id="rId4" Type="http://schemas.openxmlformats.org/officeDocument/2006/relationships/diagramQuickStyle" Target="../diagrams/quickStyle32.xml"/><Relationship Id="rId9" Type="http://schemas.openxmlformats.org/officeDocument/2006/relationships/image" Target="../media/image107.jpeg"/><Relationship Id="rId14" Type="http://schemas.openxmlformats.org/officeDocument/2006/relationships/image" Target="../media/image112.jpeg"/></Relationships>
</file>

<file path=ppt/slides/_rels/slide105.xml.rels><?xml version="1.0" encoding="UTF-8" standalone="yes"?>
<Relationships xmlns="http://schemas.openxmlformats.org/package/2006/relationships"><Relationship Id="rId8" Type="http://schemas.openxmlformats.org/officeDocument/2006/relationships/image" Target="../media/image106.jpeg"/><Relationship Id="rId3" Type="http://schemas.openxmlformats.org/officeDocument/2006/relationships/diagramLayout" Target="../diagrams/layout33.xml"/><Relationship Id="rId7" Type="http://schemas.openxmlformats.org/officeDocument/2006/relationships/image" Target="../media/image105.jpeg"/><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10" Type="http://schemas.openxmlformats.org/officeDocument/2006/relationships/image" Target="../media/image108.jpeg"/><Relationship Id="rId4" Type="http://schemas.openxmlformats.org/officeDocument/2006/relationships/diagramQuickStyle" Target="../diagrams/quickStyle33.xml"/><Relationship Id="rId9" Type="http://schemas.openxmlformats.org/officeDocument/2006/relationships/image" Target="../media/image107.jpe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10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23.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24.jpe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118.xml.rels><?xml version="1.0" encoding="UTF-8" standalone="yes"?>
<Relationships xmlns="http://schemas.openxmlformats.org/package/2006/relationships"><Relationship Id="rId3" Type="http://schemas.openxmlformats.org/officeDocument/2006/relationships/diagramLayout" Target="../diagrams/layout36.xml"/><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BO" dirty="0"/>
              <a:t>SISTEMA DE NIVEL DE LIQUIDO</a:t>
            </a:r>
            <a:endParaRPr lang="en-US" dirty="0"/>
          </a:p>
        </p:txBody>
      </p:sp>
      <p:sp>
        <p:nvSpPr>
          <p:cNvPr id="3" name="Subtítulo 2"/>
          <p:cNvSpPr>
            <a:spLocks noGrp="1"/>
          </p:cNvSpPr>
          <p:nvPr>
            <p:ph type="subTitle" idx="1"/>
          </p:nvPr>
        </p:nvSpPr>
        <p:spPr/>
        <p:txBody>
          <a:bodyPr/>
          <a:lstStyle/>
          <a:p>
            <a:r>
              <a:rPr lang="es-BO" dirty="0"/>
              <a:t>ETN-1034</a:t>
            </a:r>
            <a:endParaRPr lang="en-US" dirty="0"/>
          </a:p>
        </p:txBody>
      </p:sp>
    </p:spTree>
    <p:extLst>
      <p:ext uri="{BB962C8B-B14F-4D97-AF65-F5344CB8AC3E}">
        <p14:creationId xmlns:p14="http://schemas.microsoft.com/office/powerpoint/2010/main" val="2339639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F451B2-1CC3-E022-BB4D-B90B94ABBE2B}"/>
              </a:ext>
            </a:extLst>
          </p:cNvPr>
          <p:cNvSpPr>
            <a:spLocks noGrp="1"/>
          </p:cNvSpPr>
          <p:nvPr>
            <p:ph type="title"/>
          </p:nvPr>
        </p:nvSpPr>
        <p:spPr>
          <a:xfrm>
            <a:off x="1066800" y="627604"/>
            <a:ext cx="10058400" cy="466678"/>
          </a:xfrm>
        </p:spPr>
        <p:txBody>
          <a:bodyPr>
            <a:normAutofit fontScale="90000"/>
          </a:bodyPr>
          <a:lstStyle/>
          <a:p>
            <a:r>
              <a:rPr lang="es-BO" sz="3600" b="1" dirty="0"/>
              <a:t>INDICE</a:t>
            </a:r>
          </a:p>
        </p:txBody>
      </p:sp>
      <p:sp>
        <p:nvSpPr>
          <p:cNvPr id="3" name="Marcador de contenido 2">
            <a:extLst>
              <a:ext uri="{FF2B5EF4-FFF2-40B4-BE49-F238E27FC236}">
                <a16:creationId xmlns:a16="http://schemas.microsoft.com/office/drawing/2014/main" id="{78DAD0F4-AE88-431B-2635-2EAFBB0B1D03}"/>
              </a:ext>
            </a:extLst>
          </p:cNvPr>
          <p:cNvSpPr>
            <a:spLocks noGrp="1"/>
          </p:cNvSpPr>
          <p:nvPr>
            <p:ph idx="1"/>
          </p:nvPr>
        </p:nvSpPr>
        <p:spPr>
          <a:xfrm>
            <a:off x="1364104" y="1109273"/>
            <a:ext cx="7390151" cy="5351488"/>
          </a:xfrm>
        </p:spPr>
        <p:txBody>
          <a:bodyPr>
            <a:normAutofit fontScale="92500" lnSpcReduction="20000"/>
          </a:bodyPr>
          <a:lstStyle/>
          <a:p>
            <a:pPr>
              <a:buFont typeface="Wingdings" panose="05000000000000000000" pitchFamily="2" charset="2"/>
              <a:buChar char="Ø"/>
            </a:pPr>
            <a:r>
              <a:rPr lang="es-MX" sz="1400" dirty="0"/>
              <a:t>Descripción del proceso</a:t>
            </a:r>
          </a:p>
          <a:p>
            <a:pPr>
              <a:buFont typeface="Wingdings" panose="05000000000000000000" pitchFamily="2" charset="2"/>
              <a:buChar char="Ø"/>
            </a:pPr>
            <a:r>
              <a:rPr lang="es-MX" sz="1400" dirty="0"/>
              <a:t>Dispositivos de protección</a:t>
            </a:r>
          </a:p>
          <a:p>
            <a:pPr>
              <a:buFont typeface="Wingdings" panose="05000000000000000000" pitchFamily="2" charset="2"/>
              <a:buChar char="Ø"/>
            </a:pPr>
            <a:r>
              <a:rPr lang="es-MX" sz="1400" dirty="0"/>
              <a:t>Medidas AWG</a:t>
            </a:r>
          </a:p>
          <a:p>
            <a:pPr>
              <a:buFont typeface="Wingdings" panose="05000000000000000000" pitchFamily="2" charset="2"/>
              <a:buChar char="Ø"/>
            </a:pPr>
            <a:r>
              <a:rPr lang="es-MX" sz="1400" dirty="0"/>
              <a:t>Diagramas P&amp;ID</a:t>
            </a:r>
          </a:p>
          <a:p>
            <a:pPr>
              <a:buFont typeface="Wingdings" panose="05000000000000000000" pitchFamily="2" charset="2"/>
              <a:buChar char="Ø"/>
            </a:pPr>
            <a:r>
              <a:rPr lang="es-MX" sz="1400" dirty="0"/>
              <a:t>Esquema eléctrico</a:t>
            </a:r>
          </a:p>
          <a:p>
            <a:pPr>
              <a:buFont typeface="Wingdings" panose="05000000000000000000" pitchFamily="2" charset="2"/>
              <a:buChar char="Ø"/>
            </a:pPr>
            <a:r>
              <a:rPr lang="es-MX" sz="1400" dirty="0"/>
              <a:t>Elementos del sistema</a:t>
            </a:r>
          </a:p>
          <a:p>
            <a:pPr>
              <a:buFont typeface="Wingdings" panose="05000000000000000000" pitchFamily="2" charset="2"/>
              <a:buChar char="Ø"/>
            </a:pPr>
            <a:r>
              <a:rPr lang="es-MX" sz="1400" dirty="0"/>
              <a:t>Maqueta</a:t>
            </a:r>
          </a:p>
          <a:p>
            <a:pPr>
              <a:buFont typeface="Wingdings" panose="05000000000000000000" pitchFamily="2" charset="2"/>
              <a:buChar char="Ø"/>
            </a:pPr>
            <a:r>
              <a:rPr lang="es-MX" sz="1400" dirty="0"/>
              <a:t>Reconocimiento y ubicación de los componentes del sistema de control</a:t>
            </a:r>
          </a:p>
          <a:p>
            <a:pPr>
              <a:buFont typeface="Wingdings" panose="05000000000000000000" pitchFamily="2" charset="2"/>
              <a:buChar char="Ø"/>
            </a:pPr>
            <a:r>
              <a:rPr lang="es-MX" sz="1400" dirty="0"/>
              <a:t>Señalización</a:t>
            </a:r>
          </a:p>
          <a:p>
            <a:pPr>
              <a:buFont typeface="Wingdings" panose="05000000000000000000" pitchFamily="2" charset="2"/>
              <a:buChar char="Ø"/>
            </a:pPr>
            <a:r>
              <a:rPr lang="es-MX" sz="1400" dirty="0"/>
              <a:t>Caracterización de los componentes</a:t>
            </a:r>
          </a:p>
          <a:p>
            <a:pPr>
              <a:buFont typeface="Wingdings" panose="05000000000000000000" pitchFamily="2" charset="2"/>
              <a:buChar char="Ø"/>
            </a:pPr>
            <a:r>
              <a:rPr lang="es-MX" sz="1400" dirty="0"/>
              <a:t>Principio de funcionamiento</a:t>
            </a:r>
          </a:p>
          <a:p>
            <a:pPr>
              <a:buFont typeface="Wingdings" panose="05000000000000000000" pitchFamily="2" charset="2"/>
              <a:buChar char="Ø"/>
            </a:pPr>
            <a:r>
              <a:rPr lang="es-MX" sz="1400" dirty="0"/>
              <a:t>Esquema</a:t>
            </a:r>
          </a:p>
          <a:p>
            <a:pPr>
              <a:buFont typeface="Wingdings" panose="05000000000000000000" pitchFamily="2" charset="2"/>
              <a:buChar char="Ø"/>
            </a:pPr>
            <a:r>
              <a:rPr lang="es-MX" sz="1400" dirty="0"/>
              <a:t>Características</a:t>
            </a:r>
          </a:p>
          <a:p>
            <a:pPr>
              <a:buFont typeface="Wingdings" panose="05000000000000000000" pitchFamily="2" charset="2"/>
              <a:buChar char="Ø"/>
            </a:pPr>
            <a:r>
              <a:rPr lang="es-MX" sz="1400" dirty="0"/>
              <a:t>Curva de datos</a:t>
            </a:r>
          </a:p>
          <a:p>
            <a:pPr>
              <a:buFont typeface="Wingdings" panose="05000000000000000000" pitchFamily="2" charset="2"/>
              <a:buChar char="Ø"/>
            </a:pPr>
            <a:r>
              <a:rPr lang="es-MX" sz="1400" dirty="0"/>
              <a:t>Autómata</a:t>
            </a:r>
          </a:p>
          <a:p>
            <a:pPr>
              <a:buFont typeface="Wingdings" panose="05000000000000000000" pitchFamily="2" charset="2"/>
              <a:buChar char="Ø"/>
            </a:pPr>
            <a:r>
              <a:rPr lang="es-MX" sz="1400" dirty="0"/>
              <a:t>Arreglos</a:t>
            </a:r>
          </a:p>
          <a:p>
            <a:pPr>
              <a:buFont typeface="Wingdings" panose="05000000000000000000" pitchFamily="2" charset="2"/>
              <a:buChar char="Ø"/>
            </a:pPr>
            <a:r>
              <a:rPr lang="es-MX" sz="1400" dirty="0"/>
              <a:t>Modificación del sistema</a:t>
            </a:r>
          </a:p>
          <a:p>
            <a:pPr>
              <a:buFont typeface="Wingdings" panose="05000000000000000000" pitchFamily="2" charset="2"/>
              <a:buChar char="Ø"/>
            </a:pPr>
            <a:r>
              <a:rPr lang="es-MX" sz="1400" dirty="0"/>
              <a:t>Programación PLC</a:t>
            </a:r>
          </a:p>
          <a:p>
            <a:pPr>
              <a:buFont typeface="Wingdings" panose="05000000000000000000" pitchFamily="2" charset="2"/>
              <a:buChar char="Ø"/>
            </a:pPr>
            <a:r>
              <a:rPr lang="es-MX" sz="1400" dirty="0"/>
              <a:t>Conclusiones</a:t>
            </a:r>
            <a:endParaRPr lang="es-BO" sz="1400" dirty="0"/>
          </a:p>
        </p:txBody>
      </p:sp>
    </p:spTree>
    <p:extLst>
      <p:ext uri="{BB962C8B-B14F-4D97-AF65-F5344CB8AC3E}">
        <p14:creationId xmlns:p14="http://schemas.microsoft.com/office/powerpoint/2010/main" val="4025752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6F57CD-BC72-B5AC-6A66-3980A6668B67}"/>
              </a:ext>
            </a:extLst>
          </p:cNvPr>
          <p:cNvSpPr>
            <a:spLocks noGrp="1"/>
          </p:cNvSpPr>
          <p:nvPr>
            <p:ph type="title"/>
          </p:nvPr>
        </p:nvSpPr>
        <p:spPr>
          <a:xfrm>
            <a:off x="5318091" y="754951"/>
            <a:ext cx="6278825" cy="892246"/>
          </a:xfrm>
        </p:spPr>
        <p:txBody>
          <a:bodyPr>
            <a:normAutofit fontScale="90000"/>
          </a:bodyPr>
          <a:lstStyle/>
          <a:p>
            <a:pPr algn="ctr"/>
            <a:r>
              <a:rPr lang="es-BO" b="1" dirty="0">
                <a:effectLst>
                  <a:outerShdw blurRad="38100" dist="38100" dir="2700000" algn="tl">
                    <a:srgbClr val="000000">
                      <a:alpha val="43137"/>
                    </a:srgbClr>
                  </a:outerShdw>
                </a:effectLst>
              </a:rPr>
              <a:t>Descripción del proceso</a:t>
            </a:r>
          </a:p>
        </p:txBody>
      </p:sp>
      <p:sp>
        <p:nvSpPr>
          <p:cNvPr id="5" name="CuadroTexto 4">
            <a:extLst>
              <a:ext uri="{FF2B5EF4-FFF2-40B4-BE49-F238E27FC236}">
                <a16:creationId xmlns:a16="http://schemas.microsoft.com/office/drawing/2014/main" id="{DCF6563E-48D3-00E3-CA2B-BC92334CF9D6}"/>
              </a:ext>
            </a:extLst>
          </p:cNvPr>
          <p:cNvSpPr txBox="1"/>
          <p:nvPr/>
        </p:nvSpPr>
        <p:spPr>
          <a:xfrm>
            <a:off x="5617211" y="1707364"/>
            <a:ext cx="5770810" cy="4439036"/>
          </a:xfrm>
          <a:prstGeom prst="rect">
            <a:avLst/>
          </a:prstGeom>
          <a:noFill/>
        </p:spPr>
        <p:txBody>
          <a:bodyPr wrap="square">
            <a:spAutoFit/>
          </a:bodyPr>
          <a:lstStyle/>
          <a:p>
            <a:pPr algn="just">
              <a:lnSpc>
                <a:spcPct val="150000"/>
              </a:lnSpc>
            </a:pPr>
            <a:r>
              <a:rPr lang="es-MX" b="0" i="0" dirty="0">
                <a:effectLst/>
              </a:rPr>
              <a:t>El sistema de nivel de líquido tiene como propósito medir la cantidad de líquido en un recipiente o tanque. Esto es importante en muchas aplicaciones industriales y de ingeniería, donde la cantidad precisa de líquido en un proceso es crítica para su eficiencia y seguridad.</a:t>
            </a:r>
          </a:p>
          <a:p>
            <a:pPr algn="just">
              <a:lnSpc>
                <a:spcPct val="150000"/>
              </a:lnSpc>
            </a:pPr>
            <a:endParaRPr lang="es-MX" sz="600" b="0" i="0" dirty="0">
              <a:effectLst/>
            </a:endParaRPr>
          </a:p>
          <a:p>
            <a:pPr algn="just">
              <a:lnSpc>
                <a:spcPct val="150000"/>
              </a:lnSpc>
            </a:pPr>
            <a:r>
              <a:rPr lang="es-MX" b="0" i="0" dirty="0">
                <a:effectLst/>
              </a:rPr>
              <a:t>El sistema de nivel de líquido puede ser utilizado para controlar el llenado y vaciado de un tanque, o para alertar a los operadores cuando el nivel de líquido está demasiado alto o demasiado bajo</a:t>
            </a:r>
            <a:r>
              <a:rPr lang="es-MX" dirty="0"/>
              <a:t> </a:t>
            </a:r>
            <a:r>
              <a:rPr lang="es-MX" sz="1800" b="0" i="0" dirty="0">
                <a:effectLst/>
              </a:rPr>
              <a:t>y para mantener un volumen deseado de liquido contenido en el tanque. </a:t>
            </a:r>
            <a:endParaRPr lang="es-MX" b="0" i="0" dirty="0">
              <a:effectLst/>
            </a:endParaRPr>
          </a:p>
        </p:txBody>
      </p:sp>
      <p:grpSp>
        <p:nvGrpSpPr>
          <p:cNvPr id="8" name="Grupo 7">
            <a:extLst>
              <a:ext uri="{FF2B5EF4-FFF2-40B4-BE49-F238E27FC236}">
                <a16:creationId xmlns:a16="http://schemas.microsoft.com/office/drawing/2014/main" id="{30412CA3-EAAA-13C1-709E-B12ACB32F729}"/>
              </a:ext>
            </a:extLst>
          </p:cNvPr>
          <p:cNvGrpSpPr/>
          <p:nvPr/>
        </p:nvGrpSpPr>
        <p:grpSpPr>
          <a:xfrm>
            <a:off x="803979" y="986971"/>
            <a:ext cx="4429467" cy="5317990"/>
            <a:chOff x="2165766" y="-302507"/>
            <a:chExt cx="4968552" cy="6749940"/>
          </a:xfrm>
        </p:grpSpPr>
        <p:pic>
          <p:nvPicPr>
            <p:cNvPr id="9" name="Imagen 8">
              <a:extLst>
                <a:ext uri="{FF2B5EF4-FFF2-40B4-BE49-F238E27FC236}">
                  <a16:creationId xmlns:a16="http://schemas.microsoft.com/office/drawing/2014/main" id="{4C60BA27-F9BA-8B59-38BB-7AE29B9ED72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01" r="13250"/>
            <a:stretch/>
          </p:blipFill>
          <p:spPr>
            <a:xfrm rot="5400000">
              <a:off x="1492679" y="766624"/>
              <a:ext cx="6314726" cy="4176464"/>
            </a:xfrm>
            <a:prstGeom prst="rect">
              <a:avLst/>
            </a:prstGeom>
          </p:spPr>
        </p:pic>
        <p:sp>
          <p:nvSpPr>
            <p:cNvPr id="10" name="CuadroTexto 9">
              <a:extLst>
                <a:ext uri="{FF2B5EF4-FFF2-40B4-BE49-F238E27FC236}">
                  <a16:creationId xmlns:a16="http://schemas.microsoft.com/office/drawing/2014/main" id="{5C4C90DA-0946-32AD-9EFF-16F46242F633}"/>
                </a:ext>
              </a:extLst>
            </p:cNvPr>
            <p:cNvSpPr txBox="1"/>
            <p:nvPr/>
          </p:nvSpPr>
          <p:spPr>
            <a:xfrm>
              <a:off x="2165766" y="6078101"/>
              <a:ext cx="4968552" cy="369332"/>
            </a:xfrm>
            <a:prstGeom prst="rect">
              <a:avLst/>
            </a:prstGeom>
            <a:noFill/>
          </p:spPr>
          <p:txBody>
            <a:bodyPr wrap="square" rtlCol="0">
              <a:spAutoFit/>
            </a:bodyPr>
            <a:lstStyle/>
            <a:p>
              <a:pPr algn="ctr"/>
              <a:r>
                <a:rPr lang="es-ES" dirty="0"/>
                <a:t>Vista posterior</a:t>
              </a:r>
              <a:endParaRPr lang="es-BO" dirty="0"/>
            </a:p>
          </p:txBody>
        </p:sp>
      </p:grpSp>
      <p:grpSp>
        <p:nvGrpSpPr>
          <p:cNvPr id="11" name="Grupo 10">
            <a:extLst>
              <a:ext uri="{FF2B5EF4-FFF2-40B4-BE49-F238E27FC236}">
                <a16:creationId xmlns:a16="http://schemas.microsoft.com/office/drawing/2014/main" id="{CFBF4588-9B36-59F1-9436-8B9DA5F4D6BA}"/>
              </a:ext>
            </a:extLst>
          </p:cNvPr>
          <p:cNvGrpSpPr/>
          <p:nvPr/>
        </p:nvGrpSpPr>
        <p:grpSpPr>
          <a:xfrm>
            <a:off x="646354" y="986971"/>
            <a:ext cx="4758514" cy="5180471"/>
            <a:chOff x="3510084" y="1032283"/>
            <a:chExt cx="4429467" cy="6352946"/>
          </a:xfrm>
        </p:grpSpPr>
        <p:pic>
          <p:nvPicPr>
            <p:cNvPr id="12" name="Imagen 11">
              <a:extLst>
                <a:ext uri="{FF2B5EF4-FFF2-40B4-BE49-F238E27FC236}">
                  <a16:creationId xmlns:a16="http://schemas.microsoft.com/office/drawing/2014/main" id="{5BCF7314-7C54-C59F-5A17-59645AA03AB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750" b="3482"/>
            <a:stretch/>
          </p:blipFill>
          <p:spPr>
            <a:xfrm rot="5400000">
              <a:off x="2721001" y="2276874"/>
              <a:ext cx="6017575" cy="3528393"/>
            </a:xfrm>
            <a:prstGeom prst="rect">
              <a:avLst/>
            </a:prstGeom>
          </p:spPr>
        </p:pic>
        <p:sp>
          <p:nvSpPr>
            <p:cNvPr id="13" name="CuadroTexto 12">
              <a:extLst>
                <a:ext uri="{FF2B5EF4-FFF2-40B4-BE49-F238E27FC236}">
                  <a16:creationId xmlns:a16="http://schemas.microsoft.com/office/drawing/2014/main" id="{6319E25F-3E3D-61D0-C564-8643720769E6}"/>
                </a:ext>
              </a:extLst>
            </p:cNvPr>
            <p:cNvSpPr txBox="1"/>
            <p:nvPr/>
          </p:nvSpPr>
          <p:spPr>
            <a:xfrm>
              <a:off x="3510084" y="7015897"/>
              <a:ext cx="4429467" cy="369332"/>
            </a:xfrm>
            <a:prstGeom prst="rect">
              <a:avLst/>
            </a:prstGeom>
            <a:noFill/>
          </p:spPr>
          <p:txBody>
            <a:bodyPr wrap="square" rtlCol="0">
              <a:spAutoFit/>
            </a:bodyPr>
            <a:lstStyle/>
            <a:p>
              <a:pPr algn="ctr"/>
              <a:r>
                <a:rPr lang="es-ES" dirty="0"/>
                <a:t>Vista lateral izquierda</a:t>
              </a:r>
              <a:endParaRPr lang="es-BO" dirty="0"/>
            </a:p>
          </p:txBody>
        </p:sp>
      </p:grpSp>
      <p:grpSp>
        <p:nvGrpSpPr>
          <p:cNvPr id="14" name="Grupo 13">
            <a:extLst>
              <a:ext uri="{FF2B5EF4-FFF2-40B4-BE49-F238E27FC236}">
                <a16:creationId xmlns:a16="http://schemas.microsoft.com/office/drawing/2014/main" id="{5C21A787-1B45-92A0-AC70-0B1DB3F87B70}"/>
              </a:ext>
            </a:extLst>
          </p:cNvPr>
          <p:cNvGrpSpPr/>
          <p:nvPr/>
        </p:nvGrpSpPr>
        <p:grpSpPr>
          <a:xfrm>
            <a:off x="803979" y="732971"/>
            <a:ext cx="4527402" cy="5646847"/>
            <a:chOff x="2520969" y="-819472"/>
            <a:chExt cx="4429467" cy="6547334"/>
          </a:xfrm>
        </p:grpSpPr>
        <p:pic>
          <p:nvPicPr>
            <p:cNvPr id="15" name="Imagen 14">
              <a:extLst>
                <a:ext uri="{FF2B5EF4-FFF2-40B4-BE49-F238E27FC236}">
                  <a16:creationId xmlns:a16="http://schemas.microsoft.com/office/drawing/2014/main" id="{8C8200B2-1966-A4B7-A1BF-1D78FAC9993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4780"/>
            <a:stretch/>
          </p:blipFill>
          <p:spPr>
            <a:xfrm rot="5400000">
              <a:off x="1648377" y="438335"/>
              <a:ext cx="6146644" cy="3631030"/>
            </a:xfrm>
            <a:prstGeom prst="rect">
              <a:avLst/>
            </a:prstGeom>
          </p:spPr>
        </p:pic>
        <p:sp>
          <p:nvSpPr>
            <p:cNvPr id="16" name="CuadroTexto 15">
              <a:extLst>
                <a:ext uri="{FF2B5EF4-FFF2-40B4-BE49-F238E27FC236}">
                  <a16:creationId xmlns:a16="http://schemas.microsoft.com/office/drawing/2014/main" id="{F7001247-BAEF-13CA-7685-C42AEAE14716}"/>
                </a:ext>
              </a:extLst>
            </p:cNvPr>
            <p:cNvSpPr txBox="1"/>
            <p:nvPr/>
          </p:nvSpPr>
          <p:spPr>
            <a:xfrm>
              <a:off x="2520969" y="5358530"/>
              <a:ext cx="4429467" cy="369332"/>
            </a:xfrm>
            <a:prstGeom prst="rect">
              <a:avLst/>
            </a:prstGeom>
            <a:noFill/>
          </p:spPr>
          <p:txBody>
            <a:bodyPr wrap="square" rtlCol="0">
              <a:spAutoFit/>
            </a:bodyPr>
            <a:lstStyle/>
            <a:p>
              <a:pPr algn="ctr"/>
              <a:r>
                <a:rPr lang="es-ES" dirty="0"/>
                <a:t>Vista lateral derecha</a:t>
              </a:r>
              <a:endParaRPr lang="es-BO" dirty="0"/>
            </a:p>
          </p:txBody>
        </p:sp>
      </p:grpSp>
      <p:grpSp>
        <p:nvGrpSpPr>
          <p:cNvPr id="17" name="Grupo 16">
            <a:extLst>
              <a:ext uri="{FF2B5EF4-FFF2-40B4-BE49-F238E27FC236}">
                <a16:creationId xmlns:a16="http://schemas.microsoft.com/office/drawing/2014/main" id="{D8B161D8-6C23-9136-FDC2-684AFAB849D1}"/>
              </a:ext>
            </a:extLst>
          </p:cNvPr>
          <p:cNvGrpSpPr/>
          <p:nvPr/>
        </p:nvGrpSpPr>
        <p:grpSpPr>
          <a:xfrm>
            <a:off x="497946" y="729598"/>
            <a:ext cx="4968552" cy="5772720"/>
            <a:chOff x="6499932" y="85510"/>
            <a:chExt cx="4968552" cy="5990278"/>
          </a:xfrm>
        </p:grpSpPr>
        <p:pic>
          <p:nvPicPr>
            <p:cNvPr id="18" name="Imagen 17">
              <a:extLst>
                <a:ext uri="{FF2B5EF4-FFF2-40B4-BE49-F238E27FC236}">
                  <a16:creationId xmlns:a16="http://schemas.microsoft.com/office/drawing/2014/main" id="{543716E7-F204-9EB0-5F12-D2747A1F81D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8000" r="12201"/>
            <a:stretch/>
          </p:blipFill>
          <p:spPr>
            <a:xfrm rot="5400000">
              <a:off x="6214861" y="902752"/>
              <a:ext cx="5538694" cy="3904209"/>
            </a:xfrm>
            <a:prstGeom prst="rect">
              <a:avLst/>
            </a:prstGeom>
          </p:spPr>
        </p:pic>
        <p:sp>
          <p:nvSpPr>
            <p:cNvPr id="19" name="CuadroTexto 18">
              <a:extLst>
                <a:ext uri="{FF2B5EF4-FFF2-40B4-BE49-F238E27FC236}">
                  <a16:creationId xmlns:a16="http://schemas.microsoft.com/office/drawing/2014/main" id="{0C76C239-3177-4A91-93FC-99D415DE3E33}"/>
                </a:ext>
              </a:extLst>
            </p:cNvPr>
            <p:cNvSpPr txBox="1"/>
            <p:nvPr/>
          </p:nvSpPr>
          <p:spPr>
            <a:xfrm>
              <a:off x="6499932" y="5706456"/>
              <a:ext cx="4968552" cy="369332"/>
            </a:xfrm>
            <a:prstGeom prst="rect">
              <a:avLst/>
            </a:prstGeom>
            <a:noFill/>
          </p:spPr>
          <p:txBody>
            <a:bodyPr wrap="square" rtlCol="0">
              <a:spAutoFit/>
            </a:bodyPr>
            <a:lstStyle/>
            <a:p>
              <a:pPr algn="ctr"/>
              <a:r>
                <a:rPr lang="es-ES" dirty="0"/>
                <a:t>Vista frontal</a:t>
              </a:r>
              <a:endParaRPr lang="es-BO" dirty="0"/>
            </a:p>
          </p:txBody>
        </p:sp>
      </p:grpSp>
    </p:spTree>
    <p:extLst>
      <p:ext uri="{BB962C8B-B14F-4D97-AF65-F5344CB8AC3E}">
        <p14:creationId xmlns:p14="http://schemas.microsoft.com/office/powerpoint/2010/main" val="1232149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17"/>
                                        </p:tgtEl>
                                      </p:cBhvr>
                                    </p:animEffect>
                                    <p:set>
                                      <p:cBhvr>
                                        <p:cTn id="11" dur="1" fill="hold">
                                          <p:stCondLst>
                                            <p:cond delay="499"/>
                                          </p:stCondLst>
                                        </p:cTn>
                                        <p:tgtEl>
                                          <p:spTgt spid="17"/>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14"/>
                                        </p:tgtEl>
                                      </p:cBhvr>
                                    </p:animEffect>
                                    <p:set>
                                      <p:cBhvr>
                                        <p:cTn id="20" dur="1" fill="hold">
                                          <p:stCondLst>
                                            <p:cond delay="499"/>
                                          </p:stCondLst>
                                        </p:cTn>
                                        <p:tgtEl>
                                          <p:spTgt spid="14"/>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500"/>
                                        <p:tgtEl>
                                          <p:spTgt spid="11"/>
                                        </p:tgtEl>
                                      </p:cBhvr>
                                    </p:animEffect>
                                    <p:set>
                                      <p:cBhvr>
                                        <p:cTn id="29" dur="1" fill="hold">
                                          <p:stCondLst>
                                            <p:cond delay="499"/>
                                          </p:stCondLst>
                                        </p:cTn>
                                        <p:tgtEl>
                                          <p:spTgt spid="11"/>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FEDA4878-0B26-EF7D-891E-E57F6EED7D06}"/>
              </a:ext>
            </a:extLst>
          </p:cNvPr>
          <p:cNvSpPr>
            <a:spLocks noGrp="1"/>
          </p:cNvSpPr>
          <p:nvPr>
            <p:ph type="title"/>
          </p:nvPr>
        </p:nvSpPr>
        <p:spPr>
          <a:xfrm>
            <a:off x="1560576" y="2355566"/>
            <a:ext cx="9070848" cy="2587752"/>
          </a:xfrm>
        </p:spPr>
        <p:txBody>
          <a:bodyPr/>
          <a:lstStyle/>
          <a:p>
            <a:r>
              <a:rPr lang="es-BO" dirty="0"/>
              <a:t>PROCEDIMIENTO</a:t>
            </a:r>
          </a:p>
        </p:txBody>
      </p:sp>
    </p:spTree>
    <p:extLst>
      <p:ext uri="{BB962C8B-B14F-4D97-AF65-F5344CB8AC3E}">
        <p14:creationId xmlns:p14="http://schemas.microsoft.com/office/powerpoint/2010/main" val="1754295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62297" y="398754"/>
            <a:ext cx="10058400" cy="820446"/>
          </a:xfrm>
        </p:spPr>
        <p:txBody>
          <a:bodyPr>
            <a:normAutofit/>
          </a:bodyPr>
          <a:lstStyle/>
          <a:p>
            <a:r>
              <a:rPr lang="es-BO" dirty="0"/>
              <a:t>PROCEDIMIENTO</a:t>
            </a:r>
            <a:endParaRPr lang="en-US" dirty="0"/>
          </a:p>
        </p:txBody>
      </p:sp>
      <p:sp>
        <p:nvSpPr>
          <p:cNvPr id="5" name="Flecha: a la derecha 4">
            <a:extLst>
              <a:ext uri="{FF2B5EF4-FFF2-40B4-BE49-F238E27FC236}">
                <a16:creationId xmlns:a16="http://schemas.microsoft.com/office/drawing/2014/main" id="{CD25CDAD-3D18-1EEC-4B26-0DF974534DC0}"/>
              </a:ext>
            </a:extLst>
          </p:cNvPr>
          <p:cNvSpPr/>
          <p:nvPr/>
        </p:nvSpPr>
        <p:spPr>
          <a:xfrm>
            <a:off x="1716676" y="1219200"/>
            <a:ext cx="8549640" cy="4384766"/>
          </a:xfrm>
          <a:prstGeom prst="rightArrow">
            <a:avLst/>
          </a:prstGeom>
        </p:spPr>
        <p:style>
          <a:lnRef idx="0">
            <a:schemeClr val="accent4"/>
          </a:lnRef>
          <a:fillRef idx="3">
            <a:schemeClr val="accent4"/>
          </a:fillRef>
          <a:effectRef idx="3">
            <a:schemeClr val="accent4"/>
          </a:effectRef>
          <a:fontRef idx="minor">
            <a:schemeClr val="lt1"/>
          </a:fontRef>
        </p:style>
      </p:sp>
      <p:sp>
        <p:nvSpPr>
          <p:cNvPr id="6" name="Forma libre: forma 5">
            <a:extLst>
              <a:ext uri="{FF2B5EF4-FFF2-40B4-BE49-F238E27FC236}">
                <a16:creationId xmlns:a16="http://schemas.microsoft.com/office/drawing/2014/main" id="{77683B6A-2D8D-F866-96F9-409D92E5A666}"/>
              </a:ext>
            </a:extLst>
          </p:cNvPr>
          <p:cNvSpPr/>
          <p:nvPr/>
        </p:nvSpPr>
        <p:spPr>
          <a:xfrm>
            <a:off x="967331" y="2534629"/>
            <a:ext cx="2421284" cy="1753906"/>
          </a:xfrm>
          <a:custGeom>
            <a:avLst/>
            <a:gdLst>
              <a:gd name="connsiteX0" fmla="*/ 0 w 2421284"/>
              <a:gd name="connsiteY0" fmla="*/ 292324 h 1753906"/>
              <a:gd name="connsiteX1" fmla="*/ 292324 w 2421284"/>
              <a:gd name="connsiteY1" fmla="*/ 0 h 1753906"/>
              <a:gd name="connsiteX2" fmla="*/ 2128960 w 2421284"/>
              <a:gd name="connsiteY2" fmla="*/ 0 h 1753906"/>
              <a:gd name="connsiteX3" fmla="*/ 2421284 w 2421284"/>
              <a:gd name="connsiteY3" fmla="*/ 292324 h 1753906"/>
              <a:gd name="connsiteX4" fmla="*/ 2421284 w 2421284"/>
              <a:gd name="connsiteY4" fmla="*/ 1461582 h 1753906"/>
              <a:gd name="connsiteX5" fmla="*/ 2128960 w 2421284"/>
              <a:gd name="connsiteY5" fmla="*/ 1753906 h 1753906"/>
              <a:gd name="connsiteX6" fmla="*/ 292324 w 2421284"/>
              <a:gd name="connsiteY6" fmla="*/ 1753906 h 1753906"/>
              <a:gd name="connsiteX7" fmla="*/ 0 w 2421284"/>
              <a:gd name="connsiteY7" fmla="*/ 1461582 h 1753906"/>
              <a:gd name="connsiteX8" fmla="*/ 0 w 2421284"/>
              <a:gd name="connsiteY8" fmla="*/ 292324 h 1753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1284" h="1753906">
                <a:moveTo>
                  <a:pt x="0" y="292324"/>
                </a:moveTo>
                <a:cubicBezTo>
                  <a:pt x="0" y="130878"/>
                  <a:pt x="130878" y="0"/>
                  <a:pt x="292324" y="0"/>
                </a:cubicBezTo>
                <a:lnTo>
                  <a:pt x="2128960" y="0"/>
                </a:lnTo>
                <a:cubicBezTo>
                  <a:pt x="2290406" y="0"/>
                  <a:pt x="2421284" y="130878"/>
                  <a:pt x="2421284" y="292324"/>
                </a:cubicBezTo>
                <a:lnTo>
                  <a:pt x="2421284" y="1461582"/>
                </a:lnTo>
                <a:cubicBezTo>
                  <a:pt x="2421284" y="1623028"/>
                  <a:pt x="2290406" y="1753906"/>
                  <a:pt x="2128960" y="1753906"/>
                </a:cubicBezTo>
                <a:lnTo>
                  <a:pt x="292324" y="1753906"/>
                </a:lnTo>
                <a:cubicBezTo>
                  <a:pt x="130878" y="1753906"/>
                  <a:pt x="0" y="1623028"/>
                  <a:pt x="0" y="1461582"/>
                </a:cubicBezTo>
                <a:lnTo>
                  <a:pt x="0" y="292324"/>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50389" tIns="150389" rIns="150389" bIns="150389" numCol="1" spcCol="1270" anchor="ctr" anchorCtr="0">
            <a:noAutofit/>
          </a:bodyPr>
          <a:lstStyle/>
          <a:p>
            <a:pPr marL="0" lvl="0" indent="0" algn="ctr" defTabSz="755650" rtl="0">
              <a:lnSpc>
                <a:spcPct val="90000"/>
              </a:lnSpc>
              <a:spcBef>
                <a:spcPct val="0"/>
              </a:spcBef>
              <a:spcAft>
                <a:spcPct val="35000"/>
              </a:spcAft>
              <a:buNone/>
            </a:pPr>
            <a:r>
              <a:rPr lang="es-BO" sz="1700" kern="1200" dirty="0">
                <a:solidFill>
                  <a:schemeClr val="tx1"/>
                </a:solidFill>
              </a:rPr>
              <a:t>Reconocimiento y ubicación de los componentes del sistema de control (actuadores, sensores, controladores, transductores, etc.)</a:t>
            </a:r>
            <a:endParaRPr lang="en-US" sz="1700" kern="1200" dirty="0">
              <a:solidFill>
                <a:schemeClr val="tx1"/>
              </a:solidFill>
            </a:endParaRPr>
          </a:p>
        </p:txBody>
      </p:sp>
      <p:sp>
        <p:nvSpPr>
          <p:cNvPr id="7" name="Forma libre: forma 6">
            <a:extLst>
              <a:ext uri="{FF2B5EF4-FFF2-40B4-BE49-F238E27FC236}">
                <a16:creationId xmlns:a16="http://schemas.microsoft.com/office/drawing/2014/main" id="{AADDAE4C-DA9F-0E53-A39D-B3F145A95348}"/>
              </a:ext>
            </a:extLst>
          </p:cNvPr>
          <p:cNvSpPr/>
          <p:nvPr/>
        </p:nvSpPr>
        <p:spPr>
          <a:xfrm>
            <a:off x="3509680" y="2534629"/>
            <a:ext cx="2421284" cy="1753906"/>
          </a:xfrm>
          <a:custGeom>
            <a:avLst/>
            <a:gdLst>
              <a:gd name="connsiteX0" fmla="*/ 0 w 2421284"/>
              <a:gd name="connsiteY0" fmla="*/ 292324 h 1753906"/>
              <a:gd name="connsiteX1" fmla="*/ 292324 w 2421284"/>
              <a:gd name="connsiteY1" fmla="*/ 0 h 1753906"/>
              <a:gd name="connsiteX2" fmla="*/ 2128960 w 2421284"/>
              <a:gd name="connsiteY2" fmla="*/ 0 h 1753906"/>
              <a:gd name="connsiteX3" fmla="*/ 2421284 w 2421284"/>
              <a:gd name="connsiteY3" fmla="*/ 292324 h 1753906"/>
              <a:gd name="connsiteX4" fmla="*/ 2421284 w 2421284"/>
              <a:gd name="connsiteY4" fmla="*/ 1461582 h 1753906"/>
              <a:gd name="connsiteX5" fmla="*/ 2128960 w 2421284"/>
              <a:gd name="connsiteY5" fmla="*/ 1753906 h 1753906"/>
              <a:gd name="connsiteX6" fmla="*/ 292324 w 2421284"/>
              <a:gd name="connsiteY6" fmla="*/ 1753906 h 1753906"/>
              <a:gd name="connsiteX7" fmla="*/ 0 w 2421284"/>
              <a:gd name="connsiteY7" fmla="*/ 1461582 h 1753906"/>
              <a:gd name="connsiteX8" fmla="*/ 0 w 2421284"/>
              <a:gd name="connsiteY8" fmla="*/ 292324 h 1753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1284" h="1753906">
                <a:moveTo>
                  <a:pt x="0" y="292324"/>
                </a:moveTo>
                <a:cubicBezTo>
                  <a:pt x="0" y="130878"/>
                  <a:pt x="130878" y="0"/>
                  <a:pt x="292324" y="0"/>
                </a:cubicBezTo>
                <a:lnTo>
                  <a:pt x="2128960" y="0"/>
                </a:lnTo>
                <a:cubicBezTo>
                  <a:pt x="2290406" y="0"/>
                  <a:pt x="2421284" y="130878"/>
                  <a:pt x="2421284" y="292324"/>
                </a:cubicBezTo>
                <a:lnTo>
                  <a:pt x="2421284" y="1461582"/>
                </a:lnTo>
                <a:cubicBezTo>
                  <a:pt x="2421284" y="1623028"/>
                  <a:pt x="2290406" y="1753906"/>
                  <a:pt x="2128960" y="1753906"/>
                </a:cubicBezTo>
                <a:lnTo>
                  <a:pt x="292324" y="1753906"/>
                </a:lnTo>
                <a:cubicBezTo>
                  <a:pt x="130878" y="1753906"/>
                  <a:pt x="0" y="1623028"/>
                  <a:pt x="0" y="1461582"/>
                </a:cubicBezTo>
                <a:lnTo>
                  <a:pt x="0" y="292324"/>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50389" tIns="150389" rIns="150389" bIns="150389" numCol="1" spcCol="1270" anchor="ctr" anchorCtr="0">
            <a:noAutofit/>
          </a:bodyPr>
          <a:lstStyle/>
          <a:p>
            <a:pPr marL="0" lvl="0" indent="0" algn="ctr" defTabSz="755650" rtl="0">
              <a:lnSpc>
                <a:spcPct val="90000"/>
              </a:lnSpc>
              <a:spcBef>
                <a:spcPct val="0"/>
              </a:spcBef>
              <a:spcAft>
                <a:spcPct val="35000"/>
              </a:spcAft>
              <a:buNone/>
            </a:pPr>
            <a:r>
              <a:rPr lang="es-BO" sz="1700" kern="1200" dirty="0">
                <a:solidFill>
                  <a:schemeClr val="tx1"/>
                </a:solidFill>
              </a:rPr>
              <a:t>Principio de funcionamiento de los componentes del sistema de control</a:t>
            </a:r>
            <a:endParaRPr lang="en-US" sz="1700" kern="1200" dirty="0">
              <a:solidFill>
                <a:schemeClr val="tx1"/>
              </a:solidFill>
            </a:endParaRPr>
          </a:p>
        </p:txBody>
      </p:sp>
      <p:sp>
        <p:nvSpPr>
          <p:cNvPr id="8" name="Forma libre: forma 7">
            <a:extLst>
              <a:ext uri="{FF2B5EF4-FFF2-40B4-BE49-F238E27FC236}">
                <a16:creationId xmlns:a16="http://schemas.microsoft.com/office/drawing/2014/main" id="{31C33A74-5291-AEA9-6760-37E7E4F6EAE1}"/>
              </a:ext>
            </a:extLst>
          </p:cNvPr>
          <p:cNvSpPr/>
          <p:nvPr/>
        </p:nvSpPr>
        <p:spPr>
          <a:xfrm>
            <a:off x="6052029" y="2534629"/>
            <a:ext cx="2421284" cy="1753906"/>
          </a:xfrm>
          <a:custGeom>
            <a:avLst/>
            <a:gdLst>
              <a:gd name="connsiteX0" fmla="*/ 0 w 2421284"/>
              <a:gd name="connsiteY0" fmla="*/ 292324 h 1753906"/>
              <a:gd name="connsiteX1" fmla="*/ 292324 w 2421284"/>
              <a:gd name="connsiteY1" fmla="*/ 0 h 1753906"/>
              <a:gd name="connsiteX2" fmla="*/ 2128960 w 2421284"/>
              <a:gd name="connsiteY2" fmla="*/ 0 h 1753906"/>
              <a:gd name="connsiteX3" fmla="*/ 2421284 w 2421284"/>
              <a:gd name="connsiteY3" fmla="*/ 292324 h 1753906"/>
              <a:gd name="connsiteX4" fmla="*/ 2421284 w 2421284"/>
              <a:gd name="connsiteY4" fmla="*/ 1461582 h 1753906"/>
              <a:gd name="connsiteX5" fmla="*/ 2128960 w 2421284"/>
              <a:gd name="connsiteY5" fmla="*/ 1753906 h 1753906"/>
              <a:gd name="connsiteX6" fmla="*/ 292324 w 2421284"/>
              <a:gd name="connsiteY6" fmla="*/ 1753906 h 1753906"/>
              <a:gd name="connsiteX7" fmla="*/ 0 w 2421284"/>
              <a:gd name="connsiteY7" fmla="*/ 1461582 h 1753906"/>
              <a:gd name="connsiteX8" fmla="*/ 0 w 2421284"/>
              <a:gd name="connsiteY8" fmla="*/ 292324 h 1753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1284" h="1753906">
                <a:moveTo>
                  <a:pt x="0" y="292324"/>
                </a:moveTo>
                <a:cubicBezTo>
                  <a:pt x="0" y="130878"/>
                  <a:pt x="130878" y="0"/>
                  <a:pt x="292324" y="0"/>
                </a:cubicBezTo>
                <a:lnTo>
                  <a:pt x="2128960" y="0"/>
                </a:lnTo>
                <a:cubicBezTo>
                  <a:pt x="2290406" y="0"/>
                  <a:pt x="2421284" y="130878"/>
                  <a:pt x="2421284" y="292324"/>
                </a:cubicBezTo>
                <a:lnTo>
                  <a:pt x="2421284" y="1461582"/>
                </a:lnTo>
                <a:cubicBezTo>
                  <a:pt x="2421284" y="1623028"/>
                  <a:pt x="2290406" y="1753906"/>
                  <a:pt x="2128960" y="1753906"/>
                </a:cubicBezTo>
                <a:lnTo>
                  <a:pt x="292324" y="1753906"/>
                </a:lnTo>
                <a:cubicBezTo>
                  <a:pt x="130878" y="1753906"/>
                  <a:pt x="0" y="1623028"/>
                  <a:pt x="0" y="1461582"/>
                </a:cubicBezTo>
                <a:lnTo>
                  <a:pt x="0" y="292324"/>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50389" tIns="150389" rIns="150389" bIns="150389" numCol="1" spcCol="1270" anchor="ctr" anchorCtr="0">
            <a:noAutofit/>
          </a:bodyPr>
          <a:lstStyle/>
          <a:p>
            <a:pPr marL="0" lvl="0" indent="0" algn="ctr" defTabSz="755650" rtl="0">
              <a:lnSpc>
                <a:spcPct val="90000"/>
              </a:lnSpc>
              <a:spcBef>
                <a:spcPct val="0"/>
              </a:spcBef>
              <a:spcAft>
                <a:spcPct val="35000"/>
              </a:spcAft>
              <a:buNone/>
            </a:pPr>
            <a:r>
              <a:rPr lang="es-BO" sz="1700" kern="1200" dirty="0">
                <a:solidFill>
                  <a:schemeClr val="tx1"/>
                </a:solidFill>
              </a:rPr>
              <a:t>Estado de los componentes del sistema de control (verificación)</a:t>
            </a:r>
            <a:endParaRPr lang="en-US" sz="1700" kern="1200" dirty="0">
              <a:solidFill>
                <a:schemeClr val="tx1"/>
              </a:solidFill>
            </a:endParaRPr>
          </a:p>
        </p:txBody>
      </p:sp>
      <p:sp>
        <p:nvSpPr>
          <p:cNvPr id="9" name="Forma libre: forma 8">
            <a:extLst>
              <a:ext uri="{FF2B5EF4-FFF2-40B4-BE49-F238E27FC236}">
                <a16:creationId xmlns:a16="http://schemas.microsoft.com/office/drawing/2014/main" id="{D2F1719B-52B8-51AF-B669-CDA9EDF94139}"/>
              </a:ext>
            </a:extLst>
          </p:cNvPr>
          <p:cNvSpPr/>
          <p:nvPr/>
        </p:nvSpPr>
        <p:spPr>
          <a:xfrm>
            <a:off x="8594378" y="2534629"/>
            <a:ext cx="2421284" cy="1753906"/>
          </a:xfrm>
          <a:custGeom>
            <a:avLst/>
            <a:gdLst>
              <a:gd name="connsiteX0" fmla="*/ 0 w 2421284"/>
              <a:gd name="connsiteY0" fmla="*/ 292324 h 1753906"/>
              <a:gd name="connsiteX1" fmla="*/ 292324 w 2421284"/>
              <a:gd name="connsiteY1" fmla="*/ 0 h 1753906"/>
              <a:gd name="connsiteX2" fmla="*/ 2128960 w 2421284"/>
              <a:gd name="connsiteY2" fmla="*/ 0 h 1753906"/>
              <a:gd name="connsiteX3" fmla="*/ 2421284 w 2421284"/>
              <a:gd name="connsiteY3" fmla="*/ 292324 h 1753906"/>
              <a:gd name="connsiteX4" fmla="*/ 2421284 w 2421284"/>
              <a:gd name="connsiteY4" fmla="*/ 1461582 h 1753906"/>
              <a:gd name="connsiteX5" fmla="*/ 2128960 w 2421284"/>
              <a:gd name="connsiteY5" fmla="*/ 1753906 h 1753906"/>
              <a:gd name="connsiteX6" fmla="*/ 292324 w 2421284"/>
              <a:gd name="connsiteY6" fmla="*/ 1753906 h 1753906"/>
              <a:gd name="connsiteX7" fmla="*/ 0 w 2421284"/>
              <a:gd name="connsiteY7" fmla="*/ 1461582 h 1753906"/>
              <a:gd name="connsiteX8" fmla="*/ 0 w 2421284"/>
              <a:gd name="connsiteY8" fmla="*/ 292324 h 1753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1284" h="1753906">
                <a:moveTo>
                  <a:pt x="0" y="292324"/>
                </a:moveTo>
                <a:cubicBezTo>
                  <a:pt x="0" y="130878"/>
                  <a:pt x="130878" y="0"/>
                  <a:pt x="292324" y="0"/>
                </a:cubicBezTo>
                <a:lnTo>
                  <a:pt x="2128960" y="0"/>
                </a:lnTo>
                <a:cubicBezTo>
                  <a:pt x="2290406" y="0"/>
                  <a:pt x="2421284" y="130878"/>
                  <a:pt x="2421284" y="292324"/>
                </a:cubicBezTo>
                <a:lnTo>
                  <a:pt x="2421284" y="1461582"/>
                </a:lnTo>
                <a:cubicBezTo>
                  <a:pt x="2421284" y="1623028"/>
                  <a:pt x="2290406" y="1753906"/>
                  <a:pt x="2128960" y="1753906"/>
                </a:cubicBezTo>
                <a:lnTo>
                  <a:pt x="292324" y="1753906"/>
                </a:lnTo>
                <a:cubicBezTo>
                  <a:pt x="130878" y="1753906"/>
                  <a:pt x="0" y="1623028"/>
                  <a:pt x="0" y="1461582"/>
                </a:cubicBezTo>
                <a:lnTo>
                  <a:pt x="0" y="292324"/>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50389" tIns="150389" rIns="150389" bIns="150389" numCol="1" spcCol="1270" anchor="ctr" anchorCtr="0">
            <a:noAutofit/>
          </a:bodyPr>
          <a:lstStyle/>
          <a:p>
            <a:pPr marL="0" lvl="0" indent="0" algn="ctr" defTabSz="755650" rtl="0">
              <a:lnSpc>
                <a:spcPct val="90000"/>
              </a:lnSpc>
              <a:spcBef>
                <a:spcPct val="0"/>
              </a:spcBef>
              <a:spcAft>
                <a:spcPct val="35000"/>
              </a:spcAft>
              <a:buNone/>
            </a:pPr>
            <a:r>
              <a:rPr lang="es-BO" sz="1700" kern="1200" dirty="0">
                <a:solidFill>
                  <a:schemeClr val="tx1"/>
                </a:solidFill>
              </a:rPr>
              <a:t>Determinación de la función de transferencia de: los sensores, los actuadores, los transductores</a:t>
            </a:r>
            <a:endParaRPr lang="en-US" sz="1700" kern="1200" dirty="0">
              <a:solidFill>
                <a:schemeClr val="tx1"/>
              </a:solidFill>
            </a:endParaRPr>
          </a:p>
        </p:txBody>
      </p:sp>
    </p:spTree>
    <p:extLst>
      <p:ext uri="{BB962C8B-B14F-4D97-AF65-F5344CB8AC3E}">
        <p14:creationId xmlns:p14="http://schemas.microsoft.com/office/powerpoint/2010/main" val="2368639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626601-15B5-F3AC-1F65-2E034F111B45}"/>
              </a:ext>
            </a:extLst>
          </p:cNvPr>
          <p:cNvSpPr>
            <a:spLocks noGrp="1"/>
          </p:cNvSpPr>
          <p:nvPr>
            <p:ph type="title"/>
          </p:nvPr>
        </p:nvSpPr>
        <p:spPr/>
        <p:txBody>
          <a:bodyPr/>
          <a:lstStyle/>
          <a:p>
            <a:r>
              <a:rPr lang="es-BO" dirty="0"/>
              <a:t>ELEMENTOS DEL SISTEMA</a:t>
            </a:r>
          </a:p>
        </p:txBody>
      </p:sp>
    </p:spTree>
    <p:extLst>
      <p:ext uri="{BB962C8B-B14F-4D97-AF65-F5344CB8AC3E}">
        <p14:creationId xmlns:p14="http://schemas.microsoft.com/office/powerpoint/2010/main" val="974112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90030D-3600-FF6D-006C-D83061D7AF18}"/>
              </a:ext>
            </a:extLst>
          </p:cNvPr>
          <p:cNvSpPr>
            <a:spLocks noGrp="1"/>
          </p:cNvSpPr>
          <p:nvPr>
            <p:ph type="title"/>
          </p:nvPr>
        </p:nvSpPr>
        <p:spPr>
          <a:xfrm>
            <a:off x="1066800" y="642594"/>
            <a:ext cx="10058400" cy="685874"/>
          </a:xfrm>
        </p:spPr>
        <p:txBody>
          <a:bodyPr>
            <a:normAutofit/>
          </a:bodyPr>
          <a:lstStyle/>
          <a:p>
            <a:r>
              <a:rPr lang="es-BO" sz="4000" b="1" dirty="0"/>
              <a:t>Maqueta</a:t>
            </a:r>
          </a:p>
        </p:txBody>
      </p:sp>
      <p:pic>
        <p:nvPicPr>
          <p:cNvPr id="4" name="Imagen 3">
            <a:extLst>
              <a:ext uri="{FF2B5EF4-FFF2-40B4-BE49-F238E27FC236}">
                <a16:creationId xmlns:a16="http://schemas.microsoft.com/office/drawing/2014/main" id="{CF41F06F-A89A-6331-E996-8BF97B1ACC37}"/>
              </a:ext>
            </a:extLst>
          </p:cNvPr>
          <p:cNvPicPr>
            <a:picLocks noChangeAspect="1"/>
          </p:cNvPicPr>
          <p:nvPr/>
        </p:nvPicPr>
        <p:blipFill rotWithShape="1">
          <a:blip r:embed="rId2"/>
          <a:srcRect t="15001" b="21606"/>
          <a:stretch/>
        </p:blipFill>
        <p:spPr>
          <a:xfrm>
            <a:off x="1503129" y="1867904"/>
            <a:ext cx="3161109" cy="4347502"/>
          </a:xfrm>
          <a:prstGeom prst="rect">
            <a:avLst/>
          </a:prstGeom>
        </p:spPr>
      </p:pic>
      <p:grpSp>
        <p:nvGrpSpPr>
          <p:cNvPr id="6" name="Grupo 5">
            <a:extLst>
              <a:ext uri="{FF2B5EF4-FFF2-40B4-BE49-F238E27FC236}">
                <a16:creationId xmlns:a16="http://schemas.microsoft.com/office/drawing/2014/main" id="{9D2D805A-73C6-DF4A-5ED8-651DED9D86C7}"/>
              </a:ext>
            </a:extLst>
          </p:cNvPr>
          <p:cNvGrpSpPr/>
          <p:nvPr/>
        </p:nvGrpSpPr>
        <p:grpSpPr>
          <a:xfrm>
            <a:off x="2057400" y="2445189"/>
            <a:ext cx="6696000" cy="1508673"/>
            <a:chOff x="4800600" y="2098587"/>
            <a:chExt cx="6696000" cy="1508673"/>
          </a:xfrm>
        </p:grpSpPr>
        <p:grpSp>
          <p:nvGrpSpPr>
            <p:cNvPr id="7" name="Grupo 6">
              <a:extLst>
                <a:ext uri="{FF2B5EF4-FFF2-40B4-BE49-F238E27FC236}">
                  <a16:creationId xmlns:a16="http://schemas.microsoft.com/office/drawing/2014/main" id="{52BFDD0E-6719-1131-7E3F-B0BC63F2E113}"/>
                </a:ext>
              </a:extLst>
            </p:cNvPr>
            <p:cNvGrpSpPr/>
            <p:nvPr/>
          </p:nvGrpSpPr>
          <p:grpSpPr>
            <a:xfrm>
              <a:off x="4800600" y="2098587"/>
              <a:ext cx="6696000" cy="1508673"/>
              <a:chOff x="4800600" y="2098587"/>
              <a:chExt cx="6696000" cy="1508673"/>
            </a:xfrm>
          </p:grpSpPr>
          <p:sp>
            <p:nvSpPr>
              <p:cNvPr id="9" name="Rectángulo 8">
                <a:extLst>
                  <a:ext uri="{FF2B5EF4-FFF2-40B4-BE49-F238E27FC236}">
                    <a16:creationId xmlns:a16="http://schemas.microsoft.com/office/drawing/2014/main" id="{E8579B4A-1440-4B5E-2062-8982176EBEDD}"/>
                  </a:ext>
                </a:extLst>
              </p:cNvPr>
              <p:cNvSpPr/>
              <p:nvPr/>
            </p:nvSpPr>
            <p:spPr>
              <a:xfrm>
                <a:off x="4800600" y="2098587"/>
                <a:ext cx="1100138" cy="1508673"/>
              </a:xfrm>
              <a:prstGeom prst="rect">
                <a:avLst/>
              </a:prstGeom>
              <a:noFill/>
              <a:ln>
                <a:solidFill>
                  <a:srgbClr val="FFFF00"/>
                </a:solidFill>
                <a:prstDash val="dash"/>
              </a:ln>
              <a:effectLst>
                <a:glow rad="101600">
                  <a:srgbClr val="FFFF00">
                    <a:alpha val="60000"/>
                  </a:srgb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cxnSp>
            <p:nvCxnSpPr>
              <p:cNvPr id="10" name="Conector recto de flecha 9">
                <a:extLst>
                  <a:ext uri="{FF2B5EF4-FFF2-40B4-BE49-F238E27FC236}">
                    <a16:creationId xmlns:a16="http://schemas.microsoft.com/office/drawing/2014/main" id="{DB27241A-0D84-3967-6F81-09C1094634C3}"/>
                  </a:ext>
                </a:extLst>
              </p:cNvPr>
              <p:cNvCxnSpPr>
                <a:cxnSpLocks/>
                <a:stCxn id="9" idx="3"/>
              </p:cNvCxnSpPr>
              <p:nvPr/>
            </p:nvCxnSpPr>
            <p:spPr>
              <a:xfrm flipV="1">
                <a:off x="5900738" y="2351431"/>
                <a:ext cx="2895562" cy="501493"/>
              </a:xfrm>
              <a:prstGeom prst="straightConnector1">
                <a:avLst/>
              </a:prstGeom>
              <a:ln w="28575">
                <a:solidFill>
                  <a:srgbClr val="FFFF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AF70B488-3D5C-1696-9676-BF31087D4905}"/>
                  </a:ext>
                </a:extLst>
              </p:cNvPr>
              <p:cNvSpPr txBox="1"/>
              <p:nvPr/>
            </p:nvSpPr>
            <p:spPr>
              <a:xfrm>
                <a:off x="8796300" y="2112876"/>
                <a:ext cx="2700300" cy="400110"/>
              </a:xfrm>
              <a:prstGeom prst="rect">
                <a:avLst/>
              </a:prstGeom>
              <a:solidFill>
                <a:srgbClr val="FFFF00"/>
              </a:solidFill>
              <a:ln>
                <a:solidFill>
                  <a:schemeClr val="tx1"/>
                </a:solidFill>
              </a:ln>
            </p:spPr>
            <p:txBody>
              <a:bodyPr wrap="square" rtlCol="0">
                <a:spAutoFit/>
              </a:bodyPr>
              <a:lstStyle/>
              <a:p>
                <a:pPr algn="just"/>
                <a:r>
                  <a:rPr lang="es-MX" sz="2000" dirty="0"/>
                  <a:t>Tanque fijo de metal</a:t>
                </a:r>
                <a:endParaRPr lang="es-MX" sz="2000" b="0" i="0" dirty="0">
                  <a:effectLst/>
                </a:endParaRPr>
              </a:p>
            </p:txBody>
          </p:sp>
        </p:grpSp>
        <p:sp>
          <p:nvSpPr>
            <p:cNvPr id="8" name="CuadroTexto 7">
              <a:extLst>
                <a:ext uri="{FF2B5EF4-FFF2-40B4-BE49-F238E27FC236}">
                  <a16:creationId xmlns:a16="http://schemas.microsoft.com/office/drawing/2014/main" id="{568C5BF6-8456-3259-8697-A1C9B49FEDAD}"/>
                </a:ext>
              </a:extLst>
            </p:cNvPr>
            <p:cNvSpPr txBox="1"/>
            <p:nvPr/>
          </p:nvSpPr>
          <p:spPr>
            <a:xfrm>
              <a:off x="9263263" y="2519608"/>
              <a:ext cx="2090409" cy="369332"/>
            </a:xfrm>
            <a:prstGeom prst="rect">
              <a:avLst/>
            </a:prstGeom>
            <a:noFill/>
          </p:spPr>
          <p:txBody>
            <a:bodyPr wrap="square">
              <a:spAutoFit/>
            </a:bodyPr>
            <a:lstStyle/>
            <a:p>
              <a:r>
                <a:rPr lang="es-MX" dirty="0"/>
                <a:t>(Tanque superior)</a:t>
              </a:r>
              <a:endParaRPr lang="es-BO" dirty="0"/>
            </a:p>
          </p:txBody>
        </p:sp>
      </p:grpSp>
      <p:grpSp>
        <p:nvGrpSpPr>
          <p:cNvPr id="16" name="Grupo 15">
            <a:extLst>
              <a:ext uri="{FF2B5EF4-FFF2-40B4-BE49-F238E27FC236}">
                <a16:creationId xmlns:a16="http://schemas.microsoft.com/office/drawing/2014/main" id="{91C6944F-72F2-EBCB-2F34-9A3B4993C236}"/>
              </a:ext>
            </a:extLst>
          </p:cNvPr>
          <p:cNvGrpSpPr/>
          <p:nvPr/>
        </p:nvGrpSpPr>
        <p:grpSpPr>
          <a:xfrm>
            <a:off x="2057400" y="4033319"/>
            <a:ext cx="6086109" cy="1873995"/>
            <a:chOff x="4800600" y="2098587"/>
            <a:chExt cx="6086109" cy="1508673"/>
          </a:xfrm>
        </p:grpSpPr>
        <p:grpSp>
          <p:nvGrpSpPr>
            <p:cNvPr id="17" name="Grupo 16">
              <a:extLst>
                <a:ext uri="{FF2B5EF4-FFF2-40B4-BE49-F238E27FC236}">
                  <a16:creationId xmlns:a16="http://schemas.microsoft.com/office/drawing/2014/main" id="{25EDAF38-C70C-3383-C6F5-982E6A30A802}"/>
                </a:ext>
              </a:extLst>
            </p:cNvPr>
            <p:cNvGrpSpPr/>
            <p:nvPr/>
          </p:nvGrpSpPr>
          <p:grpSpPr>
            <a:xfrm>
              <a:off x="4800600" y="2098587"/>
              <a:ext cx="6086109" cy="1508673"/>
              <a:chOff x="4800600" y="2098587"/>
              <a:chExt cx="6086109" cy="1508673"/>
            </a:xfrm>
          </p:grpSpPr>
          <p:sp>
            <p:nvSpPr>
              <p:cNvPr id="19" name="Rectángulo 18">
                <a:extLst>
                  <a:ext uri="{FF2B5EF4-FFF2-40B4-BE49-F238E27FC236}">
                    <a16:creationId xmlns:a16="http://schemas.microsoft.com/office/drawing/2014/main" id="{D346E3A4-8F78-9B2E-054E-6F9EEB34FF84}"/>
                  </a:ext>
                </a:extLst>
              </p:cNvPr>
              <p:cNvSpPr/>
              <p:nvPr/>
            </p:nvSpPr>
            <p:spPr>
              <a:xfrm>
                <a:off x="4800600" y="2098587"/>
                <a:ext cx="1100138" cy="1508673"/>
              </a:xfrm>
              <a:prstGeom prst="rect">
                <a:avLst/>
              </a:prstGeom>
              <a:noFill/>
              <a:ln>
                <a:solidFill>
                  <a:srgbClr val="FFFF00"/>
                </a:solidFill>
                <a:prstDash val="dash"/>
              </a:ln>
              <a:effectLst>
                <a:glow rad="101600">
                  <a:srgbClr val="FFFF00">
                    <a:alpha val="60000"/>
                  </a:srgb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cxnSp>
            <p:nvCxnSpPr>
              <p:cNvPr id="20" name="Conector recto de flecha 19">
                <a:extLst>
                  <a:ext uri="{FF2B5EF4-FFF2-40B4-BE49-F238E27FC236}">
                    <a16:creationId xmlns:a16="http://schemas.microsoft.com/office/drawing/2014/main" id="{6F82CEA7-AB64-8F39-800C-AEDECE4E9EE0}"/>
                  </a:ext>
                </a:extLst>
              </p:cNvPr>
              <p:cNvCxnSpPr>
                <a:cxnSpLocks/>
                <a:stCxn id="19" idx="3"/>
              </p:cNvCxnSpPr>
              <p:nvPr/>
            </p:nvCxnSpPr>
            <p:spPr>
              <a:xfrm flipV="1">
                <a:off x="5900738" y="2351431"/>
                <a:ext cx="2895562" cy="501493"/>
              </a:xfrm>
              <a:prstGeom prst="straightConnector1">
                <a:avLst/>
              </a:prstGeom>
              <a:ln w="28575">
                <a:solidFill>
                  <a:srgbClr val="FFFF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AD96D37C-7E75-843F-AE93-5BBE59925EB2}"/>
                  </a:ext>
                </a:extLst>
              </p:cNvPr>
              <p:cNvSpPr txBox="1"/>
              <p:nvPr/>
            </p:nvSpPr>
            <p:spPr>
              <a:xfrm>
                <a:off x="8796300" y="2112876"/>
                <a:ext cx="2090409" cy="322111"/>
              </a:xfrm>
              <a:prstGeom prst="rect">
                <a:avLst/>
              </a:prstGeom>
              <a:solidFill>
                <a:srgbClr val="FFFF00"/>
              </a:solidFill>
              <a:ln>
                <a:solidFill>
                  <a:schemeClr val="tx1"/>
                </a:solidFill>
              </a:ln>
            </p:spPr>
            <p:txBody>
              <a:bodyPr wrap="square" rtlCol="0">
                <a:spAutoFit/>
              </a:bodyPr>
              <a:lstStyle/>
              <a:p>
                <a:pPr algn="just"/>
                <a:r>
                  <a:rPr lang="es-MX" sz="2000" dirty="0"/>
                  <a:t>Tanque de plástico</a:t>
                </a:r>
                <a:endParaRPr lang="es-MX" sz="2000" b="0" i="0" dirty="0">
                  <a:effectLst/>
                </a:endParaRPr>
              </a:p>
            </p:txBody>
          </p:sp>
        </p:grpSp>
        <p:sp>
          <p:nvSpPr>
            <p:cNvPr id="18" name="CuadroTexto 17">
              <a:extLst>
                <a:ext uri="{FF2B5EF4-FFF2-40B4-BE49-F238E27FC236}">
                  <a16:creationId xmlns:a16="http://schemas.microsoft.com/office/drawing/2014/main" id="{B75CCF86-940E-B1B5-8D6D-A742CED750CD}"/>
                </a:ext>
              </a:extLst>
            </p:cNvPr>
            <p:cNvSpPr txBox="1"/>
            <p:nvPr/>
          </p:nvSpPr>
          <p:spPr>
            <a:xfrm>
              <a:off x="8983701" y="2475218"/>
              <a:ext cx="1771386" cy="297333"/>
            </a:xfrm>
            <a:prstGeom prst="rect">
              <a:avLst/>
            </a:prstGeom>
            <a:noFill/>
          </p:spPr>
          <p:txBody>
            <a:bodyPr wrap="square">
              <a:spAutoFit/>
            </a:bodyPr>
            <a:lstStyle/>
            <a:p>
              <a:r>
                <a:rPr lang="es-MX" dirty="0"/>
                <a:t>(Tanque inferior)</a:t>
              </a:r>
              <a:endParaRPr lang="es-BO" dirty="0"/>
            </a:p>
          </p:txBody>
        </p:sp>
      </p:grpSp>
      <p:grpSp>
        <p:nvGrpSpPr>
          <p:cNvPr id="22" name="Grupo 21">
            <a:extLst>
              <a:ext uri="{FF2B5EF4-FFF2-40B4-BE49-F238E27FC236}">
                <a16:creationId xmlns:a16="http://schemas.microsoft.com/office/drawing/2014/main" id="{4C29FCFB-CA9D-A712-9770-054050E2CFFE}"/>
              </a:ext>
            </a:extLst>
          </p:cNvPr>
          <p:cNvGrpSpPr/>
          <p:nvPr/>
        </p:nvGrpSpPr>
        <p:grpSpPr>
          <a:xfrm>
            <a:off x="3276599" y="2536080"/>
            <a:ext cx="6027057" cy="1342500"/>
            <a:chOff x="4706257" y="2112876"/>
            <a:chExt cx="6048830" cy="1080789"/>
          </a:xfrm>
        </p:grpSpPr>
        <p:grpSp>
          <p:nvGrpSpPr>
            <p:cNvPr id="23" name="Grupo 22">
              <a:extLst>
                <a:ext uri="{FF2B5EF4-FFF2-40B4-BE49-F238E27FC236}">
                  <a16:creationId xmlns:a16="http://schemas.microsoft.com/office/drawing/2014/main" id="{AB41EBA2-1146-1349-5CCF-B9BFE6395ACD}"/>
                </a:ext>
              </a:extLst>
            </p:cNvPr>
            <p:cNvGrpSpPr/>
            <p:nvPr/>
          </p:nvGrpSpPr>
          <p:grpSpPr>
            <a:xfrm>
              <a:off x="4706257" y="2112876"/>
              <a:ext cx="5748825" cy="1080789"/>
              <a:chOff x="4706257" y="2112876"/>
              <a:chExt cx="5748825" cy="1080789"/>
            </a:xfrm>
          </p:grpSpPr>
          <p:sp>
            <p:nvSpPr>
              <p:cNvPr id="25" name="Rectángulo 24">
                <a:extLst>
                  <a:ext uri="{FF2B5EF4-FFF2-40B4-BE49-F238E27FC236}">
                    <a16:creationId xmlns:a16="http://schemas.microsoft.com/office/drawing/2014/main" id="{F17F5318-D2DE-2A31-702F-2AB336CE5024}"/>
                  </a:ext>
                </a:extLst>
              </p:cNvPr>
              <p:cNvSpPr/>
              <p:nvPr/>
            </p:nvSpPr>
            <p:spPr>
              <a:xfrm>
                <a:off x="4706257" y="2163063"/>
                <a:ext cx="1269799" cy="1030602"/>
              </a:xfrm>
              <a:prstGeom prst="rect">
                <a:avLst/>
              </a:prstGeom>
              <a:noFill/>
              <a:ln>
                <a:solidFill>
                  <a:srgbClr val="FFFF00"/>
                </a:solidFill>
                <a:prstDash val="dash"/>
              </a:ln>
              <a:effectLst>
                <a:glow rad="101600">
                  <a:srgbClr val="FFFF00">
                    <a:alpha val="60000"/>
                  </a:srgb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cxnSp>
            <p:nvCxnSpPr>
              <p:cNvPr id="26" name="Conector recto de flecha 25">
                <a:extLst>
                  <a:ext uri="{FF2B5EF4-FFF2-40B4-BE49-F238E27FC236}">
                    <a16:creationId xmlns:a16="http://schemas.microsoft.com/office/drawing/2014/main" id="{C7C7058F-8390-66D2-A484-60841A417E5F}"/>
                  </a:ext>
                </a:extLst>
              </p:cNvPr>
              <p:cNvCxnSpPr>
                <a:cxnSpLocks/>
                <a:stCxn id="25" idx="3"/>
              </p:cNvCxnSpPr>
              <p:nvPr/>
            </p:nvCxnSpPr>
            <p:spPr>
              <a:xfrm flipV="1">
                <a:off x="5976056" y="2351431"/>
                <a:ext cx="2820244" cy="326933"/>
              </a:xfrm>
              <a:prstGeom prst="straightConnector1">
                <a:avLst/>
              </a:prstGeom>
              <a:ln w="28575">
                <a:solidFill>
                  <a:srgbClr val="FFFF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A442217D-C1D5-3D5E-BAB5-50C1F9B7F9B9}"/>
                  </a:ext>
                </a:extLst>
              </p:cNvPr>
              <p:cNvSpPr txBox="1"/>
              <p:nvPr/>
            </p:nvSpPr>
            <p:spPr>
              <a:xfrm>
                <a:off x="8796300" y="2112876"/>
                <a:ext cx="1658782" cy="322111"/>
              </a:xfrm>
              <a:prstGeom prst="rect">
                <a:avLst/>
              </a:prstGeom>
              <a:solidFill>
                <a:srgbClr val="FFFF00"/>
              </a:solidFill>
              <a:ln>
                <a:solidFill>
                  <a:schemeClr val="tx1"/>
                </a:solidFill>
              </a:ln>
            </p:spPr>
            <p:txBody>
              <a:bodyPr wrap="square" rtlCol="0">
                <a:spAutoFit/>
              </a:bodyPr>
              <a:lstStyle/>
              <a:p>
                <a:pPr algn="just"/>
                <a:r>
                  <a:rPr lang="es-MX" sz="2000" b="0" i="0" dirty="0">
                    <a:effectLst/>
                  </a:rPr>
                  <a:t>Panel Frontal</a:t>
                </a:r>
              </a:p>
            </p:txBody>
          </p:sp>
        </p:grpSp>
        <p:sp>
          <p:nvSpPr>
            <p:cNvPr id="24" name="CuadroTexto 23">
              <a:extLst>
                <a:ext uri="{FF2B5EF4-FFF2-40B4-BE49-F238E27FC236}">
                  <a16:creationId xmlns:a16="http://schemas.microsoft.com/office/drawing/2014/main" id="{5CB952F6-149F-28F3-7B97-6C00E4836422}"/>
                </a:ext>
              </a:extLst>
            </p:cNvPr>
            <p:cNvSpPr txBox="1"/>
            <p:nvPr/>
          </p:nvSpPr>
          <p:spPr>
            <a:xfrm>
              <a:off x="8983701" y="2475218"/>
              <a:ext cx="1771386" cy="297333"/>
            </a:xfrm>
            <a:prstGeom prst="rect">
              <a:avLst/>
            </a:prstGeom>
            <a:noFill/>
          </p:spPr>
          <p:txBody>
            <a:bodyPr wrap="square">
              <a:spAutoFit/>
            </a:bodyPr>
            <a:lstStyle/>
            <a:p>
              <a:r>
                <a:rPr lang="es-MX" dirty="0"/>
                <a:t>Gabinete</a:t>
              </a:r>
              <a:endParaRPr lang="es-BO" dirty="0"/>
            </a:p>
          </p:txBody>
        </p:sp>
      </p:grpSp>
    </p:spTree>
    <p:extLst>
      <p:ext uri="{BB962C8B-B14F-4D97-AF65-F5344CB8AC3E}">
        <p14:creationId xmlns:p14="http://schemas.microsoft.com/office/powerpoint/2010/main" val="2384377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6"/>
                                        </p:tgtEl>
                                      </p:cBhvr>
                                    </p:animEffect>
                                    <p:set>
                                      <p:cBhvr>
                                        <p:cTn id="11" dur="1" fill="hold">
                                          <p:stCondLst>
                                            <p:cond delay="499"/>
                                          </p:stCondLst>
                                        </p:cTn>
                                        <p:tgtEl>
                                          <p:spTgt spid="6"/>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16"/>
                                        </p:tgtEl>
                                      </p:cBhvr>
                                    </p:animEffect>
                                    <p:set>
                                      <p:cBhvr>
                                        <p:cTn id="20" dur="1" fill="hold">
                                          <p:stCondLst>
                                            <p:cond delay="499"/>
                                          </p:stCondLst>
                                        </p:cTn>
                                        <p:tgtEl>
                                          <p:spTgt spid="16"/>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B7379C86-8CEB-E566-D889-8009606CF474}"/>
              </a:ext>
            </a:extLst>
          </p:cNvPr>
          <p:cNvSpPr>
            <a:spLocks noGrp="1"/>
          </p:cNvSpPr>
          <p:nvPr>
            <p:ph type="title"/>
          </p:nvPr>
        </p:nvSpPr>
        <p:spPr>
          <a:xfrm>
            <a:off x="1066800" y="642594"/>
            <a:ext cx="10058400" cy="685874"/>
          </a:xfrm>
        </p:spPr>
        <p:txBody>
          <a:bodyPr>
            <a:normAutofit/>
          </a:bodyPr>
          <a:lstStyle/>
          <a:p>
            <a:r>
              <a:rPr lang="es-BO" sz="4000" b="1" dirty="0"/>
              <a:t>Maqueta</a:t>
            </a:r>
          </a:p>
        </p:txBody>
      </p:sp>
      <p:pic>
        <p:nvPicPr>
          <p:cNvPr id="5" name="Imagen 4">
            <a:extLst>
              <a:ext uri="{FF2B5EF4-FFF2-40B4-BE49-F238E27FC236}">
                <a16:creationId xmlns:a16="http://schemas.microsoft.com/office/drawing/2014/main" id="{8DE43998-E987-24C9-6E3D-E42BB8C8DF76}"/>
              </a:ext>
            </a:extLst>
          </p:cNvPr>
          <p:cNvPicPr>
            <a:picLocks noChangeAspect="1"/>
          </p:cNvPicPr>
          <p:nvPr/>
        </p:nvPicPr>
        <p:blipFill rotWithShape="1">
          <a:blip r:embed="rId2"/>
          <a:srcRect t="15001" b="21606"/>
          <a:stretch/>
        </p:blipFill>
        <p:spPr>
          <a:xfrm>
            <a:off x="2133749" y="1461263"/>
            <a:ext cx="3264814" cy="4347502"/>
          </a:xfrm>
          <a:prstGeom prst="rect">
            <a:avLst/>
          </a:prstGeom>
        </p:spPr>
      </p:pic>
      <p:sp>
        <p:nvSpPr>
          <p:cNvPr id="6" name="Rectángulo 5">
            <a:extLst>
              <a:ext uri="{FF2B5EF4-FFF2-40B4-BE49-F238E27FC236}">
                <a16:creationId xmlns:a16="http://schemas.microsoft.com/office/drawing/2014/main" id="{632E57C4-BA46-ECBE-03D9-1B045F7E3BDE}"/>
              </a:ext>
            </a:extLst>
          </p:cNvPr>
          <p:cNvSpPr/>
          <p:nvPr/>
        </p:nvSpPr>
        <p:spPr>
          <a:xfrm>
            <a:off x="2193397" y="2115272"/>
            <a:ext cx="660432" cy="1527290"/>
          </a:xfrm>
          <a:prstGeom prst="rect">
            <a:avLst/>
          </a:prstGeom>
          <a:noFill/>
          <a:ln>
            <a:solidFill>
              <a:srgbClr val="FFFF00"/>
            </a:solidFill>
            <a:prstDash val="dash"/>
          </a:ln>
          <a:effectLst>
            <a:glow rad="101600">
              <a:srgbClr val="FFFF00">
                <a:alpha val="60000"/>
              </a:srgb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cxnSp>
        <p:nvCxnSpPr>
          <p:cNvPr id="7" name="Conector recto de flecha 6">
            <a:extLst>
              <a:ext uri="{FF2B5EF4-FFF2-40B4-BE49-F238E27FC236}">
                <a16:creationId xmlns:a16="http://schemas.microsoft.com/office/drawing/2014/main" id="{C87EB1A3-0240-1B7B-993E-E49F1E87D2BC}"/>
              </a:ext>
            </a:extLst>
          </p:cNvPr>
          <p:cNvCxnSpPr>
            <a:cxnSpLocks/>
          </p:cNvCxnSpPr>
          <p:nvPr/>
        </p:nvCxnSpPr>
        <p:spPr>
          <a:xfrm flipH="1">
            <a:off x="1493970" y="3139998"/>
            <a:ext cx="675783" cy="413664"/>
          </a:xfrm>
          <a:prstGeom prst="straightConnector1">
            <a:avLst/>
          </a:prstGeom>
          <a:ln w="28575">
            <a:solidFill>
              <a:srgbClr val="FFFF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87F485D7-DAC5-1496-3D44-AE4482B06D14}"/>
              </a:ext>
            </a:extLst>
          </p:cNvPr>
          <p:cNvSpPr txBox="1"/>
          <p:nvPr/>
        </p:nvSpPr>
        <p:spPr>
          <a:xfrm rot="16200000">
            <a:off x="-122307" y="3497572"/>
            <a:ext cx="2785155" cy="400110"/>
          </a:xfrm>
          <a:prstGeom prst="rect">
            <a:avLst/>
          </a:prstGeom>
          <a:solidFill>
            <a:srgbClr val="FFFF00"/>
          </a:solidFill>
          <a:ln>
            <a:solidFill>
              <a:schemeClr val="tx1"/>
            </a:solidFill>
          </a:ln>
        </p:spPr>
        <p:txBody>
          <a:bodyPr wrap="square" rtlCol="0">
            <a:spAutoFit/>
          </a:bodyPr>
          <a:lstStyle/>
          <a:p>
            <a:pPr algn="just"/>
            <a:r>
              <a:rPr lang="es-MX" sz="2000" b="0" i="0" dirty="0">
                <a:effectLst/>
              </a:rPr>
              <a:t>Tubería de ¾ de pulgada</a:t>
            </a:r>
          </a:p>
        </p:txBody>
      </p:sp>
      <p:grpSp>
        <p:nvGrpSpPr>
          <p:cNvPr id="9" name="Grupo 8">
            <a:extLst>
              <a:ext uri="{FF2B5EF4-FFF2-40B4-BE49-F238E27FC236}">
                <a16:creationId xmlns:a16="http://schemas.microsoft.com/office/drawing/2014/main" id="{DF5274C4-C3BF-2B3E-CD56-69D6083B59E7}"/>
              </a:ext>
            </a:extLst>
          </p:cNvPr>
          <p:cNvGrpSpPr/>
          <p:nvPr/>
        </p:nvGrpSpPr>
        <p:grpSpPr>
          <a:xfrm>
            <a:off x="6536679" y="1450901"/>
            <a:ext cx="4322735" cy="4357865"/>
            <a:chOff x="6816079" y="1224138"/>
            <a:chExt cx="4536153" cy="5013177"/>
          </a:xfrm>
        </p:grpSpPr>
        <p:pic>
          <p:nvPicPr>
            <p:cNvPr id="10" name="Imagen 9">
              <a:extLst>
                <a:ext uri="{FF2B5EF4-FFF2-40B4-BE49-F238E27FC236}">
                  <a16:creationId xmlns:a16="http://schemas.microsoft.com/office/drawing/2014/main" id="{97BB08E0-06B4-A004-B393-14FF0A41F90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2924" r="13976"/>
            <a:stretch/>
          </p:blipFill>
          <p:spPr>
            <a:xfrm rot="5400000">
              <a:off x="6177553" y="1862664"/>
              <a:ext cx="5013176" cy="3736123"/>
            </a:xfrm>
            <a:prstGeom prst="rect">
              <a:avLst/>
            </a:prstGeom>
          </p:spPr>
        </p:pic>
        <p:sp>
          <p:nvSpPr>
            <p:cNvPr id="11" name="Rectángulo 10">
              <a:extLst>
                <a:ext uri="{FF2B5EF4-FFF2-40B4-BE49-F238E27FC236}">
                  <a16:creationId xmlns:a16="http://schemas.microsoft.com/office/drawing/2014/main" id="{B32C15A0-0D75-8C7F-605B-040E6C3864FB}"/>
                </a:ext>
              </a:extLst>
            </p:cNvPr>
            <p:cNvSpPr/>
            <p:nvPr/>
          </p:nvSpPr>
          <p:spPr>
            <a:xfrm>
              <a:off x="9264352" y="2348880"/>
              <a:ext cx="864096" cy="2808312"/>
            </a:xfrm>
            <a:prstGeom prst="rect">
              <a:avLst/>
            </a:prstGeom>
            <a:noFill/>
            <a:ln>
              <a:solidFill>
                <a:srgbClr val="00B0F0"/>
              </a:solidFill>
              <a:prstDash val="dash"/>
            </a:ln>
            <a:effectLst>
              <a:glow rad="228600">
                <a:schemeClr val="accent5">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12" name="Rectángulo 11">
              <a:extLst>
                <a:ext uri="{FF2B5EF4-FFF2-40B4-BE49-F238E27FC236}">
                  <a16:creationId xmlns:a16="http://schemas.microsoft.com/office/drawing/2014/main" id="{8E72267A-2766-0CBC-3247-6F3702C9F55F}"/>
                </a:ext>
              </a:extLst>
            </p:cNvPr>
            <p:cNvSpPr/>
            <p:nvPr/>
          </p:nvSpPr>
          <p:spPr>
            <a:xfrm>
              <a:off x="7146156" y="4714957"/>
              <a:ext cx="2982292" cy="442235"/>
            </a:xfrm>
            <a:prstGeom prst="rect">
              <a:avLst/>
            </a:prstGeom>
            <a:noFill/>
            <a:ln>
              <a:solidFill>
                <a:srgbClr val="00B0F0"/>
              </a:solidFill>
              <a:prstDash val="dash"/>
            </a:ln>
            <a:effectLst>
              <a:glow rad="228600">
                <a:schemeClr val="accent5">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13" name="Rectángulo 12">
              <a:extLst>
                <a:ext uri="{FF2B5EF4-FFF2-40B4-BE49-F238E27FC236}">
                  <a16:creationId xmlns:a16="http://schemas.microsoft.com/office/drawing/2014/main" id="{4BE1B4D4-DCB3-7947-E4CC-BBBA617CB402}"/>
                </a:ext>
              </a:extLst>
            </p:cNvPr>
            <p:cNvSpPr/>
            <p:nvPr/>
          </p:nvSpPr>
          <p:spPr>
            <a:xfrm rot="18718539">
              <a:off x="6952656" y="4530252"/>
              <a:ext cx="1040419" cy="442235"/>
            </a:xfrm>
            <a:prstGeom prst="rect">
              <a:avLst/>
            </a:prstGeom>
            <a:noFill/>
            <a:ln>
              <a:solidFill>
                <a:srgbClr val="00B0F0"/>
              </a:solidFill>
              <a:prstDash val="dash"/>
            </a:ln>
            <a:effectLst>
              <a:glow rad="228600">
                <a:schemeClr val="accent5">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14" name="CuadroTexto 13">
              <a:extLst>
                <a:ext uri="{FF2B5EF4-FFF2-40B4-BE49-F238E27FC236}">
                  <a16:creationId xmlns:a16="http://schemas.microsoft.com/office/drawing/2014/main" id="{809E8661-D0CF-9F91-3814-8A056112D368}"/>
                </a:ext>
              </a:extLst>
            </p:cNvPr>
            <p:cNvSpPr txBox="1"/>
            <p:nvPr/>
          </p:nvSpPr>
          <p:spPr>
            <a:xfrm rot="16200000">
              <a:off x="9802027" y="3022113"/>
              <a:ext cx="2700300" cy="400110"/>
            </a:xfrm>
            <a:prstGeom prst="rect">
              <a:avLst/>
            </a:prstGeom>
            <a:solidFill>
              <a:srgbClr val="00B0F0"/>
            </a:solidFill>
            <a:ln>
              <a:solidFill>
                <a:schemeClr val="tx1"/>
              </a:solidFill>
            </a:ln>
          </p:spPr>
          <p:txBody>
            <a:bodyPr wrap="square" rtlCol="0">
              <a:spAutoFit/>
            </a:bodyPr>
            <a:lstStyle/>
            <a:p>
              <a:pPr algn="just"/>
              <a:r>
                <a:rPr lang="es-MX" sz="2000" b="0" i="0" dirty="0">
                  <a:effectLst/>
                </a:rPr>
                <a:t>Tubería de ½ pulgada</a:t>
              </a:r>
            </a:p>
          </p:txBody>
        </p:sp>
        <p:pic>
          <p:nvPicPr>
            <p:cNvPr id="17" name="Imagen 16">
              <a:extLst>
                <a:ext uri="{FF2B5EF4-FFF2-40B4-BE49-F238E27FC236}">
                  <a16:creationId xmlns:a16="http://schemas.microsoft.com/office/drawing/2014/main" id="{C7D09FA0-3A81-DF6D-F7E6-2F22BB86AB8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2924" r="13976"/>
            <a:stretch/>
          </p:blipFill>
          <p:spPr>
            <a:xfrm rot="5400000">
              <a:off x="6177554" y="1862665"/>
              <a:ext cx="5013176" cy="3736123"/>
            </a:xfrm>
            <a:prstGeom prst="rect">
              <a:avLst/>
            </a:prstGeom>
          </p:spPr>
        </p:pic>
        <p:sp>
          <p:nvSpPr>
            <p:cNvPr id="18" name="Rectángulo 17">
              <a:extLst>
                <a:ext uri="{FF2B5EF4-FFF2-40B4-BE49-F238E27FC236}">
                  <a16:creationId xmlns:a16="http://schemas.microsoft.com/office/drawing/2014/main" id="{6F2D26EE-BC29-FCE9-634E-3DA38E044B82}"/>
                </a:ext>
              </a:extLst>
            </p:cNvPr>
            <p:cNvSpPr/>
            <p:nvPr/>
          </p:nvSpPr>
          <p:spPr>
            <a:xfrm>
              <a:off x="9264353" y="2348881"/>
              <a:ext cx="864094" cy="2808312"/>
            </a:xfrm>
            <a:prstGeom prst="rect">
              <a:avLst/>
            </a:prstGeom>
            <a:noFill/>
            <a:ln>
              <a:solidFill>
                <a:srgbClr val="00B0F0"/>
              </a:solidFill>
              <a:prstDash val="dash"/>
            </a:ln>
            <a:effectLst>
              <a:glow rad="228600">
                <a:schemeClr val="accent5">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19" name="Rectángulo 18">
              <a:extLst>
                <a:ext uri="{FF2B5EF4-FFF2-40B4-BE49-F238E27FC236}">
                  <a16:creationId xmlns:a16="http://schemas.microsoft.com/office/drawing/2014/main" id="{51FAA3DC-72FA-2654-AD0E-C9DE6A89EEC7}"/>
                </a:ext>
              </a:extLst>
            </p:cNvPr>
            <p:cNvSpPr/>
            <p:nvPr/>
          </p:nvSpPr>
          <p:spPr>
            <a:xfrm>
              <a:off x="7146157" y="4714958"/>
              <a:ext cx="2982292" cy="442235"/>
            </a:xfrm>
            <a:prstGeom prst="rect">
              <a:avLst/>
            </a:prstGeom>
            <a:noFill/>
            <a:ln>
              <a:solidFill>
                <a:srgbClr val="00B0F0"/>
              </a:solidFill>
              <a:prstDash val="dash"/>
            </a:ln>
            <a:effectLst>
              <a:glow rad="228600">
                <a:schemeClr val="accent5">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20" name="Rectángulo 19">
              <a:extLst>
                <a:ext uri="{FF2B5EF4-FFF2-40B4-BE49-F238E27FC236}">
                  <a16:creationId xmlns:a16="http://schemas.microsoft.com/office/drawing/2014/main" id="{8E015B91-9AC9-FE26-05D5-DAB78ABE1CD6}"/>
                </a:ext>
              </a:extLst>
            </p:cNvPr>
            <p:cNvSpPr/>
            <p:nvPr/>
          </p:nvSpPr>
          <p:spPr>
            <a:xfrm rot="18718539">
              <a:off x="6952657" y="4530253"/>
              <a:ext cx="1040419" cy="442235"/>
            </a:xfrm>
            <a:prstGeom prst="rect">
              <a:avLst/>
            </a:prstGeom>
            <a:noFill/>
            <a:ln>
              <a:solidFill>
                <a:srgbClr val="00B0F0"/>
              </a:solidFill>
              <a:prstDash val="dash"/>
            </a:ln>
            <a:effectLst>
              <a:glow rad="228600">
                <a:schemeClr val="accent5">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cxnSp>
          <p:nvCxnSpPr>
            <p:cNvPr id="15" name="Conector recto de flecha 14">
              <a:extLst>
                <a:ext uri="{FF2B5EF4-FFF2-40B4-BE49-F238E27FC236}">
                  <a16:creationId xmlns:a16="http://schemas.microsoft.com/office/drawing/2014/main" id="{14ECB5D5-EEBE-7D1F-2792-A5FE4776FD6C}"/>
                </a:ext>
              </a:extLst>
            </p:cNvPr>
            <p:cNvCxnSpPr>
              <a:cxnSpLocks/>
              <a:endCxn id="14" idx="0"/>
            </p:cNvCxnSpPr>
            <p:nvPr/>
          </p:nvCxnSpPr>
          <p:spPr>
            <a:xfrm flipV="1">
              <a:off x="10128448" y="3222168"/>
              <a:ext cx="823674" cy="710888"/>
            </a:xfrm>
            <a:prstGeom prst="straightConnector1">
              <a:avLst/>
            </a:prstGeom>
            <a:ln w="285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44271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FEDA4878-0B26-EF7D-891E-E57F6EED7D06}"/>
              </a:ext>
            </a:extLst>
          </p:cNvPr>
          <p:cNvSpPr>
            <a:spLocks noGrp="1"/>
          </p:cNvSpPr>
          <p:nvPr>
            <p:ph type="title"/>
          </p:nvPr>
        </p:nvSpPr>
        <p:spPr>
          <a:xfrm>
            <a:off x="1560576" y="2355566"/>
            <a:ext cx="9070848" cy="2587752"/>
          </a:xfrm>
        </p:spPr>
        <p:txBody>
          <a:bodyPr/>
          <a:lstStyle/>
          <a:p>
            <a:pPr marL="0" lvl="0" indent="0" algn="ctr" defTabSz="755650" rtl="0">
              <a:lnSpc>
                <a:spcPct val="90000"/>
              </a:lnSpc>
              <a:spcBef>
                <a:spcPct val="0"/>
              </a:spcBef>
              <a:spcAft>
                <a:spcPct val="35000"/>
              </a:spcAft>
              <a:buNone/>
            </a:pPr>
            <a:r>
              <a:rPr lang="es-BO" sz="4800" kern="1200" dirty="0">
                <a:solidFill>
                  <a:schemeClr val="tx1"/>
                </a:solidFill>
              </a:rPr>
              <a:t>Reconocimiento y ubicación de los componentes del sistema de control</a:t>
            </a:r>
            <a:endParaRPr lang="en-US" sz="4800" kern="1200" dirty="0">
              <a:solidFill>
                <a:schemeClr val="tx1"/>
              </a:solidFill>
            </a:endParaRPr>
          </a:p>
        </p:txBody>
      </p:sp>
    </p:spTree>
    <p:extLst>
      <p:ext uri="{BB962C8B-B14F-4D97-AF65-F5344CB8AC3E}">
        <p14:creationId xmlns:p14="http://schemas.microsoft.com/office/powerpoint/2010/main" val="2718771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62297" y="398754"/>
            <a:ext cx="10058400" cy="820446"/>
          </a:xfrm>
        </p:spPr>
        <p:txBody>
          <a:bodyPr/>
          <a:lstStyle/>
          <a:p>
            <a:pPr algn="ctr"/>
            <a:r>
              <a:rPr lang="es-BO" b="1" dirty="0">
                <a:effectLst>
                  <a:outerShdw blurRad="38100" dist="38100" dir="2700000" algn="tl">
                    <a:srgbClr val="000000">
                      <a:alpha val="43137"/>
                    </a:srgbClr>
                  </a:outerShdw>
                </a:effectLst>
              </a:rPr>
              <a:t>Componentes del sistema de control </a:t>
            </a:r>
            <a:endParaRPr lang="en-US" b="1" dirty="0">
              <a:effectLst>
                <a:outerShdw blurRad="38100" dist="38100" dir="2700000" algn="tl">
                  <a:srgbClr val="000000">
                    <a:alpha val="43137"/>
                  </a:srgbClr>
                </a:outerShdw>
              </a:effectLst>
            </a:endParaRPr>
          </a:p>
        </p:txBody>
      </p:sp>
      <p:sp>
        <p:nvSpPr>
          <p:cNvPr id="3" name="Marcador de contenido 2"/>
          <p:cNvSpPr>
            <a:spLocks noGrp="1"/>
          </p:cNvSpPr>
          <p:nvPr>
            <p:ph idx="1"/>
          </p:nvPr>
        </p:nvSpPr>
        <p:spPr>
          <a:xfrm>
            <a:off x="4079631" y="1219200"/>
            <a:ext cx="7169834" cy="4929051"/>
          </a:xfrm>
        </p:spPr>
        <p:txBody>
          <a:bodyPr>
            <a:normAutofit fontScale="92500" lnSpcReduction="20000"/>
          </a:bodyPr>
          <a:lstStyle/>
          <a:p>
            <a:pPr marL="450850" indent="-450850">
              <a:buFont typeface="Wingdings" panose="05000000000000000000" pitchFamily="2" charset="2"/>
              <a:buChar char="Ø"/>
            </a:pPr>
            <a:r>
              <a:rPr lang="es-BO" sz="2000" dirty="0"/>
              <a:t>Balizas</a:t>
            </a:r>
          </a:p>
          <a:p>
            <a:pPr marL="450850" indent="-450850">
              <a:buFont typeface="Wingdings" panose="05000000000000000000" pitchFamily="2" charset="2"/>
              <a:buChar char="Ø"/>
            </a:pPr>
            <a:r>
              <a:rPr lang="es-BO" sz="2000" dirty="0"/>
              <a:t>Variador de frecuencia</a:t>
            </a:r>
          </a:p>
          <a:p>
            <a:pPr marL="450850" indent="-450850">
              <a:buFont typeface="Wingdings" panose="05000000000000000000" pitchFamily="2" charset="2"/>
              <a:buChar char="Ø"/>
            </a:pPr>
            <a:r>
              <a:rPr lang="es-BO" sz="2000" dirty="0"/>
              <a:t>Electroválvulas</a:t>
            </a:r>
          </a:p>
          <a:p>
            <a:pPr marL="450850" indent="-450850">
              <a:buFont typeface="Wingdings" panose="05000000000000000000" pitchFamily="2" charset="2"/>
              <a:buChar char="Ø"/>
            </a:pPr>
            <a:r>
              <a:rPr lang="es-BO" sz="2000" dirty="0"/>
              <a:t>Bomba</a:t>
            </a:r>
          </a:p>
          <a:p>
            <a:pPr marL="450850" indent="-450850">
              <a:buFont typeface="Wingdings" panose="05000000000000000000" pitchFamily="2" charset="2"/>
              <a:buChar char="Ø"/>
            </a:pPr>
            <a:r>
              <a:rPr lang="es-BO" sz="2000" dirty="0"/>
              <a:t>Motor</a:t>
            </a:r>
          </a:p>
          <a:p>
            <a:pPr marL="450850" indent="-450850">
              <a:buFont typeface="Wingdings" panose="05000000000000000000" pitchFamily="2" charset="2"/>
              <a:buChar char="Ø"/>
            </a:pPr>
            <a:r>
              <a:rPr lang="es-BO" sz="2000" dirty="0"/>
              <a:t>Dosificador </a:t>
            </a:r>
          </a:p>
          <a:p>
            <a:pPr marL="450850" indent="-450850">
              <a:buFont typeface="Wingdings" panose="05000000000000000000" pitchFamily="2" charset="2"/>
              <a:buChar char="Ø"/>
            </a:pPr>
            <a:r>
              <a:rPr lang="es-BO" sz="2000" dirty="0"/>
              <a:t>Sensor de presión</a:t>
            </a:r>
          </a:p>
          <a:p>
            <a:pPr marL="450850" indent="-450850">
              <a:buFont typeface="Wingdings" panose="05000000000000000000" pitchFamily="2" charset="2"/>
              <a:buChar char="Ø"/>
            </a:pPr>
            <a:r>
              <a:rPr lang="es-BO" sz="2000" dirty="0"/>
              <a:t>Sensor vibratorio</a:t>
            </a:r>
          </a:p>
          <a:p>
            <a:pPr marL="450850" indent="-450850">
              <a:buFont typeface="Wingdings" panose="05000000000000000000" pitchFamily="2" charset="2"/>
              <a:buChar char="Ø"/>
            </a:pPr>
            <a:r>
              <a:rPr lang="es-BO" sz="2000" dirty="0"/>
              <a:t>Sensor ultrasónico</a:t>
            </a:r>
          </a:p>
          <a:p>
            <a:pPr marL="450850" indent="-450850">
              <a:buFont typeface="Wingdings" panose="05000000000000000000" pitchFamily="2" charset="2"/>
              <a:buChar char="Ø"/>
            </a:pPr>
            <a:r>
              <a:rPr lang="es-BO" sz="2000" b="1" dirty="0"/>
              <a:t>PLC</a:t>
            </a:r>
          </a:p>
          <a:p>
            <a:pPr marL="450850" indent="-450850">
              <a:buFont typeface="Wingdings" panose="05000000000000000000" pitchFamily="2" charset="2"/>
              <a:buChar char="Ø"/>
            </a:pPr>
            <a:r>
              <a:rPr lang="es-BO" sz="2000" b="1" dirty="0"/>
              <a:t>HMI</a:t>
            </a:r>
          </a:p>
          <a:p>
            <a:pPr marL="450850" indent="-450850">
              <a:buFont typeface="Wingdings" panose="05000000000000000000" pitchFamily="2" charset="2"/>
              <a:buChar char="Ø"/>
            </a:pPr>
            <a:r>
              <a:rPr lang="es-BO" sz="2000" dirty="0"/>
              <a:t>Sensor de temperatura </a:t>
            </a:r>
          </a:p>
          <a:p>
            <a:pPr marL="450850" indent="-450850">
              <a:buFont typeface="Wingdings" panose="05000000000000000000" pitchFamily="2" charset="2"/>
              <a:buChar char="Ø"/>
            </a:pPr>
            <a:r>
              <a:rPr lang="es-BO" sz="2000" b="1" dirty="0"/>
              <a:t>Fuente</a:t>
            </a:r>
          </a:p>
          <a:p>
            <a:pPr marL="450850" indent="-450850">
              <a:buFont typeface="Wingdings" panose="05000000000000000000" pitchFamily="2" charset="2"/>
              <a:buChar char="Ø"/>
            </a:pPr>
            <a:r>
              <a:rPr lang="es-BO" sz="2000" b="1" dirty="0"/>
              <a:t>Modulo de expansión del </a:t>
            </a:r>
            <a:r>
              <a:rPr lang="es-BO" sz="2000" b="1" dirty="0" err="1"/>
              <a:t>plc</a:t>
            </a:r>
            <a:endParaRPr lang="es-BO" sz="2000" b="1" dirty="0"/>
          </a:p>
          <a:p>
            <a:endParaRPr lang="es-BO" dirty="0"/>
          </a:p>
          <a:p>
            <a:endParaRPr lang="en-US" dirty="0"/>
          </a:p>
        </p:txBody>
      </p:sp>
    </p:spTree>
    <p:extLst>
      <p:ext uri="{BB962C8B-B14F-4D97-AF65-F5344CB8AC3E}">
        <p14:creationId xmlns:p14="http://schemas.microsoft.com/office/powerpoint/2010/main" val="4058765404"/>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62297" y="398754"/>
            <a:ext cx="10058400" cy="820446"/>
          </a:xfrm>
        </p:spPr>
        <p:txBody>
          <a:bodyPr/>
          <a:lstStyle/>
          <a:p>
            <a:pPr algn="ctr"/>
            <a:r>
              <a:rPr lang="es-BO" b="1" dirty="0">
                <a:effectLst>
                  <a:outerShdw blurRad="38100" dist="38100" dir="2700000" algn="tl">
                    <a:srgbClr val="000000">
                      <a:alpha val="43137"/>
                    </a:srgbClr>
                  </a:outerShdw>
                </a:effectLst>
              </a:rPr>
              <a:t>Componentes del sistema de control </a:t>
            </a:r>
            <a:endParaRPr lang="en-US" b="1" dirty="0">
              <a:effectLst>
                <a:outerShdw blurRad="38100" dist="38100" dir="2700000" algn="tl">
                  <a:srgbClr val="000000">
                    <a:alpha val="43137"/>
                  </a:srgbClr>
                </a:outerShdw>
              </a:effectLst>
            </a:endParaRPr>
          </a:p>
        </p:txBody>
      </p:sp>
      <p:sp>
        <p:nvSpPr>
          <p:cNvPr id="3" name="Marcador de contenido 2"/>
          <p:cNvSpPr>
            <a:spLocks noGrp="1"/>
          </p:cNvSpPr>
          <p:nvPr>
            <p:ph idx="1"/>
          </p:nvPr>
        </p:nvSpPr>
        <p:spPr>
          <a:xfrm>
            <a:off x="962297" y="1219201"/>
            <a:ext cx="3736312" cy="525194"/>
          </a:xfrm>
        </p:spPr>
        <p:txBody>
          <a:bodyPr>
            <a:normAutofit/>
          </a:bodyPr>
          <a:lstStyle/>
          <a:p>
            <a:pPr marL="450850" indent="-450850">
              <a:buFont typeface="Wingdings" panose="05000000000000000000" pitchFamily="2" charset="2"/>
              <a:buChar char="Ø"/>
            </a:pPr>
            <a:r>
              <a:rPr lang="es-BO" sz="2000" dirty="0"/>
              <a:t>Baliza luminosa (rojo y verde)</a:t>
            </a:r>
            <a:endParaRPr lang="es-BO" sz="2000" b="1" dirty="0"/>
          </a:p>
        </p:txBody>
      </p:sp>
      <p:pic>
        <p:nvPicPr>
          <p:cNvPr id="4" name="Imagen 3">
            <a:extLst>
              <a:ext uri="{FF2B5EF4-FFF2-40B4-BE49-F238E27FC236}">
                <a16:creationId xmlns:a16="http://schemas.microsoft.com/office/drawing/2014/main" id="{4D3D4DF7-567E-6857-F3EF-0E31AFB5BFE1}"/>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harpenSoften amount="15000"/>
                    </a14:imgEffect>
                    <a14:imgEffect>
                      <a14:brightnessContrast bright="23000"/>
                    </a14:imgEffect>
                  </a14:imgLayer>
                </a14:imgProps>
              </a:ext>
              <a:ext uri="{28A0092B-C50C-407E-A947-70E740481C1C}">
                <a14:useLocalDpi xmlns:a14="http://schemas.microsoft.com/office/drawing/2010/main" val="0"/>
              </a:ext>
            </a:extLst>
          </a:blip>
          <a:srcRect l="12200" r="15351"/>
          <a:stretch/>
        </p:blipFill>
        <p:spPr>
          <a:xfrm rot="5400000">
            <a:off x="5448705" y="1991784"/>
            <a:ext cx="4561755" cy="3541784"/>
          </a:xfrm>
          <a:prstGeom prst="rect">
            <a:avLst/>
          </a:prstGeom>
        </p:spPr>
      </p:pic>
      <p:pic>
        <p:nvPicPr>
          <p:cNvPr id="19" name="Imagen 18">
            <a:extLst>
              <a:ext uri="{FF2B5EF4-FFF2-40B4-BE49-F238E27FC236}">
                <a16:creationId xmlns:a16="http://schemas.microsoft.com/office/drawing/2014/main" id="{AC53F947-9C57-944A-6391-EF93C6388EF3}"/>
              </a:ext>
            </a:extLst>
          </p:cNvPr>
          <p:cNvPicPr>
            <a:picLocks noChangeAspect="1"/>
          </p:cNvPicPr>
          <p:nvPr/>
        </p:nvPicPr>
        <p:blipFill rotWithShape="1">
          <a:blip r:embed="rId4"/>
          <a:srcRect t="15001" b="21606"/>
          <a:stretch/>
        </p:blipFill>
        <p:spPr>
          <a:xfrm>
            <a:off x="1520382" y="1696052"/>
            <a:ext cx="3161109" cy="4347502"/>
          </a:xfrm>
          <a:prstGeom prst="rect">
            <a:avLst/>
          </a:prstGeom>
        </p:spPr>
      </p:pic>
      <p:grpSp>
        <p:nvGrpSpPr>
          <p:cNvPr id="8" name="Grupo 7">
            <a:extLst>
              <a:ext uri="{FF2B5EF4-FFF2-40B4-BE49-F238E27FC236}">
                <a16:creationId xmlns:a16="http://schemas.microsoft.com/office/drawing/2014/main" id="{205B5F03-EA95-7768-F484-2744AF034D1C}"/>
              </a:ext>
            </a:extLst>
          </p:cNvPr>
          <p:cNvGrpSpPr/>
          <p:nvPr/>
        </p:nvGrpSpPr>
        <p:grpSpPr>
          <a:xfrm>
            <a:off x="3803648" y="1799223"/>
            <a:ext cx="241301" cy="475177"/>
            <a:chOff x="4682456" y="1558130"/>
            <a:chExt cx="282317" cy="560161"/>
          </a:xfrm>
        </p:grpSpPr>
        <p:sp>
          <p:nvSpPr>
            <p:cNvPr id="10" name="Rectángulo 9">
              <a:extLst>
                <a:ext uri="{FF2B5EF4-FFF2-40B4-BE49-F238E27FC236}">
                  <a16:creationId xmlns:a16="http://schemas.microsoft.com/office/drawing/2014/main" id="{2945ECE8-140B-A192-5FAD-EB11DE6FA699}"/>
                </a:ext>
              </a:extLst>
            </p:cNvPr>
            <p:cNvSpPr/>
            <p:nvPr/>
          </p:nvSpPr>
          <p:spPr>
            <a:xfrm>
              <a:off x="4682456" y="1558130"/>
              <a:ext cx="282317" cy="264700"/>
            </a:xfrm>
            <a:prstGeom prst="rect">
              <a:avLst/>
            </a:prstGeom>
            <a:noFill/>
            <a:ln>
              <a:solidFill>
                <a:srgbClr val="FF0000"/>
              </a:solidFill>
              <a:prstDash val="dash"/>
            </a:ln>
            <a:effectLst>
              <a:glow rad="63500">
                <a:schemeClr val="accent2">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11" name="Rectángulo 10">
              <a:extLst>
                <a:ext uri="{FF2B5EF4-FFF2-40B4-BE49-F238E27FC236}">
                  <a16:creationId xmlns:a16="http://schemas.microsoft.com/office/drawing/2014/main" id="{80A3EF62-625E-D3DA-46C7-CDF3D0212256}"/>
                </a:ext>
              </a:extLst>
            </p:cNvPr>
            <p:cNvSpPr/>
            <p:nvPr/>
          </p:nvSpPr>
          <p:spPr>
            <a:xfrm>
              <a:off x="4682456" y="1853591"/>
              <a:ext cx="282317" cy="264700"/>
            </a:xfrm>
            <a:prstGeom prst="rect">
              <a:avLst/>
            </a:prstGeom>
            <a:noFill/>
            <a:ln>
              <a:solidFill>
                <a:srgbClr val="00B050"/>
              </a:solidFill>
              <a:prstDash val="dash"/>
            </a:ln>
            <a:effectLst>
              <a:glow rad="63500">
                <a:schemeClr val="accent5">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dirty="0"/>
            </a:p>
          </p:txBody>
        </p:sp>
      </p:grpSp>
      <p:sp>
        <p:nvSpPr>
          <p:cNvPr id="7" name="CuadroTexto 6">
            <a:extLst>
              <a:ext uri="{FF2B5EF4-FFF2-40B4-BE49-F238E27FC236}">
                <a16:creationId xmlns:a16="http://schemas.microsoft.com/office/drawing/2014/main" id="{D25871C8-6CF9-E299-97F9-48A003260A18}"/>
              </a:ext>
            </a:extLst>
          </p:cNvPr>
          <p:cNvSpPr txBox="1"/>
          <p:nvPr/>
        </p:nvSpPr>
        <p:spPr>
          <a:xfrm>
            <a:off x="8678978" y="1995430"/>
            <a:ext cx="2307990" cy="339408"/>
          </a:xfrm>
          <a:prstGeom prst="rect">
            <a:avLst/>
          </a:prstGeom>
          <a:solidFill>
            <a:srgbClr val="FF0000"/>
          </a:solidFill>
          <a:ln>
            <a:solidFill>
              <a:schemeClr val="tx1"/>
            </a:solidFill>
          </a:ln>
        </p:spPr>
        <p:txBody>
          <a:bodyPr wrap="square" rtlCol="0">
            <a:spAutoFit/>
          </a:bodyPr>
          <a:lstStyle/>
          <a:p>
            <a:pPr algn="just"/>
            <a:r>
              <a:rPr lang="es-MX" sz="2000" b="0" i="0" dirty="0">
                <a:effectLst/>
              </a:rPr>
              <a:t>Baliza de color Rojo</a:t>
            </a:r>
          </a:p>
        </p:txBody>
      </p:sp>
      <p:sp>
        <p:nvSpPr>
          <p:cNvPr id="9" name="CuadroTexto 8">
            <a:extLst>
              <a:ext uri="{FF2B5EF4-FFF2-40B4-BE49-F238E27FC236}">
                <a16:creationId xmlns:a16="http://schemas.microsoft.com/office/drawing/2014/main" id="{600A96B5-B478-63A2-DE1C-792589DD82D9}"/>
              </a:ext>
            </a:extLst>
          </p:cNvPr>
          <p:cNvSpPr txBox="1"/>
          <p:nvPr/>
        </p:nvSpPr>
        <p:spPr>
          <a:xfrm>
            <a:off x="8712706" y="3079700"/>
            <a:ext cx="2307991" cy="339408"/>
          </a:xfrm>
          <a:prstGeom prst="rect">
            <a:avLst/>
          </a:prstGeom>
          <a:solidFill>
            <a:srgbClr val="00B050"/>
          </a:solidFill>
          <a:ln>
            <a:solidFill>
              <a:schemeClr val="tx1"/>
            </a:solidFill>
          </a:ln>
        </p:spPr>
        <p:txBody>
          <a:bodyPr wrap="square" rtlCol="0">
            <a:spAutoFit/>
          </a:bodyPr>
          <a:lstStyle/>
          <a:p>
            <a:pPr algn="just"/>
            <a:r>
              <a:rPr lang="es-MX" sz="2000" b="0" i="0" dirty="0">
                <a:effectLst/>
              </a:rPr>
              <a:t>Baliza de color Verde</a:t>
            </a:r>
          </a:p>
        </p:txBody>
      </p:sp>
      <p:sp>
        <p:nvSpPr>
          <p:cNvPr id="24" name="Rectángulo 23">
            <a:extLst>
              <a:ext uri="{FF2B5EF4-FFF2-40B4-BE49-F238E27FC236}">
                <a16:creationId xmlns:a16="http://schemas.microsoft.com/office/drawing/2014/main" id="{0AE559A0-12AC-F6CA-9613-691BD464983F}"/>
              </a:ext>
            </a:extLst>
          </p:cNvPr>
          <p:cNvSpPr/>
          <p:nvPr/>
        </p:nvSpPr>
        <p:spPr>
          <a:xfrm>
            <a:off x="7041726" y="1481798"/>
            <a:ext cx="1202388" cy="1254494"/>
          </a:xfrm>
          <a:prstGeom prst="rect">
            <a:avLst/>
          </a:prstGeom>
          <a:noFill/>
          <a:ln>
            <a:solidFill>
              <a:srgbClr val="FF0000"/>
            </a:solidFill>
            <a:prstDash val="dash"/>
          </a:ln>
          <a:effectLst>
            <a:glow rad="63500">
              <a:schemeClr val="accent2">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25" name="Rectángulo 24">
            <a:extLst>
              <a:ext uri="{FF2B5EF4-FFF2-40B4-BE49-F238E27FC236}">
                <a16:creationId xmlns:a16="http://schemas.microsoft.com/office/drawing/2014/main" id="{46D5DD4D-E3EC-C350-F10E-1497033A90E6}"/>
              </a:ext>
            </a:extLst>
          </p:cNvPr>
          <p:cNvSpPr/>
          <p:nvPr/>
        </p:nvSpPr>
        <p:spPr>
          <a:xfrm>
            <a:off x="7041726" y="2807362"/>
            <a:ext cx="1202388" cy="1254494"/>
          </a:xfrm>
          <a:prstGeom prst="rect">
            <a:avLst/>
          </a:prstGeom>
          <a:noFill/>
          <a:ln>
            <a:solidFill>
              <a:srgbClr val="00B050"/>
            </a:solidFill>
            <a:prstDash val="dash"/>
          </a:ln>
          <a:effectLst>
            <a:glow rad="63500">
              <a:schemeClr val="accent5">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dirty="0"/>
          </a:p>
        </p:txBody>
      </p:sp>
    </p:spTree>
    <p:extLst>
      <p:ext uri="{BB962C8B-B14F-4D97-AF65-F5344CB8AC3E}">
        <p14:creationId xmlns:p14="http://schemas.microsoft.com/office/powerpoint/2010/main" val="30174099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528"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anim calcmode="lin" valueType="num">
                                      <p:cBhvr>
                                        <p:cTn id="14" dur="500" fill="hold"/>
                                        <p:tgtEl>
                                          <p:spTgt spid="4"/>
                                        </p:tgtEl>
                                        <p:attrNameLst>
                                          <p:attrName>ppt_x</p:attrName>
                                        </p:attrNameLst>
                                      </p:cBhvr>
                                      <p:tavLst>
                                        <p:tav tm="0">
                                          <p:val>
                                            <p:fltVal val="0.5"/>
                                          </p:val>
                                        </p:tav>
                                        <p:tav tm="100000">
                                          <p:val>
                                            <p:strVal val="#ppt_x"/>
                                          </p:val>
                                        </p:tav>
                                      </p:tavLst>
                                    </p:anim>
                                    <p:anim calcmode="lin" valueType="num">
                                      <p:cBhvr>
                                        <p:cTn id="15" dur="500" fill="hold"/>
                                        <p:tgtEl>
                                          <p:spTgt spid="4"/>
                                        </p:tgtEl>
                                        <p:attrNameLst>
                                          <p:attrName>ppt_y</p:attrName>
                                        </p:attrNameLst>
                                      </p:cBhvr>
                                      <p:tavLst>
                                        <p:tav tm="0">
                                          <p:val>
                                            <p:fltVal val="0.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1+#ppt_w/2"/>
                                          </p:val>
                                        </p:tav>
                                        <p:tav tm="100000">
                                          <p:val>
                                            <p:strVal val="#ppt_x"/>
                                          </p:val>
                                        </p:tav>
                                      </p:tavLst>
                                    </p:anim>
                                    <p:anim calcmode="lin" valueType="num">
                                      <p:cBhvr additive="base">
                                        <p:cTn id="21" dur="500" fill="hold"/>
                                        <p:tgtEl>
                                          <p:spTgt spid="7"/>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additive="base">
                                        <p:cTn id="24" dur="500" fill="hold"/>
                                        <p:tgtEl>
                                          <p:spTgt spid="24"/>
                                        </p:tgtEl>
                                        <p:attrNameLst>
                                          <p:attrName>ppt_x</p:attrName>
                                        </p:attrNameLst>
                                      </p:cBhvr>
                                      <p:tavLst>
                                        <p:tav tm="0">
                                          <p:val>
                                            <p:strVal val="1+#ppt_w/2"/>
                                          </p:val>
                                        </p:tav>
                                        <p:tav tm="100000">
                                          <p:val>
                                            <p:strVal val="#ppt_x"/>
                                          </p:val>
                                        </p:tav>
                                      </p:tavLst>
                                    </p:anim>
                                    <p:anim calcmode="lin" valueType="num">
                                      <p:cBhvr additive="base">
                                        <p:cTn id="25"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additive="base">
                                        <p:cTn id="30" dur="500" fill="hold"/>
                                        <p:tgtEl>
                                          <p:spTgt spid="25"/>
                                        </p:tgtEl>
                                        <p:attrNameLst>
                                          <p:attrName>ppt_x</p:attrName>
                                        </p:attrNameLst>
                                      </p:cBhvr>
                                      <p:tavLst>
                                        <p:tav tm="0">
                                          <p:val>
                                            <p:strVal val="1+#ppt_w/2"/>
                                          </p:val>
                                        </p:tav>
                                        <p:tav tm="100000">
                                          <p:val>
                                            <p:strVal val="#ppt_x"/>
                                          </p:val>
                                        </p:tav>
                                      </p:tavLst>
                                    </p:anim>
                                    <p:anim calcmode="lin" valueType="num">
                                      <p:cBhvr additive="base">
                                        <p:cTn id="31" dur="500" fill="hold"/>
                                        <p:tgtEl>
                                          <p:spTgt spid="25"/>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1+#ppt_w/2"/>
                                          </p:val>
                                        </p:tav>
                                        <p:tav tm="100000">
                                          <p:val>
                                            <p:strVal val="#ppt_x"/>
                                          </p:val>
                                        </p:tav>
                                      </p:tavLst>
                                    </p:anim>
                                    <p:anim calcmode="lin" valueType="num">
                                      <p:cBhvr additive="base">
                                        <p:cTn id="35"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24" grpId="0" animBg="1"/>
      <p:bldP spid="2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4AE33CE1-291E-8B0F-E26B-D97BDEFFF02C}"/>
              </a:ext>
            </a:extLst>
          </p:cNvPr>
          <p:cNvSpPr txBox="1">
            <a:spLocks/>
          </p:cNvSpPr>
          <p:nvPr/>
        </p:nvSpPr>
        <p:spPr>
          <a:xfrm>
            <a:off x="962297" y="398754"/>
            <a:ext cx="10058400" cy="82044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r>
              <a:rPr lang="es-MX" b="1">
                <a:effectLst>
                  <a:outerShdw blurRad="38100" dist="38100" dir="2700000" algn="tl">
                    <a:srgbClr val="000000">
                      <a:alpha val="43137"/>
                    </a:srgbClr>
                  </a:outerShdw>
                </a:effectLst>
              </a:rPr>
              <a:t>Componentes del sistema de control </a:t>
            </a:r>
          </a:p>
        </p:txBody>
      </p:sp>
      <p:sp>
        <p:nvSpPr>
          <p:cNvPr id="5" name="Marcador de contenido 2">
            <a:extLst>
              <a:ext uri="{FF2B5EF4-FFF2-40B4-BE49-F238E27FC236}">
                <a16:creationId xmlns:a16="http://schemas.microsoft.com/office/drawing/2014/main" id="{05B818EB-2871-26EA-CD5C-A5E0776F7122}"/>
              </a:ext>
            </a:extLst>
          </p:cNvPr>
          <p:cNvSpPr txBox="1">
            <a:spLocks/>
          </p:cNvSpPr>
          <p:nvPr/>
        </p:nvSpPr>
        <p:spPr>
          <a:xfrm>
            <a:off x="962297" y="1219201"/>
            <a:ext cx="3736312" cy="525194"/>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450850" indent="-450850">
              <a:buFont typeface="Wingdings" panose="05000000000000000000" pitchFamily="2" charset="2"/>
              <a:buChar char="Ø"/>
            </a:pPr>
            <a:r>
              <a:rPr lang="es-BO" sz="2000" dirty="0"/>
              <a:t>Sensor vibratorio</a:t>
            </a:r>
            <a:endParaRPr lang="es-BO" sz="2000" b="1" dirty="0"/>
          </a:p>
        </p:txBody>
      </p:sp>
      <p:pic>
        <p:nvPicPr>
          <p:cNvPr id="6" name="Imagen 5">
            <a:extLst>
              <a:ext uri="{FF2B5EF4-FFF2-40B4-BE49-F238E27FC236}">
                <a16:creationId xmlns:a16="http://schemas.microsoft.com/office/drawing/2014/main" id="{5F4FE369-8303-F453-5D96-E22ECC4AFF93}"/>
              </a:ext>
            </a:extLst>
          </p:cNvPr>
          <p:cNvPicPr>
            <a:picLocks noChangeAspect="1"/>
          </p:cNvPicPr>
          <p:nvPr/>
        </p:nvPicPr>
        <p:blipFill rotWithShape="1">
          <a:blip r:embed="rId2"/>
          <a:srcRect t="15001" b="21606"/>
          <a:stretch/>
        </p:blipFill>
        <p:spPr>
          <a:xfrm>
            <a:off x="1520382" y="1696052"/>
            <a:ext cx="3161109" cy="4347502"/>
          </a:xfrm>
          <a:prstGeom prst="rect">
            <a:avLst/>
          </a:prstGeom>
        </p:spPr>
      </p:pic>
      <p:pic>
        <p:nvPicPr>
          <p:cNvPr id="7" name="Imagen 6">
            <a:extLst>
              <a:ext uri="{FF2B5EF4-FFF2-40B4-BE49-F238E27FC236}">
                <a16:creationId xmlns:a16="http://schemas.microsoft.com/office/drawing/2014/main" id="{3594CC58-CF32-B4DE-756F-BA61A4C35E52}"/>
              </a:ext>
            </a:extLst>
          </p:cNvPr>
          <p:cNvPicPr>
            <a:picLocks noChangeAspect="1"/>
          </p:cNvPicPr>
          <p:nvPr/>
        </p:nvPicPr>
        <p:blipFill rotWithShape="1">
          <a:blip r:embed="rId3"/>
          <a:srcRect t="15350" b="20601"/>
          <a:stretch/>
        </p:blipFill>
        <p:spPr>
          <a:xfrm rot="5400000">
            <a:off x="7476180" y="1803662"/>
            <a:ext cx="2745513" cy="3815001"/>
          </a:xfrm>
          <a:prstGeom prst="rect">
            <a:avLst/>
          </a:prstGeom>
        </p:spPr>
      </p:pic>
      <p:sp>
        <p:nvSpPr>
          <p:cNvPr id="8" name="Rectángulo 7">
            <a:extLst>
              <a:ext uri="{FF2B5EF4-FFF2-40B4-BE49-F238E27FC236}">
                <a16:creationId xmlns:a16="http://schemas.microsoft.com/office/drawing/2014/main" id="{07ED88A1-7ACF-4522-77BE-CF193EBE1400}"/>
              </a:ext>
            </a:extLst>
          </p:cNvPr>
          <p:cNvSpPr/>
          <p:nvPr/>
        </p:nvSpPr>
        <p:spPr>
          <a:xfrm>
            <a:off x="1788511" y="2488413"/>
            <a:ext cx="314133" cy="211926"/>
          </a:xfrm>
          <a:prstGeom prst="rect">
            <a:avLst/>
          </a:prstGeom>
          <a:noFill/>
          <a:ln>
            <a:solidFill>
              <a:srgbClr val="92D050"/>
            </a:solidFill>
            <a:prstDash val="dash"/>
          </a:ln>
          <a:effectLst>
            <a:glow rad="63500">
              <a:srgbClr val="92D050">
                <a:alpha val="40000"/>
              </a:srgb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9" name="Rectángulo 8">
            <a:extLst>
              <a:ext uri="{FF2B5EF4-FFF2-40B4-BE49-F238E27FC236}">
                <a16:creationId xmlns:a16="http://schemas.microsoft.com/office/drawing/2014/main" id="{80ADABC0-BF89-7F30-6554-252906060336}"/>
              </a:ext>
            </a:extLst>
          </p:cNvPr>
          <p:cNvSpPr/>
          <p:nvPr/>
        </p:nvSpPr>
        <p:spPr>
          <a:xfrm>
            <a:off x="1847850" y="3429000"/>
            <a:ext cx="271463" cy="166688"/>
          </a:xfrm>
          <a:prstGeom prst="rect">
            <a:avLst/>
          </a:prstGeom>
          <a:noFill/>
          <a:ln>
            <a:solidFill>
              <a:srgbClr val="FFFF00"/>
            </a:solidFill>
            <a:prstDash val="dash"/>
          </a:ln>
          <a:effectLst>
            <a:glow rad="101600">
              <a:srgbClr val="FFFF00">
                <a:alpha val="60000"/>
              </a:srgb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10" name="CuadroTexto 9">
            <a:extLst>
              <a:ext uri="{FF2B5EF4-FFF2-40B4-BE49-F238E27FC236}">
                <a16:creationId xmlns:a16="http://schemas.microsoft.com/office/drawing/2014/main" id="{5921815E-6C83-3F86-D74A-58FE490C83A4}"/>
              </a:ext>
            </a:extLst>
          </p:cNvPr>
          <p:cNvSpPr txBox="1"/>
          <p:nvPr/>
        </p:nvSpPr>
        <p:spPr>
          <a:xfrm>
            <a:off x="4888225" y="1744395"/>
            <a:ext cx="2255525" cy="338554"/>
          </a:xfrm>
          <a:prstGeom prst="rect">
            <a:avLst/>
          </a:prstGeom>
          <a:solidFill>
            <a:srgbClr val="92D050"/>
          </a:solidFill>
          <a:ln>
            <a:solidFill>
              <a:srgbClr val="92D050"/>
            </a:solidFill>
          </a:ln>
        </p:spPr>
        <p:txBody>
          <a:bodyPr wrap="square" rtlCol="0">
            <a:spAutoFit/>
          </a:bodyPr>
          <a:lstStyle/>
          <a:p>
            <a:pPr algn="just"/>
            <a:r>
              <a:rPr lang="es-MX" sz="1600" b="0" i="0" dirty="0">
                <a:effectLst/>
              </a:rPr>
              <a:t>Sensor vibratorio 1 (SW1)</a:t>
            </a:r>
          </a:p>
        </p:txBody>
      </p:sp>
      <p:sp>
        <p:nvSpPr>
          <p:cNvPr id="11" name="CuadroTexto 10">
            <a:extLst>
              <a:ext uri="{FF2B5EF4-FFF2-40B4-BE49-F238E27FC236}">
                <a16:creationId xmlns:a16="http://schemas.microsoft.com/office/drawing/2014/main" id="{2C30C217-6A7E-1EBC-2B60-2FA156171B9E}"/>
              </a:ext>
            </a:extLst>
          </p:cNvPr>
          <p:cNvSpPr txBox="1"/>
          <p:nvPr/>
        </p:nvSpPr>
        <p:spPr>
          <a:xfrm>
            <a:off x="4835681" y="5243948"/>
            <a:ext cx="2255525" cy="338554"/>
          </a:xfrm>
          <a:prstGeom prst="rect">
            <a:avLst/>
          </a:prstGeom>
          <a:solidFill>
            <a:srgbClr val="FFFF00"/>
          </a:solidFill>
          <a:ln>
            <a:solidFill>
              <a:schemeClr val="tx1"/>
            </a:solidFill>
          </a:ln>
        </p:spPr>
        <p:txBody>
          <a:bodyPr wrap="square" rtlCol="0">
            <a:spAutoFit/>
          </a:bodyPr>
          <a:lstStyle/>
          <a:p>
            <a:pPr algn="just"/>
            <a:r>
              <a:rPr lang="es-MX" sz="1600" b="0" i="0" dirty="0">
                <a:effectLst/>
              </a:rPr>
              <a:t>Sensor vibratorio 2 (SW2)</a:t>
            </a:r>
          </a:p>
        </p:txBody>
      </p:sp>
      <p:sp>
        <p:nvSpPr>
          <p:cNvPr id="14" name="CuadroTexto 13">
            <a:extLst>
              <a:ext uri="{FF2B5EF4-FFF2-40B4-BE49-F238E27FC236}">
                <a16:creationId xmlns:a16="http://schemas.microsoft.com/office/drawing/2014/main" id="{AD180627-D962-011C-B82C-49B9E8CE09AB}"/>
              </a:ext>
            </a:extLst>
          </p:cNvPr>
          <p:cNvSpPr txBox="1"/>
          <p:nvPr/>
        </p:nvSpPr>
        <p:spPr>
          <a:xfrm>
            <a:off x="2119313" y="3429000"/>
            <a:ext cx="3636366" cy="2202001"/>
          </a:xfrm>
          <a:prstGeom prst="cloudCallout">
            <a:avLst>
              <a:gd name="adj1" fmla="val 72679"/>
              <a:gd name="adj2" fmla="val -37422"/>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just"/>
            <a:r>
              <a:rPr lang="es-ES" sz="2200" dirty="0">
                <a:ea typeface="Calibri" panose="020F0502020204030204" pitchFamily="34" charset="0"/>
                <a:cs typeface="Times New Roman" panose="02020603050405020304" pitchFamily="18" charset="0"/>
              </a:rPr>
              <a:t>U</a:t>
            </a:r>
            <a:r>
              <a:rPr lang="es-ES" sz="2200" dirty="0">
                <a:effectLst/>
                <a:ea typeface="Calibri" panose="020F0502020204030204" pitchFamily="34" charset="0"/>
                <a:cs typeface="Times New Roman" panose="02020603050405020304" pitchFamily="18" charset="0"/>
              </a:rPr>
              <a:t>tilizado para la detección de nivel alto y bajo del líquido en el tanque.</a:t>
            </a:r>
            <a:endParaRPr lang="es-BO" sz="2200" dirty="0"/>
          </a:p>
        </p:txBody>
      </p:sp>
    </p:spTree>
    <p:extLst>
      <p:ext uri="{BB962C8B-B14F-4D97-AF65-F5344CB8AC3E}">
        <p14:creationId xmlns:p14="http://schemas.microsoft.com/office/powerpoint/2010/main" val="5877439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1" nodeType="clickEffect">
                                  <p:stCondLst>
                                    <p:cond delay="0"/>
                                  </p:stCondLst>
                                  <p:childTnLst>
                                    <p:animEffect transition="out" filter="fade">
                                      <p:cBhvr>
                                        <p:cTn id="25" dur="500"/>
                                        <p:tgtEl>
                                          <p:spTgt spid="8"/>
                                        </p:tgtEl>
                                      </p:cBhvr>
                                    </p:animEffect>
                                    <p:set>
                                      <p:cBhvr>
                                        <p:cTn id="26" dur="1" fill="hold">
                                          <p:stCondLst>
                                            <p:cond delay="499"/>
                                          </p:stCondLst>
                                        </p:cTn>
                                        <p:tgtEl>
                                          <p:spTgt spid="8"/>
                                        </p:tgtEl>
                                        <p:attrNameLst>
                                          <p:attrName>style.visibility</p:attrName>
                                        </p:attrNameLst>
                                      </p:cBhvr>
                                      <p:to>
                                        <p:strVal val="hidden"/>
                                      </p:to>
                                    </p:set>
                                  </p:childTnLst>
                                </p:cTn>
                              </p:par>
                              <p:par>
                                <p:cTn id="27" presetID="10" presetClass="exit" presetSubtype="0" fill="hold" grpId="1" nodeType="withEffect">
                                  <p:stCondLst>
                                    <p:cond delay="0"/>
                                  </p:stCondLst>
                                  <p:childTnLst>
                                    <p:animEffect transition="out" filter="fade">
                                      <p:cBhvr>
                                        <p:cTn id="28" dur="500"/>
                                        <p:tgtEl>
                                          <p:spTgt spid="10"/>
                                        </p:tgtEl>
                                      </p:cBhvr>
                                    </p:animEffect>
                                    <p:set>
                                      <p:cBhvr>
                                        <p:cTn id="29" dur="1" fill="hold">
                                          <p:stCondLst>
                                            <p:cond delay="499"/>
                                          </p:stCondLst>
                                        </p:cTn>
                                        <p:tgtEl>
                                          <p:spTgt spid="10"/>
                                        </p:tgtEl>
                                        <p:attrNameLst>
                                          <p:attrName>style.visibility</p:attrName>
                                        </p:attrNameLst>
                                      </p:cBhvr>
                                      <p:to>
                                        <p:strVal val="hidden"/>
                                      </p:to>
                                    </p:set>
                                  </p:childTnLst>
                                </p:cTn>
                              </p:par>
                              <p:par>
                                <p:cTn id="30" presetID="10" presetClass="exit" presetSubtype="0" fill="hold" grpId="1" nodeType="withEffect">
                                  <p:stCondLst>
                                    <p:cond delay="0"/>
                                  </p:stCondLst>
                                  <p:childTnLst>
                                    <p:animEffect transition="out" filter="fade">
                                      <p:cBhvr>
                                        <p:cTn id="31" dur="500"/>
                                        <p:tgtEl>
                                          <p:spTgt spid="9"/>
                                        </p:tgtEl>
                                      </p:cBhvr>
                                    </p:animEffect>
                                    <p:set>
                                      <p:cBhvr>
                                        <p:cTn id="32" dur="1" fill="hold">
                                          <p:stCondLst>
                                            <p:cond delay="499"/>
                                          </p:stCondLst>
                                        </p:cTn>
                                        <p:tgtEl>
                                          <p:spTgt spid="9"/>
                                        </p:tgtEl>
                                        <p:attrNameLst>
                                          <p:attrName>style.visibility</p:attrName>
                                        </p:attrNameLst>
                                      </p:cBhvr>
                                      <p:to>
                                        <p:strVal val="hidden"/>
                                      </p:to>
                                    </p:set>
                                  </p:childTnLst>
                                </p:cTn>
                              </p:par>
                              <p:par>
                                <p:cTn id="33" presetID="10" presetClass="exit" presetSubtype="0" fill="hold" grpId="1" nodeType="withEffect">
                                  <p:stCondLst>
                                    <p:cond delay="0"/>
                                  </p:stCondLst>
                                  <p:childTnLst>
                                    <p:animEffect transition="out" filter="fade">
                                      <p:cBhvr>
                                        <p:cTn id="34" dur="500"/>
                                        <p:tgtEl>
                                          <p:spTgt spid="11"/>
                                        </p:tgtEl>
                                      </p:cBhvr>
                                    </p:animEffect>
                                    <p:set>
                                      <p:cBhvr>
                                        <p:cTn id="35" dur="1" fill="hold">
                                          <p:stCondLst>
                                            <p:cond delay="499"/>
                                          </p:stCondLst>
                                        </p:cTn>
                                        <p:tgtEl>
                                          <p:spTgt spid="11"/>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500"/>
                                        <p:tgtEl>
                                          <p:spTgt spid="6"/>
                                        </p:tgtEl>
                                      </p:cBhvr>
                                    </p:animEffect>
                                    <p:set>
                                      <p:cBhvr>
                                        <p:cTn id="38" dur="1" fill="hold">
                                          <p:stCondLst>
                                            <p:cond delay="499"/>
                                          </p:stCondLst>
                                        </p:cTn>
                                        <p:tgtEl>
                                          <p:spTgt spid="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P spid="11" grpId="0" animBg="1"/>
      <p:bldP spid="11" grpId="1"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62297" y="398754"/>
            <a:ext cx="10058400" cy="820446"/>
          </a:xfrm>
        </p:spPr>
        <p:txBody>
          <a:bodyPr/>
          <a:lstStyle/>
          <a:p>
            <a:pPr algn="ctr"/>
            <a:r>
              <a:rPr lang="es-BO" b="1" dirty="0">
                <a:effectLst>
                  <a:outerShdw blurRad="38100" dist="38100" dir="2700000" algn="tl">
                    <a:srgbClr val="000000">
                      <a:alpha val="43137"/>
                    </a:srgbClr>
                  </a:outerShdw>
                </a:effectLst>
              </a:rPr>
              <a:t>Componentes del sistema de control </a:t>
            </a:r>
            <a:endParaRPr lang="en-US" b="1" dirty="0">
              <a:effectLst>
                <a:outerShdw blurRad="38100" dist="38100" dir="2700000" algn="tl">
                  <a:srgbClr val="000000">
                    <a:alpha val="43137"/>
                  </a:srgbClr>
                </a:outerShdw>
              </a:effectLst>
            </a:endParaRPr>
          </a:p>
        </p:txBody>
      </p:sp>
      <p:sp>
        <p:nvSpPr>
          <p:cNvPr id="3" name="Marcador de contenido 2"/>
          <p:cNvSpPr>
            <a:spLocks noGrp="1"/>
          </p:cNvSpPr>
          <p:nvPr>
            <p:ph idx="1"/>
          </p:nvPr>
        </p:nvSpPr>
        <p:spPr>
          <a:xfrm>
            <a:off x="962297" y="1219201"/>
            <a:ext cx="4392488" cy="525194"/>
          </a:xfrm>
        </p:spPr>
        <p:txBody>
          <a:bodyPr>
            <a:noAutofit/>
          </a:bodyPr>
          <a:lstStyle/>
          <a:p>
            <a:pPr lvl="0">
              <a:buFont typeface="Wingdings" panose="05000000000000000000" pitchFamily="2" charset="2"/>
              <a:buChar char="Ø"/>
            </a:pPr>
            <a:r>
              <a:rPr lang="es-ES" sz="2000" dirty="0">
                <a:ea typeface="Times New Roman" panose="02020603050405020304" pitchFamily="18" charset="0"/>
              </a:rPr>
              <a:t>Motor trifásico y Bomba centrífuga</a:t>
            </a:r>
            <a:endParaRPr lang="es-BO" sz="2000" dirty="0">
              <a:ea typeface="Times New Roman" panose="02020603050405020304" pitchFamily="18" charset="0"/>
            </a:endParaRPr>
          </a:p>
        </p:txBody>
      </p:sp>
      <p:pic>
        <p:nvPicPr>
          <p:cNvPr id="19" name="Imagen 18">
            <a:extLst>
              <a:ext uri="{FF2B5EF4-FFF2-40B4-BE49-F238E27FC236}">
                <a16:creationId xmlns:a16="http://schemas.microsoft.com/office/drawing/2014/main" id="{AC53F947-9C57-944A-6391-EF93C6388EF3}"/>
              </a:ext>
            </a:extLst>
          </p:cNvPr>
          <p:cNvPicPr>
            <a:picLocks noChangeAspect="1"/>
          </p:cNvPicPr>
          <p:nvPr/>
        </p:nvPicPr>
        <p:blipFill rotWithShape="1">
          <a:blip r:embed="rId2"/>
          <a:srcRect t="15001" b="21606"/>
          <a:stretch/>
        </p:blipFill>
        <p:spPr>
          <a:xfrm>
            <a:off x="1520382" y="1696052"/>
            <a:ext cx="3161109" cy="4347502"/>
          </a:xfrm>
          <a:prstGeom prst="rect">
            <a:avLst/>
          </a:prstGeom>
        </p:spPr>
      </p:pic>
      <p:sp>
        <p:nvSpPr>
          <p:cNvPr id="5" name="Rectángulo 4">
            <a:extLst>
              <a:ext uri="{FF2B5EF4-FFF2-40B4-BE49-F238E27FC236}">
                <a16:creationId xmlns:a16="http://schemas.microsoft.com/office/drawing/2014/main" id="{DE8787AC-429F-8BB7-B3E0-438F46C4C500}"/>
              </a:ext>
            </a:extLst>
          </p:cNvPr>
          <p:cNvSpPr/>
          <p:nvPr/>
        </p:nvSpPr>
        <p:spPr>
          <a:xfrm>
            <a:off x="3829050" y="4917962"/>
            <a:ext cx="700088" cy="864096"/>
          </a:xfrm>
          <a:prstGeom prst="rect">
            <a:avLst/>
          </a:prstGeom>
          <a:noFill/>
          <a:ln>
            <a:solidFill>
              <a:schemeClr val="accent2">
                <a:lumMod val="75000"/>
              </a:schemeClr>
            </a:solidFill>
            <a:prstDash val="dash"/>
          </a:ln>
          <a:effectLst>
            <a:glow rad="139700">
              <a:schemeClr val="accent2">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6" name="Elipse 5">
            <a:extLst>
              <a:ext uri="{FF2B5EF4-FFF2-40B4-BE49-F238E27FC236}">
                <a16:creationId xmlns:a16="http://schemas.microsoft.com/office/drawing/2014/main" id="{CD253BEB-FBD7-4BE5-9F18-825C17FD381F}"/>
              </a:ext>
            </a:extLst>
          </p:cNvPr>
          <p:cNvSpPr/>
          <p:nvPr/>
        </p:nvSpPr>
        <p:spPr>
          <a:xfrm>
            <a:off x="6665301" y="1318517"/>
            <a:ext cx="4392488" cy="3096344"/>
          </a:xfrm>
          <a:prstGeom prst="ellipse">
            <a:avLst/>
          </a:prstGeom>
          <a:blipFill dpi="0" rotWithShape="1">
            <a:blip r:embed="rId3" cstate="print">
              <a:extLst>
                <a:ext uri="{BEBA8EAE-BF5A-486C-A8C5-ECC9F3942E4B}">
                  <a14:imgProps xmlns:a14="http://schemas.microsoft.com/office/drawing/2010/main">
                    <a14:imgLayer r:embed="rId4">
                      <a14:imgEffect>
                        <a14:sharpenSoften amount="37000"/>
                      </a14:imgEffect>
                      <a14:imgEffect>
                        <a14:colorTemperature colorTemp="6778"/>
                      </a14:imgEffect>
                      <a14:imgEffect>
                        <a14:saturation sat="253000"/>
                      </a14:imgEffect>
                      <a14:imgEffect>
                        <a14:brightnessContrast bright="8000"/>
                      </a14:imgEffect>
                    </a14:imgLayer>
                  </a14:imgProps>
                </a:ext>
                <a:ext uri="{28A0092B-C50C-407E-A947-70E740481C1C}">
                  <a14:useLocalDpi xmlns:a14="http://schemas.microsoft.com/office/drawing/2010/main" val="0"/>
                </a:ext>
              </a:extLst>
            </a:blip>
            <a:srcRect/>
            <a:stretch>
              <a:fillRect/>
            </a:stretch>
          </a:blipFill>
          <a:ln>
            <a:solidFill>
              <a:srgbClr val="00B0F0"/>
            </a:solidFill>
            <a:prstDash val="dash"/>
          </a:ln>
          <a:effectLst>
            <a:glow rad="1397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dirty="0"/>
          </a:p>
        </p:txBody>
      </p:sp>
      <p:sp>
        <p:nvSpPr>
          <p:cNvPr id="12" name="Rectángulo 11">
            <a:extLst>
              <a:ext uri="{FF2B5EF4-FFF2-40B4-BE49-F238E27FC236}">
                <a16:creationId xmlns:a16="http://schemas.microsoft.com/office/drawing/2014/main" id="{25B4E471-981F-2EBE-282F-8BE0007F810F}"/>
              </a:ext>
            </a:extLst>
          </p:cNvPr>
          <p:cNvSpPr/>
          <p:nvPr/>
        </p:nvSpPr>
        <p:spPr>
          <a:xfrm>
            <a:off x="6809317" y="1696052"/>
            <a:ext cx="1368152" cy="2543569"/>
          </a:xfrm>
          <a:prstGeom prst="rect">
            <a:avLst/>
          </a:prstGeom>
          <a:noFill/>
          <a:ln>
            <a:solidFill>
              <a:srgbClr val="7030A0"/>
            </a:solidFill>
            <a:prstDash val="dash"/>
          </a:ln>
          <a:effectLst>
            <a:glow rad="228600">
              <a:srgbClr val="7030A0">
                <a:alpha val="40000"/>
              </a:srgb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13" name="Rectángulo 12">
            <a:extLst>
              <a:ext uri="{FF2B5EF4-FFF2-40B4-BE49-F238E27FC236}">
                <a16:creationId xmlns:a16="http://schemas.microsoft.com/office/drawing/2014/main" id="{805B269A-5180-2D67-CD13-A79BAEE4DE8A}"/>
              </a:ext>
            </a:extLst>
          </p:cNvPr>
          <p:cNvSpPr/>
          <p:nvPr/>
        </p:nvSpPr>
        <p:spPr>
          <a:xfrm>
            <a:off x="8465501" y="1688129"/>
            <a:ext cx="2448271" cy="2543569"/>
          </a:xfrm>
          <a:prstGeom prst="rect">
            <a:avLst/>
          </a:prstGeom>
          <a:noFill/>
          <a:ln>
            <a:solidFill>
              <a:srgbClr val="FFFF00"/>
            </a:solidFill>
            <a:prstDash val="dash"/>
          </a:ln>
          <a:effectLst>
            <a:glow rad="228600">
              <a:srgbClr val="FFFF00">
                <a:alpha val="40000"/>
              </a:srgb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14" name="CuadroTexto 13">
            <a:extLst>
              <a:ext uri="{FF2B5EF4-FFF2-40B4-BE49-F238E27FC236}">
                <a16:creationId xmlns:a16="http://schemas.microsoft.com/office/drawing/2014/main" id="{584E7DE1-C301-ED87-9991-31492224EE03}"/>
              </a:ext>
            </a:extLst>
          </p:cNvPr>
          <p:cNvSpPr txBox="1"/>
          <p:nvPr/>
        </p:nvSpPr>
        <p:spPr>
          <a:xfrm>
            <a:off x="8731482" y="4917962"/>
            <a:ext cx="2144699" cy="400110"/>
          </a:xfrm>
          <a:prstGeom prst="rect">
            <a:avLst/>
          </a:prstGeom>
          <a:solidFill>
            <a:srgbClr val="FFFF00"/>
          </a:solidFill>
          <a:ln>
            <a:solidFill>
              <a:schemeClr val="tx1"/>
            </a:solidFill>
          </a:ln>
        </p:spPr>
        <p:txBody>
          <a:bodyPr wrap="square" rtlCol="0">
            <a:spAutoFit/>
          </a:bodyPr>
          <a:lstStyle/>
          <a:p>
            <a:pPr algn="ctr"/>
            <a:r>
              <a:rPr lang="es-MX" sz="2000" b="0" i="0" dirty="0">
                <a:effectLst/>
              </a:rPr>
              <a:t>Motor trifásico</a:t>
            </a:r>
          </a:p>
        </p:txBody>
      </p:sp>
      <p:sp>
        <p:nvSpPr>
          <p:cNvPr id="15" name="CuadroTexto 14">
            <a:extLst>
              <a:ext uri="{FF2B5EF4-FFF2-40B4-BE49-F238E27FC236}">
                <a16:creationId xmlns:a16="http://schemas.microsoft.com/office/drawing/2014/main" id="{FB45CF05-E4A0-3703-BE32-699B8F370ADF}"/>
              </a:ext>
            </a:extLst>
          </p:cNvPr>
          <p:cNvSpPr txBox="1"/>
          <p:nvPr/>
        </p:nvSpPr>
        <p:spPr>
          <a:xfrm>
            <a:off x="6445953" y="4917962"/>
            <a:ext cx="2144699" cy="400110"/>
          </a:xfrm>
          <a:prstGeom prst="rect">
            <a:avLst/>
          </a:prstGeom>
          <a:solidFill>
            <a:schemeClr val="accent4">
              <a:lumMod val="40000"/>
              <a:lumOff val="60000"/>
            </a:schemeClr>
          </a:solidFill>
          <a:ln>
            <a:solidFill>
              <a:schemeClr val="tx1"/>
            </a:solidFill>
          </a:ln>
        </p:spPr>
        <p:txBody>
          <a:bodyPr wrap="square" rtlCol="0">
            <a:spAutoFit/>
          </a:bodyPr>
          <a:lstStyle/>
          <a:p>
            <a:pPr algn="ctr"/>
            <a:r>
              <a:rPr lang="es-MX" sz="2000" dirty="0"/>
              <a:t>Bomba centrífuga</a:t>
            </a:r>
            <a:endParaRPr lang="es-MX" sz="2000" b="0" i="0" dirty="0">
              <a:effectLst/>
            </a:endParaRPr>
          </a:p>
        </p:txBody>
      </p:sp>
      <p:cxnSp>
        <p:nvCxnSpPr>
          <p:cNvPr id="16" name="Conector recto de flecha 15">
            <a:extLst>
              <a:ext uri="{FF2B5EF4-FFF2-40B4-BE49-F238E27FC236}">
                <a16:creationId xmlns:a16="http://schemas.microsoft.com/office/drawing/2014/main" id="{527E067E-C984-2589-BEA0-18BF7C360ED8}"/>
              </a:ext>
            </a:extLst>
          </p:cNvPr>
          <p:cNvCxnSpPr>
            <a:cxnSpLocks/>
            <a:stCxn id="12" idx="2"/>
            <a:endCxn id="15" idx="0"/>
          </p:cNvCxnSpPr>
          <p:nvPr/>
        </p:nvCxnSpPr>
        <p:spPr>
          <a:xfrm>
            <a:off x="7493393" y="4239621"/>
            <a:ext cx="24910" cy="678341"/>
          </a:xfrm>
          <a:prstGeom prst="straightConnector1">
            <a:avLst/>
          </a:prstGeom>
          <a:ln w="28575">
            <a:solidFill>
              <a:srgbClr val="7030A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EF37B076-3D54-A891-C826-06020BFACB38}"/>
              </a:ext>
            </a:extLst>
          </p:cNvPr>
          <p:cNvCxnSpPr>
            <a:cxnSpLocks/>
            <a:endCxn id="14" idx="0"/>
          </p:cNvCxnSpPr>
          <p:nvPr/>
        </p:nvCxnSpPr>
        <p:spPr>
          <a:xfrm>
            <a:off x="9595440" y="4256535"/>
            <a:ext cx="208392" cy="661427"/>
          </a:xfrm>
          <a:prstGeom prst="straightConnector1">
            <a:avLst/>
          </a:prstGeom>
          <a:ln w="28575">
            <a:solidFill>
              <a:srgbClr val="FFFF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 name="CuadroTexto 17">
            <a:extLst>
              <a:ext uri="{FF2B5EF4-FFF2-40B4-BE49-F238E27FC236}">
                <a16:creationId xmlns:a16="http://schemas.microsoft.com/office/drawing/2014/main" id="{D2BE3320-D5B4-D8FC-EB81-890E47054746}"/>
              </a:ext>
            </a:extLst>
          </p:cNvPr>
          <p:cNvSpPr txBox="1"/>
          <p:nvPr/>
        </p:nvSpPr>
        <p:spPr>
          <a:xfrm>
            <a:off x="1008582" y="3151213"/>
            <a:ext cx="4752747" cy="2483108"/>
          </a:xfrm>
          <a:prstGeom prst="cloudCallout">
            <a:avLst>
              <a:gd name="adj1" fmla="val 67953"/>
              <a:gd name="adj2" fmla="val -32611"/>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s-BO" sz="2000" dirty="0"/>
              <a:t>El motor trifásico genera energía mecánica rotacional que posteriormente la bomba centrifuga transforma a energía hidráulica.</a:t>
            </a:r>
          </a:p>
        </p:txBody>
      </p:sp>
    </p:spTree>
    <p:extLst>
      <p:ext uri="{BB962C8B-B14F-4D97-AF65-F5344CB8AC3E}">
        <p14:creationId xmlns:p14="http://schemas.microsoft.com/office/powerpoint/2010/main" val="31122136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500" fill="hold"/>
                                        <p:tgtEl>
                                          <p:spTgt spid="16"/>
                                        </p:tgtEl>
                                        <p:attrNameLst>
                                          <p:attrName>ppt_x</p:attrName>
                                        </p:attrNameLst>
                                      </p:cBhvr>
                                      <p:tavLst>
                                        <p:tav tm="0">
                                          <p:val>
                                            <p:strVal val="#ppt_x"/>
                                          </p:val>
                                        </p:tav>
                                        <p:tav tm="100000">
                                          <p:val>
                                            <p:strVal val="#ppt_x"/>
                                          </p:val>
                                        </p:tav>
                                      </p:tavLst>
                                    </p:anim>
                                    <p:anim calcmode="lin" valueType="num">
                                      <p:cBhvr additive="base">
                                        <p:cTn id="23" dur="500" fill="hold"/>
                                        <p:tgtEl>
                                          <p:spTgt spid="16"/>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500" fill="hold"/>
                                        <p:tgtEl>
                                          <p:spTgt spid="14"/>
                                        </p:tgtEl>
                                        <p:attrNameLst>
                                          <p:attrName>ppt_x</p:attrName>
                                        </p:attrNameLst>
                                      </p:cBhvr>
                                      <p:tavLst>
                                        <p:tav tm="0">
                                          <p:val>
                                            <p:strVal val="#ppt_x"/>
                                          </p:val>
                                        </p:tav>
                                        <p:tav tm="100000">
                                          <p:val>
                                            <p:strVal val="#ppt_x"/>
                                          </p:val>
                                        </p:tav>
                                      </p:tavLst>
                                    </p:anim>
                                    <p:anim calcmode="lin" valueType="num">
                                      <p:cBhvr additive="base">
                                        <p:cTn id="4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1" nodeType="clickEffect">
                                  <p:stCondLst>
                                    <p:cond delay="0"/>
                                  </p:stCondLst>
                                  <p:childTnLst>
                                    <p:animEffect transition="out" filter="fade">
                                      <p:cBhvr>
                                        <p:cTn id="45" dur="500"/>
                                        <p:tgtEl>
                                          <p:spTgt spid="5"/>
                                        </p:tgtEl>
                                      </p:cBhvr>
                                    </p:animEffect>
                                    <p:set>
                                      <p:cBhvr>
                                        <p:cTn id="46" dur="1" fill="hold">
                                          <p:stCondLst>
                                            <p:cond delay="499"/>
                                          </p:stCondLst>
                                        </p:cTn>
                                        <p:tgtEl>
                                          <p:spTgt spid="5"/>
                                        </p:tgtEl>
                                        <p:attrNameLst>
                                          <p:attrName>style.visibility</p:attrName>
                                        </p:attrNameLst>
                                      </p:cBhvr>
                                      <p:to>
                                        <p:strVal val="hidden"/>
                                      </p:to>
                                    </p:set>
                                  </p:childTnLst>
                                </p:cTn>
                              </p:par>
                              <p:par>
                                <p:cTn id="47" presetID="10" presetClass="exit" presetSubtype="0" fill="hold" grpId="1" nodeType="withEffect">
                                  <p:stCondLst>
                                    <p:cond delay="0"/>
                                  </p:stCondLst>
                                  <p:childTnLst>
                                    <p:animEffect transition="out" filter="fade">
                                      <p:cBhvr>
                                        <p:cTn id="48" dur="500"/>
                                        <p:tgtEl>
                                          <p:spTgt spid="12"/>
                                        </p:tgtEl>
                                      </p:cBhvr>
                                    </p:animEffect>
                                    <p:set>
                                      <p:cBhvr>
                                        <p:cTn id="49" dur="1" fill="hold">
                                          <p:stCondLst>
                                            <p:cond delay="499"/>
                                          </p:stCondLst>
                                        </p:cTn>
                                        <p:tgtEl>
                                          <p:spTgt spid="12"/>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16"/>
                                        </p:tgtEl>
                                      </p:cBhvr>
                                    </p:animEffect>
                                    <p:set>
                                      <p:cBhvr>
                                        <p:cTn id="52" dur="1" fill="hold">
                                          <p:stCondLst>
                                            <p:cond delay="499"/>
                                          </p:stCondLst>
                                        </p:cTn>
                                        <p:tgtEl>
                                          <p:spTgt spid="16"/>
                                        </p:tgtEl>
                                        <p:attrNameLst>
                                          <p:attrName>style.visibility</p:attrName>
                                        </p:attrNameLst>
                                      </p:cBhvr>
                                      <p:to>
                                        <p:strVal val="hidden"/>
                                      </p:to>
                                    </p:set>
                                  </p:childTnLst>
                                </p:cTn>
                              </p:par>
                              <p:par>
                                <p:cTn id="53" presetID="10" presetClass="exit" presetSubtype="0" fill="hold" grpId="1" nodeType="withEffect">
                                  <p:stCondLst>
                                    <p:cond delay="0"/>
                                  </p:stCondLst>
                                  <p:childTnLst>
                                    <p:animEffect transition="out" filter="fade">
                                      <p:cBhvr>
                                        <p:cTn id="54" dur="500"/>
                                        <p:tgtEl>
                                          <p:spTgt spid="15"/>
                                        </p:tgtEl>
                                      </p:cBhvr>
                                    </p:animEffect>
                                    <p:set>
                                      <p:cBhvr>
                                        <p:cTn id="55" dur="1" fill="hold">
                                          <p:stCondLst>
                                            <p:cond delay="499"/>
                                          </p:stCondLst>
                                        </p:cTn>
                                        <p:tgtEl>
                                          <p:spTgt spid="15"/>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13"/>
                                        </p:tgtEl>
                                      </p:cBhvr>
                                    </p:animEffect>
                                    <p:set>
                                      <p:cBhvr>
                                        <p:cTn id="58" dur="1" fill="hold">
                                          <p:stCondLst>
                                            <p:cond delay="499"/>
                                          </p:stCondLst>
                                        </p:cTn>
                                        <p:tgtEl>
                                          <p:spTgt spid="13"/>
                                        </p:tgtEl>
                                        <p:attrNameLst>
                                          <p:attrName>style.visibility</p:attrName>
                                        </p:attrNameLst>
                                      </p:cBhvr>
                                      <p:to>
                                        <p:strVal val="hidden"/>
                                      </p:to>
                                    </p:set>
                                  </p:childTnLst>
                                </p:cTn>
                              </p:par>
                              <p:par>
                                <p:cTn id="59" presetID="10" presetClass="exit" presetSubtype="0" fill="hold" nodeType="withEffect">
                                  <p:stCondLst>
                                    <p:cond delay="0"/>
                                  </p:stCondLst>
                                  <p:childTnLst>
                                    <p:animEffect transition="out" filter="fade">
                                      <p:cBhvr>
                                        <p:cTn id="60" dur="500"/>
                                        <p:tgtEl>
                                          <p:spTgt spid="17"/>
                                        </p:tgtEl>
                                      </p:cBhvr>
                                    </p:animEffect>
                                    <p:set>
                                      <p:cBhvr>
                                        <p:cTn id="61" dur="1" fill="hold">
                                          <p:stCondLst>
                                            <p:cond delay="499"/>
                                          </p:stCondLst>
                                        </p:cTn>
                                        <p:tgtEl>
                                          <p:spTgt spid="17"/>
                                        </p:tgtEl>
                                        <p:attrNameLst>
                                          <p:attrName>style.visibility</p:attrName>
                                        </p:attrNameLst>
                                      </p:cBhvr>
                                      <p:to>
                                        <p:strVal val="hidden"/>
                                      </p:to>
                                    </p:set>
                                  </p:childTnLst>
                                </p:cTn>
                              </p:par>
                              <p:par>
                                <p:cTn id="62" presetID="10" presetClass="exit" presetSubtype="0" fill="hold" grpId="1" nodeType="withEffect">
                                  <p:stCondLst>
                                    <p:cond delay="0"/>
                                  </p:stCondLst>
                                  <p:childTnLst>
                                    <p:animEffect transition="out" filter="fade">
                                      <p:cBhvr>
                                        <p:cTn id="63" dur="500"/>
                                        <p:tgtEl>
                                          <p:spTgt spid="14"/>
                                        </p:tgtEl>
                                      </p:cBhvr>
                                    </p:animEffect>
                                    <p:set>
                                      <p:cBhvr>
                                        <p:cTn id="64" dur="1" fill="hold">
                                          <p:stCondLst>
                                            <p:cond delay="499"/>
                                          </p:stCondLst>
                                        </p:cTn>
                                        <p:tgtEl>
                                          <p:spTgt spid="14"/>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500"/>
                                        <p:tgtEl>
                                          <p:spTgt spid="19"/>
                                        </p:tgtEl>
                                      </p:cBhvr>
                                    </p:animEffect>
                                    <p:set>
                                      <p:cBhvr>
                                        <p:cTn id="67" dur="1" fill="hold">
                                          <p:stCondLst>
                                            <p:cond delay="499"/>
                                          </p:stCondLst>
                                        </p:cTn>
                                        <p:tgtEl>
                                          <p:spTgt spid="19"/>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12" grpId="0" animBg="1"/>
      <p:bldP spid="12" grpId="1" animBg="1"/>
      <p:bldP spid="13" grpId="0" animBg="1"/>
      <p:bldP spid="13" grpId="1" animBg="1"/>
      <p:bldP spid="14" grpId="0" animBg="1"/>
      <p:bldP spid="14" grpId="1" animBg="1"/>
      <p:bldP spid="15" grpId="0" animBg="1"/>
      <p:bldP spid="15" grpId="1"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62297" y="398754"/>
            <a:ext cx="10058400" cy="820446"/>
          </a:xfrm>
        </p:spPr>
        <p:txBody>
          <a:bodyPr/>
          <a:lstStyle/>
          <a:p>
            <a:pPr algn="ctr"/>
            <a:r>
              <a:rPr lang="es-BO" b="1" dirty="0">
                <a:effectLst>
                  <a:outerShdw blurRad="38100" dist="38100" dir="2700000" algn="tl">
                    <a:srgbClr val="000000">
                      <a:alpha val="43137"/>
                    </a:srgbClr>
                  </a:outerShdw>
                </a:effectLst>
              </a:rPr>
              <a:t>Componentes del sistema de control </a:t>
            </a:r>
            <a:endParaRPr lang="en-US" b="1" dirty="0">
              <a:effectLst>
                <a:outerShdw blurRad="38100" dist="38100" dir="2700000" algn="tl">
                  <a:srgbClr val="000000">
                    <a:alpha val="43137"/>
                  </a:srgbClr>
                </a:outerShdw>
              </a:effectLst>
            </a:endParaRPr>
          </a:p>
        </p:txBody>
      </p:sp>
      <p:sp>
        <p:nvSpPr>
          <p:cNvPr id="3" name="Marcador de contenido 2"/>
          <p:cNvSpPr>
            <a:spLocks noGrp="1"/>
          </p:cNvSpPr>
          <p:nvPr>
            <p:ph idx="1"/>
          </p:nvPr>
        </p:nvSpPr>
        <p:spPr>
          <a:xfrm>
            <a:off x="962297" y="1219201"/>
            <a:ext cx="3736312" cy="525194"/>
          </a:xfrm>
        </p:spPr>
        <p:txBody>
          <a:bodyPr>
            <a:normAutofit/>
          </a:bodyPr>
          <a:lstStyle/>
          <a:p>
            <a:pPr marL="450850" indent="-450850">
              <a:buFont typeface="Wingdings" panose="05000000000000000000" pitchFamily="2" charset="2"/>
              <a:buChar char="Ø"/>
            </a:pPr>
            <a:r>
              <a:rPr lang="es-BO" sz="2000" dirty="0"/>
              <a:t>Sensor Ultrasónico</a:t>
            </a:r>
            <a:endParaRPr lang="es-BO" sz="2000" b="1" dirty="0"/>
          </a:p>
        </p:txBody>
      </p:sp>
      <p:pic>
        <p:nvPicPr>
          <p:cNvPr id="19" name="Imagen 18">
            <a:extLst>
              <a:ext uri="{FF2B5EF4-FFF2-40B4-BE49-F238E27FC236}">
                <a16:creationId xmlns:a16="http://schemas.microsoft.com/office/drawing/2014/main" id="{AC53F947-9C57-944A-6391-EF93C6388EF3}"/>
              </a:ext>
            </a:extLst>
          </p:cNvPr>
          <p:cNvPicPr>
            <a:picLocks noChangeAspect="1"/>
          </p:cNvPicPr>
          <p:nvPr/>
        </p:nvPicPr>
        <p:blipFill rotWithShape="1">
          <a:blip r:embed="rId2"/>
          <a:srcRect t="15001" b="21606"/>
          <a:stretch/>
        </p:blipFill>
        <p:spPr>
          <a:xfrm>
            <a:off x="1520382" y="1696052"/>
            <a:ext cx="3161109" cy="4347502"/>
          </a:xfrm>
          <a:prstGeom prst="rect">
            <a:avLst/>
          </a:prstGeom>
        </p:spPr>
      </p:pic>
      <p:sp>
        <p:nvSpPr>
          <p:cNvPr id="12" name="Elipse 11">
            <a:extLst>
              <a:ext uri="{FF2B5EF4-FFF2-40B4-BE49-F238E27FC236}">
                <a16:creationId xmlns:a16="http://schemas.microsoft.com/office/drawing/2014/main" id="{9B1C671F-78CF-CF59-E96F-948DD233473B}"/>
              </a:ext>
            </a:extLst>
          </p:cNvPr>
          <p:cNvSpPr/>
          <p:nvPr/>
        </p:nvSpPr>
        <p:spPr>
          <a:xfrm>
            <a:off x="6833198" y="1481798"/>
            <a:ext cx="2448272" cy="3509190"/>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solidFill>
              <a:srgbClr val="00B0F0"/>
            </a:solidFill>
            <a:prstDash val="dash"/>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dirty="0"/>
          </a:p>
        </p:txBody>
      </p:sp>
      <p:sp>
        <p:nvSpPr>
          <p:cNvPr id="13" name="CuadroTexto 12">
            <a:extLst>
              <a:ext uri="{FF2B5EF4-FFF2-40B4-BE49-F238E27FC236}">
                <a16:creationId xmlns:a16="http://schemas.microsoft.com/office/drawing/2014/main" id="{EE8D72C2-507C-B8DC-3420-CA58B860C586}"/>
              </a:ext>
            </a:extLst>
          </p:cNvPr>
          <p:cNvSpPr txBox="1"/>
          <p:nvPr/>
        </p:nvSpPr>
        <p:spPr>
          <a:xfrm>
            <a:off x="7000393" y="5253586"/>
            <a:ext cx="2113882" cy="400110"/>
          </a:xfrm>
          <a:prstGeom prst="rect">
            <a:avLst/>
          </a:prstGeom>
          <a:solidFill>
            <a:srgbClr val="00B0F0"/>
          </a:solidFill>
          <a:ln>
            <a:solidFill>
              <a:schemeClr val="tx1"/>
            </a:solidFill>
          </a:ln>
        </p:spPr>
        <p:txBody>
          <a:bodyPr wrap="square" rtlCol="0">
            <a:spAutoFit/>
          </a:bodyPr>
          <a:lstStyle/>
          <a:p>
            <a:pPr algn="r"/>
            <a:r>
              <a:rPr lang="es-MX" sz="2000" dirty="0"/>
              <a:t>Sensor ultrasónico	</a:t>
            </a:r>
            <a:endParaRPr lang="es-MX" sz="2000" b="0" i="0" dirty="0">
              <a:effectLst/>
            </a:endParaRPr>
          </a:p>
        </p:txBody>
      </p:sp>
      <p:sp>
        <p:nvSpPr>
          <p:cNvPr id="18" name="CuadroTexto 17">
            <a:extLst>
              <a:ext uri="{FF2B5EF4-FFF2-40B4-BE49-F238E27FC236}">
                <a16:creationId xmlns:a16="http://schemas.microsoft.com/office/drawing/2014/main" id="{3A2F8493-65E1-F0EE-AAE8-BB94B0F62FF1}"/>
              </a:ext>
            </a:extLst>
          </p:cNvPr>
          <p:cNvSpPr txBox="1"/>
          <p:nvPr/>
        </p:nvSpPr>
        <p:spPr>
          <a:xfrm>
            <a:off x="1665800" y="3251640"/>
            <a:ext cx="3830617" cy="2014597"/>
          </a:xfrm>
          <a:prstGeom prst="cloudCallout">
            <a:avLst>
              <a:gd name="adj1" fmla="val 73158"/>
              <a:gd name="adj2" fmla="val -27689"/>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2000" dirty="0">
                <a:effectLst/>
                <a:ea typeface="Calibri" panose="020F0502020204030204" pitchFamily="34" charset="0"/>
                <a:cs typeface="Times New Roman" panose="02020603050405020304" pitchFamily="18" charset="0"/>
              </a:rPr>
              <a:t>Es utilizado para la medición de la altura del nivel de líquido del depósito.</a:t>
            </a:r>
            <a:r>
              <a:rPr lang="es-ES" sz="2000" b="1" dirty="0">
                <a:solidFill>
                  <a:srgbClr val="002060"/>
                </a:solidFill>
                <a:effectLst/>
                <a:ea typeface="Calibri" panose="020F0502020204030204" pitchFamily="34" charset="0"/>
                <a:cs typeface="Times New Roman" panose="02020603050405020304" pitchFamily="18" charset="0"/>
              </a:rPr>
              <a:t> </a:t>
            </a:r>
            <a:endParaRPr lang="es-BO" sz="2000" dirty="0">
              <a:effectLst/>
              <a:ea typeface="Times New Roman" panose="02020603050405020304" pitchFamily="18" charset="0"/>
              <a:cs typeface="Times New Roman" panose="02020603050405020304" pitchFamily="18" charset="0"/>
            </a:endParaRPr>
          </a:p>
        </p:txBody>
      </p:sp>
      <p:sp>
        <p:nvSpPr>
          <p:cNvPr id="20" name="Rectángulo 19">
            <a:extLst>
              <a:ext uri="{FF2B5EF4-FFF2-40B4-BE49-F238E27FC236}">
                <a16:creationId xmlns:a16="http://schemas.microsoft.com/office/drawing/2014/main" id="{95CF718B-2052-5B78-4E36-6FC5BACD9BA6}"/>
              </a:ext>
            </a:extLst>
          </p:cNvPr>
          <p:cNvSpPr/>
          <p:nvPr/>
        </p:nvSpPr>
        <p:spPr>
          <a:xfrm>
            <a:off x="2358349" y="1839264"/>
            <a:ext cx="527727" cy="525195"/>
          </a:xfrm>
          <a:prstGeom prst="rect">
            <a:avLst/>
          </a:prstGeom>
          <a:noFill/>
          <a:ln>
            <a:solidFill>
              <a:srgbClr val="00B0F0"/>
            </a:solidFill>
            <a:prstDash val="dash"/>
          </a:ln>
          <a:effectLst>
            <a:glow rad="228600">
              <a:schemeClr val="accent5">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Tree>
    <p:extLst>
      <p:ext uri="{BB962C8B-B14F-4D97-AF65-F5344CB8AC3E}">
        <p14:creationId xmlns:p14="http://schemas.microsoft.com/office/powerpoint/2010/main" val="41237421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20"/>
                                        </p:tgtEl>
                                      </p:cBhvr>
                                    </p:animEffect>
                                    <p:set>
                                      <p:cBhvr>
                                        <p:cTn id="20" dur="1" fill="hold">
                                          <p:stCondLst>
                                            <p:cond delay="499"/>
                                          </p:stCondLst>
                                        </p:cTn>
                                        <p:tgtEl>
                                          <p:spTgt spid="20"/>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500"/>
                                        <p:tgtEl>
                                          <p:spTgt spid="19"/>
                                        </p:tgtEl>
                                      </p:cBhvr>
                                    </p:animEffect>
                                    <p:set>
                                      <p:cBhvr>
                                        <p:cTn id="23" dur="1" fill="hold">
                                          <p:stCondLst>
                                            <p:cond delay="499"/>
                                          </p:stCondLst>
                                        </p:cTn>
                                        <p:tgtEl>
                                          <p:spTgt spid="19"/>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8" grpId="0" animBg="1"/>
      <p:bldP spid="20" grpId="0" animBg="1"/>
      <p:bldP spid="20"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62297" y="398754"/>
            <a:ext cx="10058400" cy="820446"/>
          </a:xfrm>
        </p:spPr>
        <p:txBody>
          <a:bodyPr/>
          <a:lstStyle/>
          <a:p>
            <a:pPr algn="ctr"/>
            <a:r>
              <a:rPr lang="es-BO" b="1" dirty="0">
                <a:effectLst>
                  <a:outerShdw blurRad="38100" dist="38100" dir="2700000" algn="tl">
                    <a:srgbClr val="000000">
                      <a:alpha val="43137"/>
                    </a:srgbClr>
                  </a:outerShdw>
                </a:effectLst>
              </a:rPr>
              <a:t>Componentes del sistema de control </a:t>
            </a:r>
            <a:endParaRPr lang="en-US" b="1" dirty="0">
              <a:effectLst>
                <a:outerShdw blurRad="38100" dist="38100" dir="2700000" algn="tl">
                  <a:srgbClr val="000000">
                    <a:alpha val="43137"/>
                  </a:srgbClr>
                </a:outerShdw>
              </a:effectLst>
            </a:endParaRPr>
          </a:p>
        </p:txBody>
      </p:sp>
      <p:sp>
        <p:nvSpPr>
          <p:cNvPr id="3" name="Marcador de contenido 2"/>
          <p:cNvSpPr>
            <a:spLocks noGrp="1"/>
          </p:cNvSpPr>
          <p:nvPr>
            <p:ph idx="1"/>
          </p:nvPr>
        </p:nvSpPr>
        <p:spPr>
          <a:xfrm>
            <a:off x="962297" y="1219201"/>
            <a:ext cx="3736312" cy="525194"/>
          </a:xfrm>
        </p:spPr>
        <p:txBody>
          <a:bodyPr>
            <a:normAutofit/>
          </a:bodyPr>
          <a:lstStyle/>
          <a:p>
            <a:pPr marL="450850" indent="-450850">
              <a:buFont typeface="Wingdings" panose="05000000000000000000" pitchFamily="2" charset="2"/>
              <a:buChar char="Ø"/>
            </a:pPr>
            <a:r>
              <a:rPr lang="es-BO" sz="2000" dirty="0"/>
              <a:t>HDMI</a:t>
            </a:r>
            <a:endParaRPr lang="es-BO" sz="2000" b="1" dirty="0"/>
          </a:p>
        </p:txBody>
      </p:sp>
      <p:pic>
        <p:nvPicPr>
          <p:cNvPr id="19" name="Imagen 18">
            <a:extLst>
              <a:ext uri="{FF2B5EF4-FFF2-40B4-BE49-F238E27FC236}">
                <a16:creationId xmlns:a16="http://schemas.microsoft.com/office/drawing/2014/main" id="{AC53F947-9C57-944A-6391-EF93C6388EF3}"/>
              </a:ext>
            </a:extLst>
          </p:cNvPr>
          <p:cNvPicPr>
            <a:picLocks noChangeAspect="1"/>
          </p:cNvPicPr>
          <p:nvPr/>
        </p:nvPicPr>
        <p:blipFill rotWithShape="1">
          <a:blip r:embed="rId2"/>
          <a:srcRect t="15001" b="21606"/>
          <a:stretch/>
        </p:blipFill>
        <p:spPr>
          <a:xfrm>
            <a:off x="1520382" y="1696052"/>
            <a:ext cx="3161109" cy="4347502"/>
          </a:xfrm>
          <a:prstGeom prst="rect">
            <a:avLst/>
          </a:prstGeom>
        </p:spPr>
      </p:pic>
      <p:pic>
        <p:nvPicPr>
          <p:cNvPr id="9" name="Imagen 8">
            <a:extLst>
              <a:ext uri="{FF2B5EF4-FFF2-40B4-BE49-F238E27FC236}">
                <a16:creationId xmlns:a16="http://schemas.microsoft.com/office/drawing/2014/main" id="{3B43C1AB-4C26-D81A-9E90-272E959AE882}"/>
              </a:ext>
            </a:extLst>
          </p:cNvPr>
          <p:cNvPicPr>
            <a:picLocks noChangeAspect="1"/>
          </p:cNvPicPr>
          <p:nvPr/>
        </p:nvPicPr>
        <p:blipFill rotWithShape="1">
          <a:blip r:embed="rId3">
            <a:extLst>
              <a:ext uri="{28A0092B-C50C-407E-A947-70E740481C1C}">
                <a14:useLocalDpi xmlns:a14="http://schemas.microsoft.com/office/drawing/2010/main" val="0"/>
              </a:ext>
            </a:extLst>
          </a:blip>
          <a:srcRect l="19550" t="45324" r="67045" b="26266"/>
          <a:stretch/>
        </p:blipFill>
        <p:spPr>
          <a:xfrm rot="5400000">
            <a:off x="6913012" y="1448942"/>
            <a:ext cx="3063332" cy="3651894"/>
          </a:xfrm>
          <a:prstGeom prst="rect">
            <a:avLst/>
          </a:prstGeom>
          <a:ln>
            <a:solidFill>
              <a:srgbClr val="FFFF00"/>
            </a:solidFill>
          </a:ln>
          <a:effectLst>
            <a:glow rad="101600">
              <a:schemeClr val="accent4">
                <a:satMod val="175000"/>
                <a:alpha val="40000"/>
              </a:schemeClr>
            </a:glow>
          </a:effectLst>
        </p:spPr>
      </p:pic>
      <p:sp>
        <p:nvSpPr>
          <p:cNvPr id="11" name="CuadroTexto 10">
            <a:extLst>
              <a:ext uri="{FF2B5EF4-FFF2-40B4-BE49-F238E27FC236}">
                <a16:creationId xmlns:a16="http://schemas.microsoft.com/office/drawing/2014/main" id="{BF6AF6B8-CDDD-3B60-9084-4AC5FB7C785D}"/>
              </a:ext>
            </a:extLst>
          </p:cNvPr>
          <p:cNvSpPr txBox="1"/>
          <p:nvPr/>
        </p:nvSpPr>
        <p:spPr>
          <a:xfrm>
            <a:off x="886607" y="3429000"/>
            <a:ext cx="4686663" cy="2483108"/>
          </a:xfrm>
          <a:prstGeom prst="cloudCallout">
            <a:avLst>
              <a:gd name="adj1" fmla="val 64125"/>
              <a:gd name="adj2" fmla="val -59886"/>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R="0" lvl="0" defTabSz="914400" rtl="0" eaLnBrk="1" fontAlgn="auto" latinLnBrk="0" hangingPunct="1">
              <a:lnSpc>
                <a:spcPct val="100000"/>
              </a:lnSpc>
              <a:spcBef>
                <a:spcPts val="0"/>
              </a:spcBef>
              <a:spcAft>
                <a:spcPts val="0"/>
              </a:spcAft>
              <a:buClrTx/>
              <a:buSzTx/>
              <a:buFontTx/>
              <a:buNone/>
              <a:tabLst/>
              <a:defRPr/>
            </a:pPr>
            <a:r>
              <a:rPr lang="es-ES" sz="2000" dirty="0">
                <a:effectLst/>
                <a:ea typeface="Calibri" panose="020F0502020204030204" pitchFamily="34" charset="0"/>
                <a:cs typeface="Times New Roman" panose="02020603050405020304" pitchFamily="18" charset="0"/>
              </a:rPr>
              <a:t>Este dispositivo nos permite la visualización de las medidas, escaladas por el PLC, en la parte frontal del panel de control.</a:t>
            </a:r>
            <a:endParaRPr lang="es-BO" sz="2000" dirty="0">
              <a:effectLst/>
              <a:ea typeface="Times New Roman" panose="02020603050405020304" pitchFamily="18" charset="0"/>
              <a:cs typeface="Times New Roman" panose="02020603050405020304" pitchFamily="18" charset="0"/>
            </a:endParaRPr>
          </a:p>
        </p:txBody>
      </p:sp>
      <p:sp>
        <p:nvSpPr>
          <p:cNvPr id="13" name="Rectángulo 12">
            <a:extLst>
              <a:ext uri="{FF2B5EF4-FFF2-40B4-BE49-F238E27FC236}">
                <a16:creationId xmlns:a16="http://schemas.microsoft.com/office/drawing/2014/main" id="{067763ED-AAA9-816C-83BD-958594955160}"/>
              </a:ext>
            </a:extLst>
          </p:cNvPr>
          <p:cNvSpPr/>
          <p:nvPr/>
        </p:nvSpPr>
        <p:spPr>
          <a:xfrm>
            <a:off x="3771900" y="2533489"/>
            <a:ext cx="595313" cy="443073"/>
          </a:xfrm>
          <a:prstGeom prst="rect">
            <a:avLst/>
          </a:prstGeom>
          <a:noFill/>
          <a:ln>
            <a:solidFill>
              <a:srgbClr val="FFFF00"/>
            </a:solidFill>
            <a:prstDash val="dash"/>
          </a:ln>
          <a:effectLst>
            <a:glow rad="101600">
              <a:schemeClr val="accent4">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Tree>
    <p:extLst>
      <p:ext uri="{BB962C8B-B14F-4D97-AF65-F5344CB8AC3E}">
        <p14:creationId xmlns:p14="http://schemas.microsoft.com/office/powerpoint/2010/main" val="29153287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grpId="1" nodeType="clickEffect">
                                  <p:stCondLst>
                                    <p:cond delay="0"/>
                                  </p:stCondLst>
                                  <p:childTnLst>
                                    <p:animEffect transition="out" filter="fade">
                                      <p:cBhvr>
                                        <p:cTn id="17" dur="500"/>
                                        <p:tgtEl>
                                          <p:spTgt spid="13"/>
                                        </p:tgtEl>
                                      </p:cBhvr>
                                    </p:animEffect>
                                    <p:set>
                                      <p:cBhvr>
                                        <p:cTn id="18" dur="1" fill="hold">
                                          <p:stCondLst>
                                            <p:cond delay="499"/>
                                          </p:stCondLst>
                                        </p:cTn>
                                        <p:tgtEl>
                                          <p:spTgt spid="13"/>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20" dur="500"/>
                                        <p:tgtEl>
                                          <p:spTgt spid="19"/>
                                        </p:tgtEl>
                                      </p:cBhvr>
                                    </p:animEffect>
                                    <p:set>
                                      <p:cBhvr>
                                        <p:cTn id="21" dur="1" fill="hold">
                                          <p:stCondLst>
                                            <p:cond delay="499"/>
                                          </p:stCondLst>
                                        </p:cTn>
                                        <p:tgtEl>
                                          <p:spTgt spid="19"/>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3"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F60FBB0-6710-4557-878B-553AA0A2BA0C}"/>
              </a:ext>
            </a:extLst>
          </p:cNvPr>
          <p:cNvSpPr txBox="1"/>
          <p:nvPr/>
        </p:nvSpPr>
        <p:spPr>
          <a:xfrm>
            <a:off x="1246784" y="1179018"/>
            <a:ext cx="10945216" cy="400110"/>
          </a:xfrm>
          <a:prstGeom prst="rect">
            <a:avLst/>
          </a:prstGeom>
          <a:noFill/>
        </p:spPr>
        <p:txBody>
          <a:bodyPr wrap="square">
            <a:spAutoFit/>
          </a:bodyPr>
          <a:lstStyle/>
          <a:p>
            <a:pPr marL="342900" lvl="0" indent="-342900">
              <a:buFont typeface="Wingdings" panose="05000000000000000000" pitchFamily="2" charset="2"/>
              <a:buChar char="Ø"/>
            </a:pPr>
            <a:r>
              <a:rPr lang="es-ES" sz="2000" dirty="0">
                <a:effectLst/>
                <a:ea typeface="Calibri" panose="020F0502020204030204" pitchFamily="34" charset="0"/>
              </a:rPr>
              <a:t>Controlador de temperatura </a:t>
            </a:r>
            <a:endParaRPr lang="es-BO" sz="2000" dirty="0">
              <a:effectLst/>
              <a:ea typeface="Times New Roman" panose="02020603050405020304" pitchFamily="18" charset="0"/>
            </a:endParaRPr>
          </a:p>
        </p:txBody>
      </p:sp>
      <p:sp>
        <p:nvSpPr>
          <p:cNvPr id="12" name="Rectángulo 11">
            <a:extLst>
              <a:ext uri="{FF2B5EF4-FFF2-40B4-BE49-F238E27FC236}">
                <a16:creationId xmlns:a16="http://schemas.microsoft.com/office/drawing/2014/main" id="{26B0297D-045C-40E6-A1CF-4E48A5259A65}"/>
              </a:ext>
            </a:extLst>
          </p:cNvPr>
          <p:cNvSpPr/>
          <p:nvPr/>
        </p:nvSpPr>
        <p:spPr>
          <a:xfrm>
            <a:off x="6888088" y="1436358"/>
            <a:ext cx="3672408" cy="3407153"/>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solidFill>
              <a:srgbClr val="00B050"/>
            </a:solidFill>
            <a:prstDash val="dash"/>
          </a:ln>
          <a:effectLst>
            <a:glow rad="101600">
              <a:srgbClr val="00B05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dirty="0"/>
          </a:p>
        </p:txBody>
      </p:sp>
      <p:sp>
        <p:nvSpPr>
          <p:cNvPr id="13" name="CuadroTexto 12">
            <a:extLst>
              <a:ext uri="{FF2B5EF4-FFF2-40B4-BE49-F238E27FC236}">
                <a16:creationId xmlns:a16="http://schemas.microsoft.com/office/drawing/2014/main" id="{0EFE3D23-F054-490F-AD99-EA65D6D9D736}"/>
              </a:ext>
            </a:extLst>
          </p:cNvPr>
          <p:cNvSpPr txBox="1"/>
          <p:nvPr/>
        </p:nvSpPr>
        <p:spPr>
          <a:xfrm>
            <a:off x="7068108" y="5059536"/>
            <a:ext cx="3312368" cy="707886"/>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ctr"/>
            <a:r>
              <a:rPr lang="es-BO" sz="2000" i="1" dirty="0">
                <a:solidFill>
                  <a:schemeClr val="tx1"/>
                </a:solidFill>
              </a:rPr>
              <a:t>Controlador de temperatura Allen Bradley</a:t>
            </a:r>
          </a:p>
        </p:txBody>
      </p:sp>
      <p:sp>
        <p:nvSpPr>
          <p:cNvPr id="4" name="Título 1">
            <a:extLst>
              <a:ext uri="{FF2B5EF4-FFF2-40B4-BE49-F238E27FC236}">
                <a16:creationId xmlns:a16="http://schemas.microsoft.com/office/drawing/2014/main" id="{BDB682D5-C4C0-9274-E721-5F0F63B1E8ED}"/>
              </a:ext>
            </a:extLst>
          </p:cNvPr>
          <p:cNvSpPr txBox="1">
            <a:spLocks/>
          </p:cNvSpPr>
          <p:nvPr/>
        </p:nvSpPr>
        <p:spPr>
          <a:xfrm>
            <a:off x="962297" y="398754"/>
            <a:ext cx="10058400" cy="820446"/>
          </a:xfrm>
          <a:prstGeom prst="rect">
            <a:avLst/>
          </a:prstGeom>
        </p:spPr>
        <p:txBody>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r>
              <a:rPr lang="es-MX" b="1">
                <a:effectLst>
                  <a:outerShdw blurRad="38100" dist="38100" dir="2700000" algn="tl">
                    <a:srgbClr val="000000">
                      <a:alpha val="43137"/>
                    </a:srgbClr>
                  </a:outerShdw>
                </a:effectLst>
              </a:rPr>
              <a:t>Componentes del sistema de control </a:t>
            </a:r>
          </a:p>
        </p:txBody>
      </p:sp>
      <p:pic>
        <p:nvPicPr>
          <p:cNvPr id="10" name="Imagen 9">
            <a:extLst>
              <a:ext uri="{FF2B5EF4-FFF2-40B4-BE49-F238E27FC236}">
                <a16:creationId xmlns:a16="http://schemas.microsoft.com/office/drawing/2014/main" id="{87C99C06-A511-955E-D107-A36F5D715A06}"/>
              </a:ext>
            </a:extLst>
          </p:cNvPr>
          <p:cNvPicPr>
            <a:picLocks noChangeAspect="1"/>
          </p:cNvPicPr>
          <p:nvPr/>
        </p:nvPicPr>
        <p:blipFill rotWithShape="1">
          <a:blip r:embed="rId4"/>
          <a:srcRect t="15001" b="21606"/>
          <a:stretch/>
        </p:blipFill>
        <p:spPr>
          <a:xfrm>
            <a:off x="1520382" y="1696052"/>
            <a:ext cx="3161109" cy="4347502"/>
          </a:xfrm>
          <a:prstGeom prst="rect">
            <a:avLst/>
          </a:prstGeom>
        </p:spPr>
      </p:pic>
      <p:sp>
        <p:nvSpPr>
          <p:cNvPr id="14" name="Rectángulo 13">
            <a:extLst>
              <a:ext uri="{FF2B5EF4-FFF2-40B4-BE49-F238E27FC236}">
                <a16:creationId xmlns:a16="http://schemas.microsoft.com/office/drawing/2014/main" id="{2DDCD746-724C-6351-23E3-D9C4E9C1DF3C}"/>
              </a:ext>
            </a:extLst>
          </p:cNvPr>
          <p:cNvSpPr/>
          <p:nvPr/>
        </p:nvSpPr>
        <p:spPr>
          <a:xfrm>
            <a:off x="3495675" y="2546710"/>
            <a:ext cx="222251" cy="212365"/>
          </a:xfrm>
          <a:prstGeom prst="rect">
            <a:avLst/>
          </a:prstGeom>
          <a:noFill/>
          <a:ln>
            <a:solidFill>
              <a:srgbClr val="92D050"/>
            </a:solidFill>
            <a:prstDash val="dash"/>
          </a:ln>
          <a:effectLst>
            <a:glow rad="101600">
              <a:srgbClr val="92D050">
                <a:alpha val="40000"/>
              </a:srgb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11" name="CuadroTexto 10">
            <a:extLst>
              <a:ext uri="{FF2B5EF4-FFF2-40B4-BE49-F238E27FC236}">
                <a16:creationId xmlns:a16="http://schemas.microsoft.com/office/drawing/2014/main" id="{A180EC48-2885-762D-9588-7942A58682AA}"/>
              </a:ext>
            </a:extLst>
          </p:cNvPr>
          <p:cNvSpPr txBox="1"/>
          <p:nvPr/>
        </p:nvSpPr>
        <p:spPr>
          <a:xfrm>
            <a:off x="1066321" y="3195874"/>
            <a:ext cx="4858707" cy="2483108"/>
          </a:xfrm>
          <a:prstGeom prst="cloudCallout">
            <a:avLst>
              <a:gd name="adj1" fmla="val 62264"/>
              <a:gd name="adj2" fmla="val -47162"/>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2000" dirty="0">
                <a:effectLst/>
                <a:ea typeface="Calibri" panose="020F0502020204030204" pitchFamily="34" charset="0"/>
                <a:cs typeface="Times New Roman" panose="02020603050405020304" pitchFamily="18" charset="0"/>
              </a:rPr>
              <a:t>Este controlador es utilizado como un indicador de temperatura, sin aprovechar su capacidad de realizar una acción de control.</a:t>
            </a:r>
            <a:endParaRPr lang="es-BO" sz="2000" dirty="0">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59480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14"/>
                                        </p:tgtEl>
                                      </p:cBhvr>
                                    </p:animEffect>
                                    <p:set>
                                      <p:cBhvr>
                                        <p:cTn id="20" dur="1" fill="hold">
                                          <p:stCondLst>
                                            <p:cond delay="499"/>
                                          </p:stCondLst>
                                        </p:cTn>
                                        <p:tgtEl>
                                          <p:spTgt spid="14"/>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500"/>
                                        <p:tgtEl>
                                          <p:spTgt spid="10"/>
                                        </p:tgtEl>
                                      </p:cBhvr>
                                    </p:animEffect>
                                    <p:set>
                                      <p:cBhvr>
                                        <p:cTn id="23" dur="1" fill="hold">
                                          <p:stCondLst>
                                            <p:cond delay="499"/>
                                          </p:stCondLst>
                                        </p:cTn>
                                        <p:tgtEl>
                                          <p:spTgt spid="10"/>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4" grpId="1"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0031210-2320-478F-AADE-D1F5ADFF860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1199" t="1877" r="18701"/>
          <a:stretch/>
        </p:blipFill>
        <p:spPr>
          <a:xfrm rot="5400000">
            <a:off x="1566009" y="2075541"/>
            <a:ext cx="4430460" cy="3488347"/>
          </a:xfrm>
          <a:prstGeom prst="rect">
            <a:avLst/>
          </a:prstGeom>
        </p:spPr>
      </p:pic>
      <p:sp>
        <p:nvSpPr>
          <p:cNvPr id="9" name="Rectángulo 8">
            <a:extLst>
              <a:ext uri="{FF2B5EF4-FFF2-40B4-BE49-F238E27FC236}">
                <a16:creationId xmlns:a16="http://schemas.microsoft.com/office/drawing/2014/main" id="{A717CE4A-03F9-4A4F-B0F3-74873462AA22}"/>
              </a:ext>
            </a:extLst>
          </p:cNvPr>
          <p:cNvSpPr/>
          <p:nvPr/>
        </p:nvSpPr>
        <p:spPr>
          <a:xfrm>
            <a:off x="4643823" y="2328321"/>
            <a:ext cx="720080" cy="1225162"/>
          </a:xfrm>
          <a:prstGeom prst="rect">
            <a:avLst/>
          </a:prstGeom>
          <a:noFill/>
          <a:ln>
            <a:solidFill>
              <a:srgbClr val="FFFF00"/>
            </a:solidFill>
            <a:prstDash val="dash"/>
          </a:ln>
          <a:effectLst>
            <a:glow rad="139700">
              <a:schemeClr val="accent4">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16" name="CuadroTexto 15">
            <a:extLst>
              <a:ext uri="{FF2B5EF4-FFF2-40B4-BE49-F238E27FC236}">
                <a16:creationId xmlns:a16="http://schemas.microsoft.com/office/drawing/2014/main" id="{9B519320-6057-4F98-A99D-3E551E0912E9}"/>
              </a:ext>
            </a:extLst>
          </p:cNvPr>
          <p:cNvSpPr txBox="1"/>
          <p:nvPr/>
        </p:nvSpPr>
        <p:spPr>
          <a:xfrm>
            <a:off x="7661820" y="5338152"/>
            <a:ext cx="2961818" cy="400110"/>
          </a:xfrm>
          <a:prstGeom prst="rect">
            <a:avLst/>
          </a:prstGeom>
          <a:solidFill>
            <a:srgbClr val="00B0F0"/>
          </a:solidFill>
          <a:ln>
            <a:solidFill>
              <a:schemeClr val="tx1"/>
            </a:solidFill>
          </a:ln>
        </p:spPr>
        <p:txBody>
          <a:bodyPr wrap="square" rtlCol="0">
            <a:spAutoFit/>
          </a:bodyPr>
          <a:lstStyle/>
          <a:p>
            <a:pPr algn="ctr"/>
            <a:r>
              <a:rPr lang="es-MX" sz="2000" dirty="0"/>
              <a:t>Fuente de alimentación</a:t>
            </a:r>
            <a:endParaRPr lang="es-MX" sz="2000" b="0" i="0" dirty="0">
              <a:effectLst/>
            </a:endParaRPr>
          </a:p>
        </p:txBody>
      </p:sp>
      <p:sp>
        <p:nvSpPr>
          <p:cNvPr id="2" name="CuadroTexto 1">
            <a:extLst>
              <a:ext uri="{FF2B5EF4-FFF2-40B4-BE49-F238E27FC236}">
                <a16:creationId xmlns:a16="http://schemas.microsoft.com/office/drawing/2014/main" id="{E69BCF10-CA98-669A-0885-BAFD6BCA67AD}"/>
              </a:ext>
            </a:extLst>
          </p:cNvPr>
          <p:cNvSpPr txBox="1"/>
          <p:nvPr/>
        </p:nvSpPr>
        <p:spPr>
          <a:xfrm>
            <a:off x="3038423" y="6095952"/>
            <a:ext cx="2829697" cy="369332"/>
          </a:xfrm>
          <a:prstGeom prst="rect">
            <a:avLst/>
          </a:prstGeom>
          <a:noFill/>
        </p:spPr>
        <p:txBody>
          <a:bodyPr wrap="square" rtlCol="0">
            <a:spAutoFit/>
          </a:bodyPr>
          <a:lstStyle/>
          <a:p>
            <a:r>
              <a:rPr lang="es-BO" dirty="0"/>
              <a:t>Panel de control </a:t>
            </a:r>
          </a:p>
        </p:txBody>
      </p:sp>
      <p:pic>
        <p:nvPicPr>
          <p:cNvPr id="12" name="Imagen 11">
            <a:extLst>
              <a:ext uri="{FF2B5EF4-FFF2-40B4-BE49-F238E27FC236}">
                <a16:creationId xmlns:a16="http://schemas.microsoft.com/office/drawing/2014/main" id="{542CD407-385C-4622-8606-A29AC7345FD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7949" t="4438" r="27784" b="25843"/>
          <a:stretch/>
        </p:blipFill>
        <p:spPr>
          <a:xfrm rot="5400000">
            <a:off x="7125941" y="1790503"/>
            <a:ext cx="4060798" cy="2934596"/>
          </a:xfrm>
          <a:prstGeom prst="rect">
            <a:avLst/>
          </a:prstGeom>
        </p:spPr>
      </p:pic>
      <p:sp>
        <p:nvSpPr>
          <p:cNvPr id="3" name="Título 1">
            <a:extLst>
              <a:ext uri="{FF2B5EF4-FFF2-40B4-BE49-F238E27FC236}">
                <a16:creationId xmlns:a16="http://schemas.microsoft.com/office/drawing/2014/main" id="{D7F5D6C6-737D-AE35-3B38-19AA3F5A927E}"/>
              </a:ext>
            </a:extLst>
          </p:cNvPr>
          <p:cNvSpPr txBox="1">
            <a:spLocks/>
          </p:cNvSpPr>
          <p:nvPr/>
        </p:nvSpPr>
        <p:spPr>
          <a:xfrm>
            <a:off x="962297" y="450953"/>
            <a:ext cx="10058400" cy="820446"/>
          </a:xfrm>
          <a:prstGeom prst="rect">
            <a:avLst/>
          </a:prstGeom>
        </p:spPr>
        <p:txBody>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r>
              <a:rPr lang="es-MX" b="1" dirty="0">
                <a:effectLst>
                  <a:outerShdw blurRad="38100" dist="38100" dir="2700000" algn="tl">
                    <a:srgbClr val="000000">
                      <a:alpha val="43137"/>
                    </a:srgbClr>
                  </a:outerShdw>
                </a:effectLst>
              </a:rPr>
              <a:t>Componentes del sistema de control </a:t>
            </a:r>
          </a:p>
        </p:txBody>
      </p:sp>
      <p:sp>
        <p:nvSpPr>
          <p:cNvPr id="7" name="Marcador de contenido 2">
            <a:extLst>
              <a:ext uri="{FF2B5EF4-FFF2-40B4-BE49-F238E27FC236}">
                <a16:creationId xmlns:a16="http://schemas.microsoft.com/office/drawing/2014/main" id="{F8D5DF2E-0F0A-60CB-AF0C-504D717046CC}"/>
              </a:ext>
            </a:extLst>
          </p:cNvPr>
          <p:cNvSpPr txBox="1">
            <a:spLocks/>
          </p:cNvSpPr>
          <p:nvPr/>
        </p:nvSpPr>
        <p:spPr>
          <a:xfrm>
            <a:off x="962297" y="1219201"/>
            <a:ext cx="4770846" cy="525194"/>
          </a:xfrm>
          <a:prstGeom prst="rect">
            <a:avLst/>
          </a:prstGeom>
        </p:spPr>
        <p:txBody>
          <a:bodyPr>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lvl="0">
              <a:buFont typeface="Wingdings" panose="05000000000000000000" pitchFamily="2" charset="2"/>
              <a:buChar char="Ø"/>
            </a:pPr>
            <a:r>
              <a:rPr lang="es-ES" sz="2000" dirty="0">
                <a:effectLst/>
                <a:ea typeface="Calibri" panose="020F0502020204030204" pitchFamily="34" charset="0"/>
              </a:rPr>
              <a:t>Fuente de alimentación DC  24V/5A</a:t>
            </a:r>
            <a:endParaRPr lang="es-BO" sz="2000" dirty="0">
              <a:effectLst/>
              <a:ea typeface="Times New Roman" panose="02020603050405020304" pitchFamily="18" charset="0"/>
            </a:endParaRPr>
          </a:p>
        </p:txBody>
      </p:sp>
    </p:spTree>
    <p:extLst>
      <p:ext uri="{BB962C8B-B14F-4D97-AF65-F5344CB8AC3E}">
        <p14:creationId xmlns:p14="http://schemas.microsoft.com/office/powerpoint/2010/main" val="10768370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E9F24C-CA9E-4E09-BB81-015D70DC5EC8}"/>
              </a:ext>
            </a:extLst>
          </p:cNvPr>
          <p:cNvSpPr txBox="1"/>
          <p:nvPr/>
        </p:nvSpPr>
        <p:spPr>
          <a:xfrm>
            <a:off x="1438356" y="1173740"/>
            <a:ext cx="6096000" cy="400110"/>
          </a:xfrm>
          <a:prstGeom prst="rect">
            <a:avLst/>
          </a:prstGeom>
          <a:noFill/>
        </p:spPr>
        <p:txBody>
          <a:bodyPr wrap="square">
            <a:spAutoFit/>
          </a:bodyPr>
          <a:lstStyle/>
          <a:p>
            <a:pPr marL="342900" lvl="0" indent="-342900">
              <a:buFont typeface="Wingdings" panose="05000000000000000000" pitchFamily="2" charset="2"/>
              <a:buChar char="Ø"/>
            </a:pPr>
            <a:r>
              <a:rPr lang="es-ES" sz="2000" dirty="0">
                <a:effectLst/>
                <a:ea typeface="Calibri" panose="020F0502020204030204" pitchFamily="34" charset="0"/>
              </a:rPr>
              <a:t>Variador de frecuencia</a:t>
            </a:r>
            <a:endParaRPr lang="es-BO" sz="2000" dirty="0">
              <a:effectLst/>
              <a:ea typeface="Times New Roman" panose="02020603050405020304" pitchFamily="18" charset="0"/>
            </a:endParaRPr>
          </a:p>
        </p:txBody>
      </p:sp>
      <p:sp>
        <p:nvSpPr>
          <p:cNvPr id="7" name="Elipse 6">
            <a:extLst>
              <a:ext uri="{FF2B5EF4-FFF2-40B4-BE49-F238E27FC236}">
                <a16:creationId xmlns:a16="http://schemas.microsoft.com/office/drawing/2014/main" id="{ED02CF4A-8C04-4603-A8FF-F32DDB613896}"/>
              </a:ext>
            </a:extLst>
          </p:cNvPr>
          <p:cNvSpPr/>
          <p:nvPr/>
        </p:nvSpPr>
        <p:spPr>
          <a:xfrm>
            <a:off x="7705645" y="1442922"/>
            <a:ext cx="2474670" cy="3511622"/>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solidFill>
              <a:srgbClr val="00B0F0"/>
            </a:solidFill>
            <a:prstDash val="dash"/>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dirty="0"/>
          </a:p>
        </p:txBody>
      </p:sp>
      <p:sp>
        <p:nvSpPr>
          <p:cNvPr id="11" name="CuadroTexto 10">
            <a:extLst>
              <a:ext uri="{FF2B5EF4-FFF2-40B4-BE49-F238E27FC236}">
                <a16:creationId xmlns:a16="http://schemas.microsoft.com/office/drawing/2014/main" id="{DDA3C9BA-71D1-47F5-B27E-A32B691106A2}"/>
              </a:ext>
            </a:extLst>
          </p:cNvPr>
          <p:cNvSpPr txBox="1"/>
          <p:nvPr/>
        </p:nvSpPr>
        <p:spPr>
          <a:xfrm>
            <a:off x="7200736" y="5082133"/>
            <a:ext cx="3350597" cy="400110"/>
          </a:xfrm>
          <a:prstGeom prst="rect">
            <a:avLst/>
          </a:prstGeom>
          <a:solidFill>
            <a:srgbClr val="FFC000"/>
          </a:solidFill>
          <a:ln>
            <a:solidFill>
              <a:schemeClr val="tx1"/>
            </a:solidFill>
          </a:ln>
        </p:spPr>
        <p:txBody>
          <a:bodyPr wrap="square" rtlCol="0">
            <a:spAutoFit/>
          </a:bodyPr>
          <a:lstStyle/>
          <a:p>
            <a:pPr algn="ctr"/>
            <a:r>
              <a:rPr lang="es-MX" sz="2000" dirty="0"/>
              <a:t>Variador de frecuencia (VFD)</a:t>
            </a:r>
            <a:endParaRPr lang="es-MX" sz="2000" b="0" i="0" dirty="0">
              <a:effectLst/>
            </a:endParaRPr>
          </a:p>
        </p:txBody>
      </p:sp>
      <p:grpSp>
        <p:nvGrpSpPr>
          <p:cNvPr id="9" name="Grupo 8">
            <a:extLst>
              <a:ext uri="{FF2B5EF4-FFF2-40B4-BE49-F238E27FC236}">
                <a16:creationId xmlns:a16="http://schemas.microsoft.com/office/drawing/2014/main" id="{BA6A878D-52E1-CDA9-0F49-F0EDED44334B}"/>
              </a:ext>
            </a:extLst>
          </p:cNvPr>
          <p:cNvGrpSpPr/>
          <p:nvPr/>
        </p:nvGrpSpPr>
        <p:grpSpPr>
          <a:xfrm>
            <a:off x="1907954" y="1616529"/>
            <a:ext cx="3268957" cy="4728000"/>
            <a:chOff x="1907954" y="1616529"/>
            <a:chExt cx="3268957" cy="4728000"/>
          </a:xfrm>
        </p:grpSpPr>
        <p:sp>
          <p:nvSpPr>
            <p:cNvPr id="10" name="CuadroTexto 9">
              <a:extLst>
                <a:ext uri="{FF2B5EF4-FFF2-40B4-BE49-F238E27FC236}">
                  <a16:creationId xmlns:a16="http://schemas.microsoft.com/office/drawing/2014/main" id="{C4E6515F-9AFB-BF2F-26FF-16665AF74DF2}"/>
                </a:ext>
              </a:extLst>
            </p:cNvPr>
            <p:cNvSpPr txBox="1"/>
            <p:nvPr/>
          </p:nvSpPr>
          <p:spPr>
            <a:xfrm>
              <a:off x="2540077" y="6020528"/>
              <a:ext cx="2636834" cy="324001"/>
            </a:xfrm>
            <a:prstGeom prst="rect">
              <a:avLst/>
            </a:prstGeom>
            <a:noFill/>
          </p:spPr>
          <p:txBody>
            <a:bodyPr wrap="square" rtlCol="0">
              <a:spAutoFit/>
            </a:bodyPr>
            <a:lstStyle/>
            <a:p>
              <a:r>
                <a:rPr lang="es-BO" dirty="0"/>
                <a:t>Vista frontal del sistema</a:t>
              </a:r>
            </a:p>
          </p:txBody>
        </p:sp>
        <p:pic>
          <p:nvPicPr>
            <p:cNvPr id="5" name="Imagen 4">
              <a:extLst>
                <a:ext uri="{FF2B5EF4-FFF2-40B4-BE49-F238E27FC236}">
                  <a16:creationId xmlns:a16="http://schemas.microsoft.com/office/drawing/2014/main" id="{615F10B4-9F8D-4206-9884-D3121EF0C41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086" r="18500"/>
            <a:stretch/>
          </p:blipFill>
          <p:spPr>
            <a:xfrm rot="5400000">
              <a:off x="1387206" y="2137277"/>
              <a:ext cx="4310453" cy="3268957"/>
            </a:xfrm>
            <a:prstGeom prst="rect">
              <a:avLst/>
            </a:prstGeom>
          </p:spPr>
        </p:pic>
      </p:grpSp>
      <p:sp>
        <p:nvSpPr>
          <p:cNvPr id="6" name="Rectángulo 5">
            <a:extLst>
              <a:ext uri="{FF2B5EF4-FFF2-40B4-BE49-F238E27FC236}">
                <a16:creationId xmlns:a16="http://schemas.microsoft.com/office/drawing/2014/main" id="{BABEAC31-1FDC-43D3-B17E-B34494704044}"/>
              </a:ext>
            </a:extLst>
          </p:cNvPr>
          <p:cNvSpPr/>
          <p:nvPr/>
        </p:nvSpPr>
        <p:spPr>
          <a:xfrm>
            <a:off x="3909356" y="2937409"/>
            <a:ext cx="333567" cy="461428"/>
          </a:xfrm>
          <a:prstGeom prst="rect">
            <a:avLst/>
          </a:prstGeom>
          <a:noFill/>
          <a:ln>
            <a:solidFill>
              <a:srgbClr val="FFC000"/>
            </a:solidFill>
            <a:prstDash val="dash"/>
          </a:ln>
          <a:effectLst>
            <a:glow rad="101600">
              <a:schemeClr val="accent4">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15" name="CuadroTexto 14">
            <a:extLst>
              <a:ext uri="{FF2B5EF4-FFF2-40B4-BE49-F238E27FC236}">
                <a16:creationId xmlns:a16="http://schemas.microsoft.com/office/drawing/2014/main" id="{3AA68906-724A-08D1-BA06-320AECAFB0A2}"/>
              </a:ext>
            </a:extLst>
          </p:cNvPr>
          <p:cNvSpPr txBox="1"/>
          <p:nvPr/>
        </p:nvSpPr>
        <p:spPr>
          <a:xfrm>
            <a:off x="498205" y="3198733"/>
            <a:ext cx="5533291" cy="2951619"/>
          </a:xfrm>
          <a:prstGeom prst="cloudCallout">
            <a:avLst>
              <a:gd name="adj1" fmla="val 70165"/>
              <a:gd name="adj2" fmla="val -50643"/>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2000" dirty="0">
                <a:effectLst/>
                <a:ea typeface="Calibri" panose="020F0502020204030204" pitchFamily="34" charset="0"/>
                <a:cs typeface="Times New Roman" panose="02020603050405020304" pitchFamily="18" charset="0"/>
              </a:rPr>
              <a:t>Permite regular la velocidad de giro del motor, mediante la variación de frecuencia del mismo, de manera que se pueda bombear el líquido del tanque inferior al superior.</a:t>
            </a:r>
            <a:endParaRPr lang="es-BO" sz="2000" dirty="0">
              <a:effectLst/>
              <a:ea typeface="Times New Roman" panose="02020603050405020304" pitchFamily="18" charset="0"/>
              <a:cs typeface="Times New Roman" panose="02020603050405020304" pitchFamily="18" charset="0"/>
            </a:endParaRPr>
          </a:p>
        </p:txBody>
      </p:sp>
      <p:sp>
        <p:nvSpPr>
          <p:cNvPr id="2" name="Título 1">
            <a:extLst>
              <a:ext uri="{FF2B5EF4-FFF2-40B4-BE49-F238E27FC236}">
                <a16:creationId xmlns:a16="http://schemas.microsoft.com/office/drawing/2014/main" id="{4BE85FB3-8FB6-F5D9-864E-2453E3486C8F}"/>
              </a:ext>
            </a:extLst>
          </p:cNvPr>
          <p:cNvSpPr txBox="1">
            <a:spLocks/>
          </p:cNvSpPr>
          <p:nvPr/>
        </p:nvSpPr>
        <p:spPr>
          <a:xfrm>
            <a:off x="962297" y="450953"/>
            <a:ext cx="10058400" cy="820446"/>
          </a:xfrm>
          <a:prstGeom prst="rect">
            <a:avLst/>
          </a:prstGeom>
        </p:spPr>
        <p:txBody>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r>
              <a:rPr lang="es-MX" b="1" dirty="0">
                <a:effectLst>
                  <a:outerShdw blurRad="38100" dist="38100" dir="2700000" algn="tl">
                    <a:srgbClr val="000000">
                      <a:alpha val="43137"/>
                    </a:srgbClr>
                  </a:outerShdw>
                </a:effectLst>
              </a:rPr>
              <a:t>Componentes del sistema de control </a:t>
            </a:r>
          </a:p>
        </p:txBody>
      </p:sp>
    </p:spTree>
    <p:extLst>
      <p:ext uri="{BB962C8B-B14F-4D97-AF65-F5344CB8AC3E}">
        <p14:creationId xmlns:p14="http://schemas.microsoft.com/office/powerpoint/2010/main" val="978919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6"/>
                                        </p:tgtEl>
                                      </p:cBhvr>
                                    </p:animEffect>
                                    <p:set>
                                      <p:cBhvr>
                                        <p:cTn id="20" dur="1" fill="hold">
                                          <p:stCondLst>
                                            <p:cond delay="499"/>
                                          </p:stCondLst>
                                        </p:cTn>
                                        <p:tgtEl>
                                          <p:spTgt spid="6"/>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500"/>
                                        <p:tgtEl>
                                          <p:spTgt spid="9"/>
                                        </p:tgtEl>
                                      </p:cBhvr>
                                    </p:animEffect>
                                    <p:set>
                                      <p:cBhvr>
                                        <p:cTn id="23" dur="1" fill="hold">
                                          <p:stCondLst>
                                            <p:cond delay="499"/>
                                          </p:stCondLst>
                                        </p:cTn>
                                        <p:tgtEl>
                                          <p:spTgt spid="9"/>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6" grpId="0" animBg="1"/>
      <p:bldP spid="6" grpId="1" animBg="1"/>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8612C3AC-CD52-4150-A37B-16A20607622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2956" t="9970" r="28307" b="21225"/>
          <a:stretch/>
        </p:blipFill>
        <p:spPr>
          <a:xfrm>
            <a:off x="7710958" y="2018831"/>
            <a:ext cx="3309739" cy="3306807"/>
          </a:xfrm>
          <a:prstGeom prst="rect">
            <a:avLst/>
          </a:prstGeom>
        </p:spPr>
      </p:pic>
      <p:sp>
        <p:nvSpPr>
          <p:cNvPr id="3" name="CuadroTexto 2">
            <a:extLst>
              <a:ext uri="{FF2B5EF4-FFF2-40B4-BE49-F238E27FC236}">
                <a16:creationId xmlns:a16="http://schemas.microsoft.com/office/drawing/2014/main" id="{345736E3-AC8F-417B-B18C-2A6C03093F84}"/>
              </a:ext>
            </a:extLst>
          </p:cNvPr>
          <p:cNvSpPr txBox="1"/>
          <p:nvPr/>
        </p:nvSpPr>
        <p:spPr>
          <a:xfrm>
            <a:off x="1259132" y="1270350"/>
            <a:ext cx="5392615" cy="400110"/>
          </a:xfrm>
          <a:prstGeom prst="rect">
            <a:avLst/>
          </a:prstGeom>
          <a:noFill/>
        </p:spPr>
        <p:txBody>
          <a:bodyPr wrap="square">
            <a:spAutoFit/>
          </a:bodyPr>
          <a:lstStyle/>
          <a:p>
            <a:pPr marL="342900" lvl="0" indent="-342900">
              <a:buFont typeface="Wingdings" panose="05000000000000000000" pitchFamily="2" charset="2"/>
              <a:buChar char="Ø"/>
            </a:pPr>
            <a:r>
              <a:rPr lang="es-ES" sz="2000" dirty="0">
                <a:effectLst/>
                <a:ea typeface="Calibri" panose="020F0502020204030204" pitchFamily="34" charset="0"/>
              </a:rPr>
              <a:t>2 electroválvulas</a:t>
            </a:r>
            <a:endParaRPr lang="es-BO" sz="2000" dirty="0">
              <a:effectLst/>
              <a:ea typeface="Times New Roman" panose="02020603050405020304" pitchFamily="18" charset="0"/>
            </a:endParaRPr>
          </a:p>
        </p:txBody>
      </p:sp>
      <p:pic>
        <p:nvPicPr>
          <p:cNvPr id="5" name="Imagen 4">
            <a:extLst>
              <a:ext uri="{FF2B5EF4-FFF2-40B4-BE49-F238E27FC236}">
                <a16:creationId xmlns:a16="http://schemas.microsoft.com/office/drawing/2014/main" id="{72C7C8FE-E5A2-4B32-8ABB-7131DB5AF58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24" r="13976"/>
          <a:stretch/>
        </p:blipFill>
        <p:spPr>
          <a:xfrm rot="5400000">
            <a:off x="718772" y="2273358"/>
            <a:ext cx="4224398" cy="3148278"/>
          </a:xfrm>
          <a:prstGeom prst="rect">
            <a:avLst/>
          </a:prstGeom>
        </p:spPr>
      </p:pic>
      <p:sp>
        <p:nvSpPr>
          <p:cNvPr id="6" name="Rectángulo 5">
            <a:extLst>
              <a:ext uri="{FF2B5EF4-FFF2-40B4-BE49-F238E27FC236}">
                <a16:creationId xmlns:a16="http://schemas.microsoft.com/office/drawing/2014/main" id="{72998679-5990-4C80-B359-176477687D05}"/>
              </a:ext>
            </a:extLst>
          </p:cNvPr>
          <p:cNvSpPr/>
          <p:nvPr/>
        </p:nvSpPr>
        <p:spPr>
          <a:xfrm>
            <a:off x="3268980" y="3904085"/>
            <a:ext cx="342900" cy="317396"/>
          </a:xfrm>
          <a:prstGeom prst="rect">
            <a:avLst/>
          </a:prstGeom>
          <a:noFill/>
          <a:ln>
            <a:solidFill>
              <a:srgbClr val="00B0F0"/>
            </a:solidFill>
            <a:prstDash val="dash"/>
          </a:ln>
          <a:effectLst>
            <a:glow rad="228600">
              <a:schemeClr val="accent5">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7" name="Rectángulo 6">
            <a:extLst>
              <a:ext uri="{FF2B5EF4-FFF2-40B4-BE49-F238E27FC236}">
                <a16:creationId xmlns:a16="http://schemas.microsoft.com/office/drawing/2014/main" id="{C9099EF9-EE7B-49A1-8A12-F49407B75321}"/>
              </a:ext>
            </a:extLst>
          </p:cNvPr>
          <p:cNvSpPr/>
          <p:nvPr/>
        </p:nvSpPr>
        <p:spPr>
          <a:xfrm>
            <a:off x="3672840" y="3942735"/>
            <a:ext cx="396240" cy="317396"/>
          </a:xfrm>
          <a:prstGeom prst="rect">
            <a:avLst/>
          </a:prstGeom>
          <a:noFill/>
          <a:ln>
            <a:solidFill>
              <a:srgbClr val="FFC000"/>
            </a:solidFill>
            <a:prstDash val="dash"/>
          </a:ln>
          <a:effectLst>
            <a:glow rad="63500">
              <a:schemeClr val="accent4">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14" name="CuadroTexto 13">
            <a:extLst>
              <a:ext uri="{FF2B5EF4-FFF2-40B4-BE49-F238E27FC236}">
                <a16:creationId xmlns:a16="http://schemas.microsoft.com/office/drawing/2014/main" id="{90780D82-7CA6-427B-9E40-51365A89BB85}"/>
              </a:ext>
            </a:extLst>
          </p:cNvPr>
          <p:cNvSpPr txBox="1"/>
          <p:nvPr/>
        </p:nvSpPr>
        <p:spPr>
          <a:xfrm>
            <a:off x="4597166" y="2376882"/>
            <a:ext cx="2480343" cy="400110"/>
          </a:xfrm>
          <a:prstGeom prst="rect">
            <a:avLst/>
          </a:prstGeom>
          <a:solidFill>
            <a:srgbClr val="00B0F0"/>
          </a:solidFill>
          <a:ln>
            <a:solidFill>
              <a:schemeClr val="tx1"/>
            </a:solidFill>
          </a:ln>
        </p:spPr>
        <p:txBody>
          <a:bodyPr wrap="square" rtlCol="0">
            <a:spAutoFit/>
          </a:bodyPr>
          <a:lstStyle/>
          <a:p>
            <a:pPr algn="just"/>
            <a:r>
              <a:rPr lang="es-MX" sz="2000" dirty="0"/>
              <a:t>Electroválvula 1 (KV1)</a:t>
            </a:r>
            <a:endParaRPr lang="es-MX" sz="2000" b="0" i="0" dirty="0">
              <a:effectLst/>
            </a:endParaRPr>
          </a:p>
        </p:txBody>
      </p:sp>
      <p:sp>
        <p:nvSpPr>
          <p:cNvPr id="15" name="CuadroTexto 14">
            <a:extLst>
              <a:ext uri="{FF2B5EF4-FFF2-40B4-BE49-F238E27FC236}">
                <a16:creationId xmlns:a16="http://schemas.microsoft.com/office/drawing/2014/main" id="{9CE964E9-488F-4375-9DBB-416472615401}"/>
              </a:ext>
            </a:extLst>
          </p:cNvPr>
          <p:cNvSpPr txBox="1"/>
          <p:nvPr/>
        </p:nvSpPr>
        <p:spPr>
          <a:xfrm>
            <a:off x="4597165" y="4465929"/>
            <a:ext cx="2480343" cy="400110"/>
          </a:xfrm>
          <a:prstGeom prst="rect">
            <a:avLst/>
          </a:prstGeom>
          <a:solidFill>
            <a:srgbClr val="FFC000"/>
          </a:solidFill>
          <a:ln>
            <a:solidFill>
              <a:srgbClr val="FFC000"/>
            </a:solidFill>
          </a:ln>
        </p:spPr>
        <p:txBody>
          <a:bodyPr wrap="square" rtlCol="0">
            <a:spAutoFit/>
          </a:bodyPr>
          <a:lstStyle/>
          <a:p>
            <a:pPr algn="just"/>
            <a:r>
              <a:rPr lang="es-MX" sz="2000" dirty="0"/>
              <a:t>Electroválvula 2 (KV2)</a:t>
            </a:r>
            <a:endParaRPr lang="es-MX" sz="2000" b="0" i="0" dirty="0">
              <a:effectLst/>
            </a:endParaRPr>
          </a:p>
        </p:txBody>
      </p:sp>
      <p:sp>
        <p:nvSpPr>
          <p:cNvPr id="2" name="CuadroTexto 1">
            <a:extLst>
              <a:ext uri="{FF2B5EF4-FFF2-40B4-BE49-F238E27FC236}">
                <a16:creationId xmlns:a16="http://schemas.microsoft.com/office/drawing/2014/main" id="{0BB74487-AE33-DFE1-8367-230ED4100C16}"/>
              </a:ext>
            </a:extLst>
          </p:cNvPr>
          <p:cNvSpPr txBox="1"/>
          <p:nvPr/>
        </p:nvSpPr>
        <p:spPr>
          <a:xfrm>
            <a:off x="1767469" y="5971522"/>
            <a:ext cx="2829697" cy="369332"/>
          </a:xfrm>
          <a:prstGeom prst="rect">
            <a:avLst/>
          </a:prstGeom>
          <a:noFill/>
        </p:spPr>
        <p:txBody>
          <a:bodyPr wrap="square" rtlCol="0">
            <a:spAutoFit/>
          </a:bodyPr>
          <a:lstStyle/>
          <a:p>
            <a:r>
              <a:rPr lang="es-BO" dirty="0"/>
              <a:t>Vista posterior del sistema</a:t>
            </a:r>
          </a:p>
        </p:txBody>
      </p:sp>
      <p:sp>
        <p:nvSpPr>
          <p:cNvPr id="19" name="CuadroTexto 18">
            <a:extLst>
              <a:ext uri="{FF2B5EF4-FFF2-40B4-BE49-F238E27FC236}">
                <a16:creationId xmlns:a16="http://schemas.microsoft.com/office/drawing/2014/main" id="{564C614D-45C1-EC27-7F00-30E8819903F9}"/>
              </a:ext>
            </a:extLst>
          </p:cNvPr>
          <p:cNvSpPr txBox="1"/>
          <p:nvPr/>
        </p:nvSpPr>
        <p:spPr>
          <a:xfrm>
            <a:off x="2259827" y="4141110"/>
            <a:ext cx="4290565" cy="1686639"/>
          </a:xfrm>
          <a:prstGeom prst="cloudCallout">
            <a:avLst>
              <a:gd name="adj1" fmla="val 73892"/>
              <a:gd name="adj2" fmla="val -58617"/>
            </a:avLst>
          </a:prstGeom>
          <a:ln/>
        </p:spPr>
        <p:style>
          <a:lnRef idx="1">
            <a:schemeClr val="accent5"/>
          </a:lnRef>
          <a:fillRef idx="2">
            <a:schemeClr val="accent5"/>
          </a:fillRef>
          <a:effectRef idx="1">
            <a:schemeClr val="accent5"/>
          </a:effectRef>
          <a:fontRef idx="minor">
            <a:schemeClr val="dk1"/>
          </a:fontRef>
        </p:style>
        <p:txBody>
          <a:bodyPr wrap="square">
            <a:spAutoFit/>
          </a:bodyPr>
          <a:lstStyle/>
          <a:p>
            <a:pPr marR="0" lvl="0" algn="just">
              <a:spcBef>
                <a:spcPts val="0"/>
              </a:spcBef>
              <a:spcAft>
                <a:spcPts val="0"/>
              </a:spcAft>
            </a:pPr>
            <a:r>
              <a:rPr lang="es-ES" sz="2200" dirty="0">
                <a:effectLst/>
                <a:ea typeface="Calibri" panose="020F0502020204030204" pitchFamily="34" charset="0"/>
                <a:cs typeface="Times New Roman" panose="02020603050405020304" pitchFamily="18" charset="0"/>
              </a:rPr>
              <a:t>Permiten el cierre o paso del líquido por la red de cañerías.</a:t>
            </a:r>
            <a:endParaRPr lang="es-BO" sz="2200" dirty="0">
              <a:effectLst/>
              <a:ea typeface="Times New Roman" panose="02020603050405020304" pitchFamily="18" charset="0"/>
              <a:cs typeface="Times New Roman" panose="02020603050405020304" pitchFamily="18" charset="0"/>
            </a:endParaRPr>
          </a:p>
        </p:txBody>
      </p:sp>
      <p:sp>
        <p:nvSpPr>
          <p:cNvPr id="9" name="Título 1">
            <a:extLst>
              <a:ext uri="{FF2B5EF4-FFF2-40B4-BE49-F238E27FC236}">
                <a16:creationId xmlns:a16="http://schemas.microsoft.com/office/drawing/2014/main" id="{19B0FCD2-856B-FF11-1F5C-01AB25DF67EC}"/>
              </a:ext>
            </a:extLst>
          </p:cNvPr>
          <p:cNvSpPr txBox="1">
            <a:spLocks/>
          </p:cNvSpPr>
          <p:nvPr/>
        </p:nvSpPr>
        <p:spPr>
          <a:xfrm>
            <a:off x="962297" y="450953"/>
            <a:ext cx="10058400" cy="820446"/>
          </a:xfrm>
          <a:prstGeom prst="rect">
            <a:avLst/>
          </a:prstGeom>
        </p:spPr>
        <p:txBody>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r>
              <a:rPr lang="es-MX" b="1" dirty="0">
                <a:effectLst>
                  <a:outerShdw blurRad="38100" dist="38100" dir="2700000" algn="tl">
                    <a:srgbClr val="000000">
                      <a:alpha val="43137"/>
                    </a:srgbClr>
                  </a:outerShdw>
                </a:effectLst>
              </a:rPr>
              <a:t>Componentes del sistema de control </a:t>
            </a:r>
          </a:p>
        </p:txBody>
      </p:sp>
    </p:spTree>
    <p:extLst>
      <p:ext uri="{BB962C8B-B14F-4D97-AF65-F5344CB8AC3E}">
        <p14:creationId xmlns:p14="http://schemas.microsoft.com/office/powerpoint/2010/main" val="23396489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animEffect transition="in" filter="fade">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1" nodeType="clickEffect">
                                  <p:stCondLst>
                                    <p:cond delay="0"/>
                                  </p:stCondLst>
                                  <p:childTnLst>
                                    <p:animEffect transition="out" filter="fade">
                                      <p:cBhvr>
                                        <p:cTn id="25" dur="500"/>
                                        <p:tgtEl>
                                          <p:spTgt spid="6"/>
                                        </p:tgtEl>
                                      </p:cBhvr>
                                    </p:animEffect>
                                    <p:set>
                                      <p:cBhvr>
                                        <p:cTn id="26" dur="1" fill="hold">
                                          <p:stCondLst>
                                            <p:cond delay="499"/>
                                          </p:stCondLst>
                                        </p:cTn>
                                        <p:tgtEl>
                                          <p:spTgt spid="6"/>
                                        </p:tgtEl>
                                        <p:attrNameLst>
                                          <p:attrName>style.visibility</p:attrName>
                                        </p:attrNameLst>
                                      </p:cBhvr>
                                      <p:to>
                                        <p:strVal val="hidden"/>
                                      </p:to>
                                    </p:set>
                                  </p:childTnLst>
                                </p:cTn>
                              </p:par>
                              <p:par>
                                <p:cTn id="27" presetID="10" presetClass="exit" presetSubtype="0" fill="hold" grpId="1" nodeType="withEffect">
                                  <p:stCondLst>
                                    <p:cond delay="0"/>
                                  </p:stCondLst>
                                  <p:childTnLst>
                                    <p:animEffect transition="out" filter="fade">
                                      <p:cBhvr>
                                        <p:cTn id="28" dur="500"/>
                                        <p:tgtEl>
                                          <p:spTgt spid="7"/>
                                        </p:tgtEl>
                                      </p:cBhvr>
                                    </p:animEffect>
                                    <p:set>
                                      <p:cBhvr>
                                        <p:cTn id="29" dur="1" fill="hold">
                                          <p:stCondLst>
                                            <p:cond delay="499"/>
                                          </p:stCondLst>
                                        </p:cTn>
                                        <p:tgtEl>
                                          <p:spTgt spid="7"/>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5"/>
                                        </p:tgtEl>
                                      </p:cBhvr>
                                    </p:animEffect>
                                    <p:set>
                                      <p:cBhvr>
                                        <p:cTn id="32" dur="1" fill="hold">
                                          <p:stCondLst>
                                            <p:cond delay="499"/>
                                          </p:stCondLst>
                                        </p:cTn>
                                        <p:tgtEl>
                                          <p:spTgt spid="5"/>
                                        </p:tgtEl>
                                        <p:attrNameLst>
                                          <p:attrName>style.visibility</p:attrName>
                                        </p:attrNameLst>
                                      </p:cBhvr>
                                      <p:to>
                                        <p:strVal val="hidden"/>
                                      </p:to>
                                    </p:set>
                                  </p:childTnLst>
                                </p:cTn>
                              </p:par>
                              <p:par>
                                <p:cTn id="33" presetID="10" presetClass="exit" presetSubtype="0" fill="hold" grpId="0" nodeType="withEffect">
                                  <p:stCondLst>
                                    <p:cond delay="0"/>
                                  </p:stCondLst>
                                  <p:childTnLst>
                                    <p:animEffect transition="out" filter="fade">
                                      <p:cBhvr>
                                        <p:cTn id="34" dur="500"/>
                                        <p:tgtEl>
                                          <p:spTgt spid="2"/>
                                        </p:tgtEl>
                                      </p:cBhvr>
                                    </p:animEffect>
                                    <p:set>
                                      <p:cBhvr>
                                        <p:cTn id="35" dur="1" fill="hold">
                                          <p:stCondLst>
                                            <p:cond delay="499"/>
                                          </p:stCondLst>
                                        </p:cTn>
                                        <p:tgtEl>
                                          <p:spTgt spid="2"/>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14" grpId="0" animBg="1"/>
      <p:bldP spid="15" grpId="0" animBg="1"/>
      <p:bldP spid="2" grpId="0"/>
      <p:bldP spid="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273C24D-807A-4A1F-A69E-194120322824}"/>
              </a:ext>
            </a:extLst>
          </p:cNvPr>
          <p:cNvSpPr txBox="1"/>
          <p:nvPr/>
        </p:nvSpPr>
        <p:spPr>
          <a:xfrm>
            <a:off x="1256832" y="1210174"/>
            <a:ext cx="6096000" cy="400110"/>
          </a:xfrm>
          <a:prstGeom prst="rect">
            <a:avLst/>
          </a:prstGeom>
          <a:noFill/>
        </p:spPr>
        <p:txBody>
          <a:bodyPr wrap="square">
            <a:spAutoFit/>
          </a:bodyPr>
          <a:lstStyle/>
          <a:p>
            <a:pPr marL="342900" lvl="0" indent="-342900">
              <a:buFont typeface="Wingdings" panose="05000000000000000000" pitchFamily="2" charset="2"/>
              <a:buChar char="Ø"/>
            </a:pPr>
            <a:r>
              <a:rPr lang="es-ES" sz="2000" dirty="0">
                <a:effectLst/>
                <a:ea typeface="Calibri" panose="020F0502020204030204" pitchFamily="34" charset="0"/>
              </a:rPr>
              <a:t>Flujómetro digital (Dosificador)</a:t>
            </a:r>
            <a:r>
              <a:rPr lang="es-ES" sz="2000" dirty="0">
                <a:effectLst/>
                <a:ea typeface="Times New Roman" panose="02020603050405020304" pitchFamily="18" charset="0"/>
              </a:rPr>
              <a:t> </a:t>
            </a:r>
            <a:endParaRPr lang="es-BO" sz="2000" dirty="0">
              <a:effectLst/>
              <a:ea typeface="Times New Roman" panose="02020603050405020304" pitchFamily="18" charset="0"/>
            </a:endParaRPr>
          </a:p>
        </p:txBody>
      </p:sp>
      <p:sp>
        <p:nvSpPr>
          <p:cNvPr id="11" name="CuadroTexto 10">
            <a:extLst>
              <a:ext uri="{FF2B5EF4-FFF2-40B4-BE49-F238E27FC236}">
                <a16:creationId xmlns:a16="http://schemas.microsoft.com/office/drawing/2014/main" id="{4F138E78-4B29-4D42-AD76-544A318C9222}"/>
              </a:ext>
            </a:extLst>
          </p:cNvPr>
          <p:cNvSpPr txBox="1"/>
          <p:nvPr/>
        </p:nvSpPr>
        <p:spPr>
          <a:xfrm>
            <a:off x="6850887" y="5239499"/>
            <a:ext cx="3379676" cy="400110"/>
          </a:xfrm>
          <a:prstGeom prst="rect">
            <a:avLst/>
          </a:prstGeom>
          <a:solidFill>
            <a:srgbClr val="FF5050"/>
          </a:solidFill>
          <a:ln>
            <a:solidFill>
              <a:srgbClr val="FF0000"/>
            </a:solidFill>
          </a:ln>
        </p:spPr>
        <p:txBody>
          <a:bodyPr wrap="square" rtlCol="0">
            <a:spAutoFit/>
          </a:bodyPr>
          <a:lstStyle/>
          <a:p>
            <a:pPr algn="just"/>
            <a:r>
              <a:rPr lang="es-MX" sz="2000" b="0" i="0" dirty="0">
                <a:effectLst/>
              </a:rPr>
              <a:t>Flujómetro digital (Dosificador)</a:t>
            </a:r>
          </a:p>
        </p:txBody>
      </p:sp>
      <p:sp>
        <p:nvSpPr>
          <p:cNvPr id="2" name="CuadroTexto 1">
            <a:extLst>
              <a:ext uri="{FF2B5EF4-FFF2-40B4-BE49-F238E27FC236}">
                <a16:creationId xmlns:a16="http://schemas.microsoft.com/office/drawing/2014/main" id="{CBCC9C1D-6C37-03C0-E19C-37A56FEFBE6E}"/>
              </a:ext>
            </a:extLst>
          </p:cNvPr>
          <p:cNvSpPr txBox="1"/>
          <p:nvPr/>
        </p:nvSpPr>
        <p:spPr>
          <a:xfrm>
            <a:off x="1535489" y="6003794"/>
            <a:ext cx="2829697" cy="369332"/>
          </a:xfrm>
          <a:prstGeom prst="rect">
            <a:avLst/>
          </a:prstGeom>
          <a:noFill/>
        </p:spPr>
        <p:txBody>
          <a:bodyPr wrap="square" rtlCol="0">
            <a:spAutoFit/>
          </a:bodyPr>
          <a:lstStyle/>
          <a:p>
            <a:r>
              <a:rPr lang="es-BO" dirty="0"/>
              <a:t>Vista posterior del sistema</a:t>
            </a:r>
          </a:p>
        </p:txBody>
      </p:sp>
      <p:pic>
        <p:nvPicPr>
          <p:cNvPr id="9" name="Imagen 8">
            <a:extLst>
              <a:ext uri="{FF2B5EF4-FFF2-40B4-BE49-F238E27FC236}">
                <a16:creationId xmlns:a16="http://schemas.microsoft.com/office/drawing/2014/main" id="{7F19DC5F-382A-4E2E-BA7F-5F45C9D4065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4300" t="3334" r="38450"/>
          <a:stretch/>
        </p:blipFill>
        <p:spPr>
          <a:xfrm rot="5400000">
            <a:off x="6920546" y="1490970"/>
            <a:ext cx="3240358" cy="3729013"/>
          </a:xfrm>
          <a:prstGeom prst="rect">
            <a:avLst/>
          </a:prstGeom>
          <a:effectLst>
            <a:glow rad="101600">
              <a:schemeClr val="accent2">
                <a:satMod val="175000"/>
                <a:alpha val="40000"/>
              </a:schemeClr>
            </a:glow>
          </a:effectLst>
        </p:spPr>
      </p:pic>
      <p:pic>
        <p:nvPicPr>
          <p:cNvPr id="8" name="Imagen 7">
            <a:extLst>
              <a:ext uri="{FF2B5EF4-FFF2-40B4-BE49-F238E27FC236}">
                <a16:creationId xmlns:a16="http://schemas.microsoft.com/office/drawing/2014/main" id="{3DFDDC82-3BB5-4E65-AFA7-0612A89C5F0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24" r="13976"/>
          <a:stretch/>
        </p:blipFill>
        <p:spPr>
          <a:xfrm rot="5400000">
            <a:off x="718772" y="2273358"/>
            <a:ext cx="4224398" cy="3148278"/>
          </a:xfrm>
          <a:prstGeom prst="rect">
            <a:avLst/>
          </a:prstGeom>
        </p:spPr>
      </p:pic>
      <p:sp>
        <p:nvSpPr>
          <p:cNvPr id="10" name="Título 1">
            <a:extLst>
              <a:ext uri="{FF2B5EF4-FFF2-40B4-BE49-F238E27FC236}">
                <a16:creationId xmlns:a16="http://schemas.microsoft.com/office/drawing/2014/main" id="{273B6909-2A34-0784-348A-1CE264D225E1}"/>
              </a:ext>
            </a:extLst>
          </p:cNvPr>
          <p:cNvSpPr txBox="1">
            <a:spLocks/>
          </p:cNvSpPr>
          <p:nvPr/>
        </p:nvSpPr>
        <p:spPr>
          <a:xfrm>
            <a:off x="962297" y="450953"/>
            <a:ext cx="10058400" cy="820446"/>
          </a:xfrm>
          <a:prstGeom prst="rect">
            <a:avLst/>
          </a:prstGeom>
        </p:spPr>
        <p:txBody>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r>
              <a:rPr lang="es-MX" b="1" dirty="0">
                <a:effectLst>
                  <a:outerShdw blurRad="38100" dist="38100" dir="2700000" algn="tl">
                    <a:srgbClr val="000000">
                      <a:alpha val="43137"/>
                    </a:srgbClr>
                  </a:outerShdw>
                </a:effectLst>
              </a:rPr>
              <a:t>Componentes del sistema de control </a:t>
            </a:r>
          </a:p>
        </p:txBody>
      </p:sp>
      <p:sp>
        <p:nvSpPr>
          <p:cNvPr id="6" name="Rectángulo 5">
            <a:extLst>
              <a:ext uri="{FF2B5EF4-FFF2-40B4-BE49-F238E27FC236}">
                <a16:creationId xmlns:a16="http://schemas.microsoft.com/office/drawing/2014/main" id="{53029EA7-28E0-48CC-BEAC-830C4C7E1125}"/>
              </a:ext>
            </a:extLst>
          </p:cNvPr>
          <p:cNvSpPr/>
          <p:nvPr/>
        </p:nvSpPr>
        <p:spPr>
          <a:xfrm>
            <a:off x="2730499" y="4476751"/>
            <a:ext cx="439679" cy="465808"/>
          </a:xfrm>
          <a:prstGeom prst="rect">
            <a:avLst/>
          </a:prstGeom>
          <a:noFill/>
          <a:ln>
            <a:solidFill>
              <a:srgbClr val="FF0000"/>
            </a:solidFill>
            <a:prstDash val="dash"/>
          </a:ln>
          <a:effectLst>
            <a:glow rad="101600">
              <a:schemeClr val="accent2">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31" name="CuadroTexto 30">
            <a:extLst>
              <a:ext uri="{FF2B5EF4-FFF2-40B4-BE49-F238E27FC236}">
                <a16:creationId xmlns:a16="http://schemas.microsoft.com/office/drawing/2014/main" id="{B6C52811-80C3-6F6B-A502-756A94C2E0D4}"/>
              </a:ext>
            </a:extLst>
          </p:cNvPr>
          <p:cNvSpPr txBox="1"/>
          <p:nvPr/>
        </p:nvSpPr>
        <p:spPr>
          <a:xfrm>
            <a:off x="1475147" y="3533310"/>
            <a:ext cx="4516350" cy="1546086"/>
          </a:xfrm>
          <a:prstGeom prst="cloudCallout">
            <a:avLst>
              <a:gd name="adj1" fmla="val 59305"/>
              <a:gd name="adj2" fmla="val -49668"/>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2000" dirty="0">
                <a:effectLst/>
                <a:ea typeface="Calibri" panose="020F0502020204030204" pitchFamily="34" charset="0"/>
                <a:cs typeface="Times New Roman" panose="02020603050405020304" pitchFamily="18" charset="0"/>
              </a:rPr>
              <a:t>Utilizado para la medición del caudal y volumen del líquido.</a:t>
            </a:r>
            <a:endParaRPr lang="es-BO" sz="2000" dirty="0">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21870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6"/>
                                        </p:tgtEl>
                                      </p:cBhvr>
                                    </p:animEffect>
                                    <p:set>
                                      <p:cBhvr>
                                        <p:cTn id="20" dur="1" fill="hold">
                                          <p:stCondLst>
                                            <p:cond delay="499"/>
                                          </p:stCondLst>
                                        </p:cTn>
                                        <p:tgtEl>
                                          <p:spTgt spid="6"/>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par>
                                <p:cTn id="24" presetID="10" presetClass="exit" presetSubtype="0" fill="hold" grpId="0" nodeType="withEffect">
                                  <p:stCondLst>
                                    <p:cond delay="0"/>
                                  </p:stCondLst>
                                  <p:childTnLst>
                                    <p:animEffect transition="out" filter="fade">
                                      <p:cBhvr>
                                        <p:cTn id="25" dur="500"/>
                                        <p:tgtEl>
                                          <p:spTgt spid="2"/>
                                        </p:tgtEl>
                                      </p:cBhvr>
                                    </p:animEffect>
                                    <p:set>
                                      <p:cBhvr>
                                        <p:cTn id="26" dur="1" fill="hold">
                                          <p:stCondLst>
                                            <p:cond delay="499"/>
                                          </p:stCondLst>
                                        </p:cTn>
                                        <p:tgtEl>
                                          <p:spTgt spid="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p:bldP spid="6" grpId="0" animBg="1"/>
      <p:bldP spid="6" grpId="1" animBg="1"/>
      <p:bldP spid="3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27D9BCB-603D-4672-8986-12493330448A}"/>
              </a:ext>
            </a:extLst>
          </p:cNvPr>
          <p:cNvSpPr txBox="1"/>
          <p:nvPr/>
        </p:nvSpPr>
        <p:spPr>
          <a:xfrm>
            <a:off x="1357110" y="1260254"/>
            <a:ext cx="6096000" cy="400110"/>
          </a:xfrm>
          <a:prstGeom prst="rect">
            <a:avLst/>
          </a:prstGeom>
          <a:noFill/>
        </p:spPr>
        <p:txBody>
          <a:bodyPr wrap="square">
            <a:spAutoFit/>
          </a:bodyPr>
          <a:lstStyle/>
          <a:p>
            <a:pPr marL="342900" lvl="0" indent="-342900">
              <a:buFont typeface="Wingdings" panose="05000000000000000000" pitchFamily="2" charset="2"/>
              <a:buChar char="Ø"/>
            </a:pPr>
            <a:r>
              <a:rPr lang="es-ES" sz="2000" dirty="0">
                <a:effectLst/>
                <a:ea typeface="Calibri" panose="020F0502020204030204" pitchFamily="34" charset="0"/>
              </a:rPr>
              <a:t>Sensor de presión</a:t>
            </a:r>
            <a:endParaRPr lang="es-BO" sz="2000" dirty="0">
              <a:effectLst/>
              <a:ea typeface="Times New Roman" panose="02020603050405020304" pitchFamily="18" charset="0"/>
            </a:endParaRPr>
          </a:p>
        </p:txBody>
      </p:sp>
      <p:sp>
        <p:nvSpPr>
          <p:cNvPr id="10" name="CuadroTexto 9">
            <a:extLst>
              <a:ext uri="{FF2B5EF4-FFF2-40B4-BE49-F238E27FC236}">
                <a16:creationId xmlns:a16="http://schemas.microsoft.com/office/drawing/2014/main" id="{DDC97261-AB47-4050-AF86-B38A8FDD40F2}"/>
              </a:ext>
            </a:extLst>
          </p:cNvPr>
          <p:cNvSpPr txBox="1"/>
          <p:nvPr/>
        </p:nvSpPr>
        <p:spPr>
          <a:xfrm>
            <a:off x="7327387" y="5597746"/>
            <a:ext cx="2280980" cy="432614"/>
          </a:xfrm>
          <a:prstGeom prst="rect">
            <a:avLst/>
          </a:prstGeom>
          <a:solidFill>
            <a:schemeClr val="accent4">
              <a:lumMod val="75000"/>
            </a:schemeClr>
          </a:solidFill>
          <a:ln>
            <a:solidFill>
              <a:srgbClr val="FFFF00"/>
            </a:solidFill>
          </a:ln>
        </p:spPr>
        <p:style>
          <a:lnRef idx="0">
            <a:schemeClr val="accent6"/>
          </a:lnRef>
          <a:fillRef idx="3">
            <a:schemeClr val="accent6"/>
          </a:fillRef>
          <a:effectRef idx="3">
            <a:schemeClr val="accent6"/>
          </a:effectRef>
          <a:fontRef idx="minor">
            <a:schemeClr val="lt1"/>
          </a:fontRef>
        </p:style>
        <p:txBody>
          <a:bodyPr wrap="square" rtlCol="0">
            <a:spAutoFit/>
          </a:bodyPr>
          <a:lstStyle/>
          <a:p>
            <a:pPr algn="just"/>
            <a:r>
              <a:rPr lang="es-MX" sz="2000" b="0" i="0" dirty="0">
                <a:effectLst/>
              </a:rPr>
              <a:t>Sensor de presión</a:t>
            </a:r>
          </a:p>
        </p:txBody>
      </p:sp>
      <p:pic>
        <p:nvPicPr>
          <p:cNvPr id="11" name="Imagen 10">
            <a:extLst>
              <a:ext uri="{FF2B5EF4-FFF2-40B4-BE49-F238E27FC236}">
                <a16:creationId xmlns:a16="http://schemas.microsoft.com/office/drawing/2014/main" id="{47D172DF-7D0D-43A9-8D00-295F98BAF84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9001" t="-399" r="16400" b="16400"/>
          <a:stretch/>
        </p:blipFill>
        <p:spPr>
          <a:xfrm rot="5400000">
            <a:off x="6595669" y="1860677"/>
            <a:ext cx="3744416" cy="3240360"/>
          </a:xfrm>
          <a:prstGeom prst="rect">
            <a:avLst/>
          </a:prstGeom>
          <a:effectLst>
            <a:glow rad="139700">
              <a:schemeClr val="accent4">
                <a:satMod val="175000"/>
                <a:alpha val="40000"/>
              </a:schemeClr>
            </a:glow>
          </a:effectLst>
        </p:spPr>
      </p:pic>
      <p:pic>
        <p:nvPicPr>
          <p:cNvPr id="2" name="Imagen 1">
            <a:extLst>
              <a:ext uri="{FF2B5EF4-FFF2-40B4-BE49-F238E27FC236}">
                <a16:creationId xmlns:a16="http://schemas.microsoft.com/office/drawing/2014/main" id="{B61B66CC-7CA4-FE68-5A59-32D29DFF706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24" r="13976"/>
          <a:stretch/>
        </p:blipFill>
        <p:spPr>
          <a:xfrm rot="5400000">
            <a:off x="718772" y="2273358"/>
            <a:ext cx="4224398" cy="3148278"/>
          </a:xfrm>
          <a:prstGeom prst="rect">
            <a:avLst/>
          </a:prstGeom>
        </p:spPr>
      </p:pic>
      <p:sp>
        <p:nvSpPr>
          <p:cNvPr id="6" name="Rectángulo 5">
            <a:extLst>
              <a:ext uri="{FF2B5EF4-FFF2-40B4-BE49-F238E27FC236}">
                <a16:creationId xmlns:a16="http://schemas.microsoft.com/office/drawing/2014/main" id="{6B34227A-0626-4B07-BD97-B4FB7B1C2CD3}"/>
              </a:ext>
            </a:extLst>
          </p:cNvPr>
          <p:cNvSpPr/>
          <p:nvPr/>
        </p:nvSpPr>
        <p:spPr>
          <a:xfrm>
            <a:off x="3406375" y="3597674"/>
            <a:ext cx="380766" cy="418066"/>
          </a:xfrm>
          <a:prstGeom prst="rect">
            <a:avLst/>
          </a:prstGeom>
          <a:noFill/>
          <a:ln>
            <a:solidFill>
              <a:srgbClr val="FFFF00"/>
            </a:solidFill>
            <a:prstDash val="dash"/>
          </a:ln>
          <a:effectLst>
            <a:glow rad="101600">
              <a:schemeClr val="accent4">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8" name="CuadroTexto 7">
            <a:extLst>
              <a:ext uri="{FF2B5EF4-FFF2-40B4-BE49-F238E27FC236}">
                <a16:creationId xmlns:a16="http://schemas.microsoft.com/office/drawing/2014/main" id="{42F11D26-5903-9EA9-C86B-AC0C1E89E1B4}"/>
              </a:ext>
            </a:extLst>
          </p:cNvPr>
          <p:cNvSpPr txBox="1"/>
          <p:nvPr/>
        </p:nvSpPr>
        <p:spPr>
          <a:xfrm>
            <a:off x="1416122" y="6034629"/>
            <a:ext cx="2829697" cy="317422"/>
          </a:xfrm>
          <a:prstGeom prst="rect">
            <a:avLst/>
          </a:prstGeom>
          <a:noFill/>
        </p:spPr>
        <p:txBody>
          <a:bodyPr wrap="square" rtlCol="0">
            <a:spAutoFit/>
          </a:bodyPr>
          <a:lstStyle/>
          <a:p>
            <a:r>
              <a:rPr lang="es-BO" dirty="0"/>
              <a:t>Vista posterior del sistema</a:t>
            </a:r>
          </a:p>
        </p:txBody>
      </p:sp>
      <p:sp>
        <p:nvSpPr>
          <p:cNvPr id="15" name="Título 1">
            <a:extLst>
              <a:ext uri="{FF2B5EF4-FFF2-40B4-BE49-F238E27FC236}">
                <a16:creationId xmlns:a16="http://schemas.microsoft.com/office/drawing/2014/main" id="{BD084DA0-47B2-C7A8-6453-921E4AC0F63C}"/>
              </a:ext>
            </a:extLst>
          </p:cNvPr>
          <p:cNvSpPr txBox="1">
            <a:spLocks/>
          </p:cNvSpPr>
          <p:nvPr/>
        </p:nvSpPr>
        <p:spPr>
          <a:xfrm>
            <a:off x="962297" y="450953"/>
            <a:ext cx="10058400" cy="820446"/>
          </a:xfrm>
          <a:prstGeom prst="rect">
            <a:avLst/>
          </a:prstGeom>
        </p:spPr>
        <p:txBody>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r>
              <a:rPr lang="es-MX" b="1" dirty="0">
                <a:effectLst>
                  <a:outerShdw blurRad="38100" dist="38100" dir="2700000" algn="tl">
                    <a:srgbClr val="000000">
                      <a:alpha val="43137"/>
                    </a:srgbClr>
                  </a:outerShdw>
                </a:effectLst>
              </a:rPr>
              <a:t>Componentes del sistema de control </a:t>
            </a:r>
          </a:p>
        </p:txBody>
      </p:sp>
      <p:sp>
        <p:nvSpPr>
          <p:cNvPr id="12" name="CuadroTexto 11">
            <a:extLst>
              <a:ext uri="{FF2B5EF4-FFF2-40B4-BE49-F238E27FC236}">
                <a16:creationId xmlns:a16="http://schemas.microsoft.com/office/drawing/2014/main" id="{161AC5B9-CFE5-A7BE-A2C5-BF00072FBE26}"/>
              </a:ext>
            </a:extLst>
          </p:cNvPr>
          <p:cNvSpPr txBox="1"/>
          <p:nvPr/>
        </p:nvSpPr>
        <p:spPr>
          <a:xfrm>
            <a:off x="877923" y="4015740"/>
            <a:ext cx="5056903" cy="1686639"/>
          </a:xfrm>
          <a:prstGeom prst="cloudCallout">
            <a:avLst>
              <a:gd name="adj1" fmla="val 58277"/>
              <a:gd name="adj2" fmla="val -58804"/>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just"/>
            <a:r>
              <a:rPr lang="es-ES" sz="2200" dirty="0">
                <a:effectLst/>
                <a:ea typeface="Calibri" panose="020F0502020204030204" pitchFamily="34" charset="0"/>
                <a:cs typeface="Times New Roman" panose="02020603050405020304" pitchFamily="18" charset="0"/>
              </a:rPr>
              <a:t>Es utilizado para la medición de presión relativa en el tanque.</a:t>
            </a:r>
            <a:endParaRPr lang="es-BO" sz="2200" dirty="0">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73949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6"/>
                                        </p:tgtEl>
                                      </p:cBhvr>
                                    </p:animEffect>
                                    <p:set>
                                      <p:cBhvr>
                                        <p:cTn id="20" dur="1" fill="hold">
                                          <p:stCondLst>
                                            <p:cond delay="499"/>
                                          </p:stCondLst>
                                        </p:cTn>
                                        <p:tgtEl>
                                          <p:spTgt spid="6"/>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500"/>
                                        <p:tgtEl>
                                          <p:spTgt spid="2"/>
                                        </p:tgtEl>
                                      </p:cBhvr>
                                    </p:animEffect>
                                    <p:set>
                                      <p:cBhvr>
                                        <p:cTn id="23" dur="1" fill="hold">
                                          <p:stCondLst>
                                            <p:cond delay="499"/>
                                          </p:stCondLst>
                                        </p:cTn>
                                        <p:tgtEl>
                                          <p:spTgt spid="2"/>
                                        </p:tgtEl>
                                        <p:attrNameLst>
                                          <p:attrName>style.visibility</p:attrName>
                                        </p:attrNameLst>
                                      </p:cBhvr>
                                      <p:to>
                                        <p:strVal val="hidden"/>
                                      </p:to>
                                    </p:set>
                                  </p:childTnLst>
                                </p:cTn>
                              </p:par>
                              <p:par>
                                <p:cTn id="24" presetID="10" presetClass="exit" presetSubtype="0" fill="hold" grpId="0" nodeType="withEffect">
                                  <p:stCondLst>
                                    <p:cond delay="0"/>
                                  </p:stCondLst>
                                  <p:childTnLst>
                                    <p:animEffect transition="out" filter="fade">
                                      <p:cBhvr>
                                        <p:cTn id="25" dur="500"/>
                                        <p:tgtEl>
                                          <p:spTgt spid="8"/>
                                        </p:tgtEl>
                                      </p:cBhvr>
                                    </p:animEffect>
                                    <p:set>
                                      <p:cBhvr>
                                        <p:cTn id="26" dur="1" fill="hold">
                                          <p:stCondLst>
                                            <p:cond delay="499"/>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 grpId="0" animBg="1"/>
      <p:bldP spid="6" grpId="1" animBg="1"/>
      <p:bldP spid="8" grpId="0"/>
      <p:bldP spid="1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5708E23-1CB2-4AED-B446-E4AAA7EAC1C9}"/>
              </a:ext>
            </a:extLst>
          </p:cNvPr>
          <p:cNvSpPr txBox="1"/>
          <p:nvPr/>
        </p:nvSpPr>
        <p:spPr>
          <a:xfrm>
            <a:off x="1385137" y="1265846"/>
            <a:ext cx="9073008" cy="400110"/>
          </a:xfrm>
          <a:prstGeom prst="rect">
            <a:avLst/>
          </a:prstGeom>
          <a:noFill/>
        </p:spPr>
        <p:txBody>
          <a:bodyPr wrap="square">
            <a:spAutoFit/>
          </a:bodyPr>
          <a:lstStyle/>
          <a:p>
            <a:pPr marL="342900" lvl="0" indent="-342900">
              <a:buFont typeface="Wingdings" panose="05000000000000000000" pitchFamily="2" charset="2"/>
              <a:buChar char="Ø"/>
            </a:pPr>
            <a:r>
              <a:rPr lang="es-ES" sz="2000" dirty="0">
                <a:effectLst/>
                <a:ea typeface="Calibri" panose="020F0502020204030204" pitchFamily="34" charset="0"/>
              </a:rPr>
              <a:t>Sensores de temperatura TC (Termocupla</a:t>
            </a:r>
            <a:r>
              <a:rPr lang="es-ES" sz="2000" b="1" i="1" dirty="0">
                <a:effectLst/>
                <a:ea typeface="Calibri" panose="020F0502020204030204" pitchFamily="34" charset="0"/>
              </a:rPr>
              <a:t>) y RTD (Resistivo)</a:t>
            </a:r>
            <a:r>
              <a:rPr lang="es-ES" sz="2000" b="1" i="1" dirty="0">
                <a:effectLst/>
                <a:ea typeface="Times New Roman" panose="02020603050405020304" pitchFamily="18" charset="0"/>
              </a:rPr>
              <a:t> </a:t>
            </a:r>
            <a:endParaRPr lang="es-BO" sz="2000" b="1" i="1" dirty="0">
              <a:effectLst/>
              <a:ea typeface="Times New Roman" panose="02020603050405020304" pitchFamily="18" charset="0"/>
            </a:endParaRPr>
          </a:p>
        </p:txBody>
      </p:sp>
      <p:sp>
        <p:nvSpPr>
          <p:cNvPr id="12" name="CuadroTexto 11">
            <a:extLst>
              <a:ext uri="{FF2B5EF4-FFF2-40B4-BE49-F238E27FC236}">
                <a16:creationId xmlns:a16="http://schemas.microsoft.com/office/drawing/2014/main" id="{BA758DFA-4F46-46E1-AC45-69947A0D1576}"/>
              </a:ext>
            </a:extLst>
          </p:cNvPr>
          <p:cNvSpPr txBox="1"/>
          <p:nvPr/>
        </p:nvSpPr>
        <p:spPr>
          <a:xfrm>
            <a:off x="4797634" y="4843442"/>
            <a:ext cx="2849240" cy="369332"/>
          </a:xfrm>
          <a:prstGeom prst="rect">
            <a:avLst/>
          </a:prstGeom>
          <a:solidFill>
            <a:srgbClr val="FF5050"/>
          </a:solidFill>
          <a:ln>
            <a:solidFill>
              <a:schemeClr val="tx1"/>
            </a:solidFill>
          </a:ln>
        </p:spPr>
        <p:txBody>
          <a:bodyPr wrap="square" rtlCol="0">
            <a:spAutoFit/>
          </a:bodyPr>
          <a:lstStyle/>
          <a:p>
            <a:pPr algn="ctr"/>
            <a:r>
              <a:rPr lang="es-MX" b="0" i="0" dirty="0">
                <a:effectLst/>
              </a:rPr>
              <a:t>Sensor de temperatura RTD</a:t>
            </a:r>
          </a:p>
        </p:txBody>
      </p:sp>
      <p:sp>
        <p:nvSpPr>
          <p:cNvPr id="19" name="CuadroTexto 18">
            <a:extLst>
              <a:ext uri="{FF2B5EF4-FFF2-40B4-BE49-F238E27FC236}">
                <a16:creationId xmlns:a16="http://schemas.microsoft.com/office/drawing/2014/main" id="{D629E388-8C18-4143-A415-B752A8C9E041}"/>
              </a:ext>
            </a:extLst>
          </p:cNvPr>
          <p:cNvSpPr txBox="1"/>
          <p:nvPr/>
        </p:nvSpPr>
        <p:spPr>
          <a:xfrm>
            <a:off x="4706390" y="2183835"/>
            <a:ext cx="2737251" cy="369332"/>
          </a:xfrm>
          <a:prstGeom prst="rect">
            <a:avLst/>
          </a:prstGeom>
          <a:solidFill>
            <a:schemeClr val="accent4">
              <a:lumMod val="60000"/>
              <a:lumOff val="40000"/>
            </a:schemeClr>
          </a:solidFill>
          <a:ln>
            <a:solidFill>
              <a:schemeClr val="tx1"/>
            </a:solidFill>
          </a:ln>
        </p:spPr>
        <p:txBody>
          <a:bodyPr wrap="square" rtlCol="0">
            <a:spAutoFit/>
          </a:bodyPr>
          <a:lstStyle/>
          <a:p>
            <a:pPr algn="ctr"/>
            <a:r>
              <a:rPr lang="es-MX" dirty="0"/>
              <a:t>Sensor de temperatura TC</a:t>
            </a:r>
            <a:endParaRPr lang="es-MX" b="0" i="0" dirty="0">
              <a:effectLst/>
            </a:endParaRPr>
          </a:p>
        </p:txBody>
      </p:sp>
      <p:sp>
        <p:nvSpPr>
          <p:cNvPr id="2" name="CuadroTexto 1">
            <a:extLst>
              <a:ext uri="{FF2B5EF4-FFF2-40B4-BE49-F238E27FC236}">
                <a16:creationId xmlns:a16="http://schemas.microsoft.com/office/drawing/2014/main" id="{2C3B75E8-8C09-A7FA-319E-FE775B50F1AF}"/>
              </a:ext>
            </a:extLst>
          </p:cNvPr>
          <p:cNvSpPr txBox="1"/>
          <p:nvPr/>
        </p:nvSpPr>
        <p:spPr>
          <a:xfrm>
            <a:off x="1416122" y="6054262"/>
            <a:ext cx="2829697" cy="369332"/>
          </a:xfrm>
          <a:prstGeom prst="rect">
            <a:avLst/>
          </a:prstGeom>
          <a:noFill/>
        </p:spPr>
        <p:txBody>
          <a:bodyPr wrap="square" rtlCol="0">
            <a:spAutoFit/>
          </a:bodyPr>
          <a:lstStyle/>
          <a:p>
            <a:r>
              <a:rPr lang="es-BO" dirty="0"/>
              <a:t>Vista posterior del sistema</a:t>
            </a:r>
          </a:p>
        </p:txBody>
      </p:sp>
      <p:pic>
        <p:nvPicPr>
          <p:cNvPr id="15" name="Imagen 14">
            <a:extLst>
              <a:ext uri="{FF2B5EF4-FFF2-40B4-BE49-F238E27FC236}">
                <a16:creationId xmlns:a16="http://schemas.microsoft.com/office/drawing/2014/main" id="{7CD2E75B-B37B-4679-BACE-5DCC726E4D4B}"/>
              </a:ext>
            </a:extLst>
          </p:cNvPr>
          <p:cNvPicPr>
            <a:picLocks noChangeAspect="1"/>
          </p:cNvPicPr>
          <p:nvPr/>
        </p:nvPicPr>
        <p:blipFill rotWithShape="1">
          <a:blip r:embed="rId3">
            <a:extLst>
              <a:ext uri="{28A0092B-C50C-407E-A947-70E740481C1C}">
                <a14:useLocalDpi xmlns:a14="http://schemas.microsoft.com/office/drawing/2010/main" val="0"/>
              </a:ext>
            </a:extLst>
          </a:blip>
          <a:srcRect l="50459" t="29555" r="36583" b="44356"/>
          <a:stretch/>
        </p:blipFill>
        <p:spPr>
          <a:xfrm>
            <a:off x="7923285" y="4062741"/>
            <a:ext cx="2044647" cy="1896955"/>
          </a:xfrm>
          <a:prstGeom prst="rect">
            <a:avLst/>
          </a:prstGeom>
        </p:spPr>
      </p:pic>
      <p:pic>
        <p:nvPicPr>
          <p:cNvPr id="22" name="Imagen 21">
            <a:extLst>
              <a:ext uri="{FF2B5EF4-FFF2-40B4-BE49-F238E27FC236}">
                <a16:creationId xmlns:a16="http://schemas.microsoft.com/office/drawing/2014/main" id="{DD91A572-6F43-4B2A-8D92-0A07B9D961C9}"/>
              </a:ext>
            </a:extLst>
          </p:cNvPr>
          <p:cNvPicPr>
            <a:picLocks noChangeAspect="1"/>
          </p:cNvPicPr>
          <p:nvPr/>
        </p:nvPicPr>
        <p:blipFill rotWithShape="1">
          <a:blip r:embed="rId3">
            <a:extLst>
              <a:ext uri="{28A0092B-C50C-407E-A947-70E740481C1C}">
                <a14:useLocalDpi xmlns:a14="http://schemas.microsoft.com/office/drawing/2010/main" val="0"/>
              </a:ext>
            </a:extLst>
          </a:blip>
          <a:srcRect l="27989" t="31269" r="55135" b="34415"/>
          <a:stretch/>
        </p:blipFill>
        <p:spPr>
          <a:xfrm>
            <a:off x="7866481" y="1629434"/>
            <a:ext cx="2024656" cy="1896955"/>
          </a:xfrm>
          <a:prstGeom prst="rect">
            <a:avLst/>
          </a:prstGeom>
        </p:spPr>
      </p:pic>
      <p:pic>
        <p:nvPicPr>
          <p:cNvPr id="4" name="Imagen 3">
            <a:extLst>
              <a:ext uri="{FF2B5EF4-FFF2-40B4-BE49-F238E27FC236}">
                <a16:creationId xmlns:a16="http://schemas.microsoft.com/office/drawing/2014/main" id="{DEEB956A-3070-8B40-B01D-03452707BA2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924" r="13976"/>
          <a:stretch/>
        </p:blipFill>
        <p:spPr>
          <a:xfrm rot="5400000">
            <a:off x="718772" y="2273358"/>
            <a:ext cx="4224398" cy="3148278"/>
          </a:xfrm>
          <a:prstGeom prst="rect">
            <a:avLst/>
          </a:prstGeom>
        </p:spPr>
      </p:pic>
      <p:sp>
        <p:nvSpPr>
          <p:cNvPr id="16" name="Título 1">
            <a:extLst>
              <a:ext uri="{FF2B5EF4-FFF2-40B4-BE49-F238E27FC236}">
                <a16:creationId xmlns:a16="http://schemas.microsoft.com/office/drawing/2014/main" id="{A7309BB0-E8A5-2F77-79D8-BB5CD5587AE6}"/>
              </a:ext>
            </a:extLst>
          </p:cNvPr>
          <p:cNvSpPr txBox="1">
            <a:spLocks/>
          </p:cNvSpPr>
          <p:nvPr/>
        </p:nvSpPr>
        <p:spPr>
          <a:xfrm>
            <a:off x="962297" y="450953"/>
            <a:ext cx="10058400" cy="820446"/>
          </a:xfrm>
          <a:prstGeom prst="rect">
            <a:avLst/>
          </a:prstGeom>
        </p:spPr>
        <p:txBody>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r>
              <a:rPr lang="es-MX" b="1" dirty="0">
                <a:effectLst>
                  <a:outerShdw blurRad="38100" dist="38100" dir="2700000" algn="tl">
                    <a:srgbClr val="000000">
                      <a:alpha val="43137"/>
                    </a:srgbClr>
                  </a:outerShdw>
                </a:effectLst>
              </a:rPr>
              <a:t>Componentes del sistema de control </a:t>
            </a:r>
          </a:p>
        </p:txBody>
      </p:sp>
      <p:sp>
        <p:nvSpPr>
          <p:cNvPr id="18" name="Rectángulo 17">
            <a:extLst>
              <a:ext uri="{FF2B5EF4-FFF2-40B4-BE49-F238E27FC236}">
                <a16:creationId xmlns:a16="http://schemas.microsoft.com/office/drawing/2014/main" id="{6F1443D6-8727-F6AF-C1BF-7375293A8771}"/>
              </a:ext>
            </a:extLst>
          </p:cNvPr>
          <p:cNvSpPr/>
          <p:nvPr/>
        </p:nvSpPr>
        <p:spPr>
          <a:xfrm>
            <a:off x="3097929" y="3595150"/>
            <a:ext cx="380766" cy="418066"/>
          </a:xfrm>
          <a:prstGeom prst="rect">
            <a:avLst/>
          </a:prstGeom>
          <a:noFill/>
          <a:ln>
            <a:solidFill>
              <a:srgbClr val="FFFF00"/>
            </a:solidFill>
            <a:prstDash val="dash"/>
          </a:ln>
          <a:effectLst>
            <a:glow rad="101600">
              <a:schemeClr val="accent4">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20" name="Rectángulo 19">
            <a:extLst>
              <a:ext uri="{FF2B5EF4-FFF2-40B4-BE49-F238E27FC236}">
                <a16:creationId xmlns:a16="http://schemas.microsoft.com/office/drawing/2014/main" id="{C343DF28-CFEF-6F44-CAC9-73635C4795C3}"/>
              </a:ext>
            </a:extLst>
          </p:cNvPr>
          <p:cNvSpPr/>
          <p:nvPr/>
        </p:nvSpPr>
        <p:spPr>
          <a:xfrm>
            <a:off x="3751519" y="3595150"/>
            <a:ext cx="380766" cy="418066"/>
          </a:xfrm>
          <a:prstGeom prst="rect">
            <a:avLst/>
          </a:prstGeom>
          <a:noFill/>
          <a:ln>
            <a:solidFill>
              <a:srgbClr val="FF0000"/>
            </a:solidFill>
            <a:prstDash val="dash"/>
          </a:ln>
          <a:effectLst>
            <a:glow rad="139700">
              <a:schemeClr val="accent2">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pic>
        <p:nvPicPr>
          <p:cNvPr id="23" name="Imagen 22">
            <a:extLst>
              <a:ext uri="{FF2B5EF4-FFF2-40B4-BE49-F238E27FC236}">
                <a16:creationId xmlns:a16="http://schemas.microsoft.com/office/drawing/2014/main" id="{E944E3B8-E799-4C46-BC17-8C0F4C0195FA}"/>
              </a:ext>
            </a:extLst>
          </p:cNvPr>
          <p:cNvPicPr>
            <a:picLocks noChangeAspect="1"/>
          </p:cNvPicPr>
          <p:nvPr/>
        </p:nvPicPr>
        <p:blipFill rotWithShape="1">
          <a:blip r:embed="rId3">
            <a:extLst>
              <a:ext uri="{28A0092B-C50C-407E-A947-70E740481C1C}">
                <a14:useLocalDpi xmlns:a14="http://schemas.microsoft.com/office/drawing/2010/main" val="0"/>
              </a:ext>
            </a:extLst>
          </a:blip>
          <a:srcRect l="50459" t="29555" r="36583" b="44356"/>
          <a:stretch/>
        </p:blipFill>
        <p:spPr>
          <a:xfrm>
            <a:off x="6859630" y="2131980"/>
            <a:ext cx="3229632" cy="2996344"/>
          </a:xfrm>
          <a:prstGeom prst="rect">
            <a:avLst/>
          </a:prstGeom>
        </p:spPr>
      </p:pic>
      <p:sp>
        <p:nvSpPr>
          <p:cNvPr id="13" name="CuadroTexto 12">
            <a:extLst>
              <a:ext uri="{FF2B5EF4-FFF2-40B4-BE49-F238E27FC236}">
                <a16:creationId xmlns:a16="http://schemas.microsoft.com/office/drawing/2014/main" id="{8507A583-54C8-2768-3E5D-691578B847C4}"/>
              </a:ext>
            </a:extLst>
          </p:cNvPr>
          <p:cNvSpPr txBox="1"/>
          <p:nvPr/>
        </p:nvSpPr>
        <p:spPr>
          <a:xfrm>
            <a:off x="558914" y="3071046"/>
            <a:ext cx="5733708" cy="2483108"/>
          </a:xfrm>
          <a:prstGeom prst="cloudCallout">
            <a:avLst>
              <a:gd name="adj1" fmla="val 55868"/>
              <a:gd name="adj2" fmla="val -46997"/>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just"/>
            <a:r>
              <a:rPr lang="es-ES" sz="2000" b="1" dirty="0">
                <a:solidFill>
                  <a:schemeClr val="tx1"/>
                </a:solidFill>
                <a:effectLst/>
                <a:ea typeface="Calibri" panose="020F0502020204030204" pitchFamily="34" charset="0"/>
                <a:cs typeface="Times New Roman" panose="02020603050405020304" pitchFamily="18" charset="0"/>
              </a:rPr>
              <a:t>Sensores de temperatura TC/RTD</a:t>
            </a:r>
            <a:r>
              <a:rPr lang="es-ES" sz="2000" dirty="0">
                <a:solidFill>
                  <a:schemeClr val="tx1"/>
                </a:solidFill>
                <a:effectLst/>
                <a:ea typeface="Calibri" panose="020F0502020204030204" pitchFamily="34" charset="0"/>
                <a:cs typeface="Times New Roman" panose="02020603050405020304" pitchFamily="18" charset="0"/>
              </a:rPr>
              <a:t>: </a:t>
            </a:r>
            <a:r>
              <a:rPr lang="es-ES" sz="2000" dirty="0">
                <a:effectLst/>
                <a:ea typeface="Calibri" panose="020F0502020204030204" pitchFamily="34" charset="0"/>
                <a:cs typeface="Times New Roman" panose="02020603050405020304" pitchFamily="18" charset="0"/>
              </a:rPr>
              <a:t>Están conectados al controlador de temperatura para dar mediciones de la temperatura del líquido.</a:t>
            </a:r>
            <a:endParaRPr lang="es-BO" sz="2000" dirty="0">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50466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1" nodeType="clickEffect">
                                  <p:stCondLst>
                                    <p:cond delay="0"/>
                                  </p:stCondLst>
                                  <p:childTnLst>
                                    <p:animEffect transition="out" filter="fade">
                                      <p:cBhvr>
                                        <p:cTn id="22" dur="500"/>
                                        <p:tgtEl>
                                          <p:spTgt spid="18"/>
                                        </p:tgtEl>
                                      </p:cBhvr>
                                    </p:animEffect>
                                    <p:set>
                                      <p:cBhvr>
                                        <p:cTn id="23" dur="1" fill="hold">
                                          <p:stCondLst>
                                            <p:cond delay="499"/>
                                          </p:stCondLst>
                                        </p:cTn>
                                        <p:tgtEl>
                                          <p:spTgt spid="18"/>
                                        </p:tgtEl>
                                        <p:attrNameLst>
                                          <p:attrName>style.visibility</p:attrName>
                                        </p:attrNameLst>
                                      </p:cBhvr>
                                      <p:to>
                                        <p:strVal val="hidden"/>
                                      </p:to>
                                    </p:set>
                                  </p:childTnLst>
                                </p:cTn>
                              </p:par>
                              <p:par>
                                <p:cTn id="24" presetID="10" presetClass="exit" presetSubtype="0" fill="hold" grpId="1" nodeType="withEffect">
                                  <p:stCondLst>
                                    <p:cond delay="0"/>
                                  </p:stCondLst>
                                  <p:childTnLst>
                                    <p:animEffect transition="out" filter="fade">
                                      <p:cBhvr>
                                        <p:cTn id="25" dur="500"/>
                                        <p:tgtEl>
                                          <p:spTgt spid="20"/>
                                        </p:tgtEl>
                                      </p:cBhvr>
                                    </p:animEffect>
                                    <p:set>
                                      <p:cBhvr>
                                        <p:cTn id="26" dur="1" fill="hold">
                                          <p:stCondLst>
                                            <p:cond delay="499"/>
                                          </p:stCondLst>
                                        </p:cTn>
                                        <p:tgtEl>
                                          <p:spTgt spid="20"/>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500"/>
                                        <p:tgtEl>
                                          <p:spTgt spid="4"/>
                                        </p:tgtEl>
                                      </p:cBhvr>
                                    </p:animEffect>
                                    <p:set>
                                      <p:cBhvr>
                                        <p:cTn id="29" dur="1" fill="hold">
                                          <p:stCondLst>
                                            <p:cond delay="499"/>
                                          </p:stCondLst>
                                        </p:cTn>
                                        <p:tgtEl>
                                          <p:spTgt spid="4"/>
                                        </p:tgtEl>
                                        <p:attrNameLst>
                                          <p:attrName>style.visibility</p:attrName>
                                        </p:attrNameLst>
                                      </p:cBhvr>
                                      <p:to>
                                        <p:strVal val="hidden"/>
                                      </p:to>
                                    </p:set>
                                  </p:childTnLst>
                                </p:cTn>
                              </p:par>
                              <p:par>
                                <p:cTn id="30" presetID="10" presetClass="exit" presetSubtype="0" fill="hold" grpId="0" nodeType="withEffect">
                                  <p:stCondLst>
                                    <p:cond delay="0"/>
                                  </p:stCondLst>
                                  <p:childTnLst>
                                    <p:animEffect transition="out" filter="fade">
                                      <p:cBhvr>
                                        <p:cTn id="31" dur="500"/>
                                        <p:tgtEl>
                                          <p:spTgt spid="2"/>
                                        </p:tgtEl>
                                      </p:cBhvr>
                                    </p:animEffect>
                                    <p:set>
                                      <p:cBhvr>
                                        <p:cTn id="32" dur="1" fill="hold">
                                          <p:stCondLst>
                                            <p:cond delay="499"/>
                                          </p:stCondLst>
                                        </p:cTn>
                                        <p:tgtEl>
                                          <p:spTgt spid="2"/>
                                        </p:tgtEl>
                                        <p:attrNameLst>
                                          <p:attrName>style.visibility</p:attrName>
                                        </p:attrNameLst>
                                      </p:cBhvr>
                                      <p:to>
                                        <p:strVal val="hidden"/>
                                      </p:to>
                                    </p:set>
                                  </p:childTnLst>
                                </p:cTn>
                              </p:par>
                              <p:par>
                                <p:cTn id="33" presetID="10" presetClass="exit" presetSubtype="0" fill="hold" grpId="1" nodeType="withEffect">
                                  <p:stCondLst>
                                    <p:cond delay="0"/>
                                  </p:stCondLst>
                                  <p:childTnLst>
                                    <p:animEffect transition="out" filter="fade">
                                      <p:cBhvr>
                                        <p:cTn id="34" dur="500"/>
                                        <p:tgtEl>
                                          <p:spTgt spid="19"/>
                                        </p:tgtEl>
                                      </p:cBhvr>
                                    </p:animEffect>
                                    <p:set>
                                      <p:cBhvr>
                                        <p:cTn id="35" dur="1" fill="hold">
                                          <p:stCondLst>
                                            <p:cond delay="499"/>
                                          </p:stCondLst>
                                        </p:cTn>
                                        <p:tgtEl>
                                          <p:spTgt spid="19"/>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500"/>
                                        <p:tgtEl>
                                          <p:spTgt spid="22"/>
                                        </p:tgtEl>
                                      </p:cBhvr>
                                    </p:animEffect>
                                    <p:set>
                                      <p:cBhvr>
                                        <p:cTn id="38" dur="1" fill="hold">
                                          <p:stCondLst>
                                            <p:cond delay="499"/>
                                          </p:stCondLst>
                                        </p:cTn>
                                        <p:tgtEl>
                                          <p:spTgt spid="22"/>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500"/>
                                        <p:tgtEl>
                                          <p:spTgt spid="12"/>
                                        </p:tgtEl>
                                      </p:cBhvr>
                                    </p:animEffect>
                                    <p:set>
                                      <p:cBhvr>
                                        <p:cTn id="41" dur="1" fill="hold">
                                          <p:stCondLst>
                                            <p:cond delay="499"/>
                                          </p:stCondLst>
                                        </p:cTn>
                                        <p:tgtEl>
                                          <p:spTgt spid="12"/>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43" dur="500"/>
                                        <p:tgtEl>
                                          <p:spTgt spid="15"/>
                                        </p:tgtEl>
                                      </p:cBhvr>
                                    </p:animEffect>
                                    <p:set>
                                      <p:cBhvr>
                                        <p:cTn id="44" dur="1" fill="hold">
                                          <p:stCondLst>
                                            <p:cond delay="499"/>
                                          </p:stCondLst>
                                        </p:cTn>
                                        <p:tgtEl>
                                          <p:spTgt spid="1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9" grpId="0" animBg="1"/>
      <p:bldP spid="19" grpId="1" animBg="1"/>
      <p:bldP spid="2" grpId="0"/>
      <p:bldP spid="18" grpId="0" animBg="1"/>
      <p:bldP spid="18" grpId="1" animBg="1"/>
      <p:bldP spid="20" grpId="0" animBg="1"/>
      <p:bldP spid="20" grpId="1" animBg="1"/>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A324663-5997-409B-9D20-DB347513F8F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900" r="16400"/>
          <a:stretch/>
        </p:blipFill>
        <p:spPr>
          <a:xfrm rot="5400000">
            <a:off x="1090200" y="2362423"/>
            <a:ext cx="4371609" cy="3164818"/>
          </a:xfrm>
          <a:prstGeom prst="rect">
            <a:avLst/>
          </a:prstGeom>
        </p:spPr>
      </p:pic>
      <p:sp>
        <p:nvSpPr>
          <p:cNvPr id="7" name="CuadroTexto 6">
            <a:extLst>
              <a:ext uri="{FF2B5EF4-FFF2-40B4-BE49-F238E27FC236}">
                <a16:creationId xmlns:a16="http://schemas.microsoft.com/office/drawing/2014/main" id="{27E82171-776A-4D2E-B99D-A629FC84D670}"/>
              </a:ext>
            </a:extLst>
          </p:cNvPr>
          <p:cNvSpPr txBox="1"/>
          <p:nvPr/>
        </p:nvSpPr>
        <p:spPr>
          <a:xfrm>
            <a:off x="1083623" y="1275913"/>
            <a:ext cx="10945216" cy="400110"/>
          </a:xfrm>
          <a:prstGeom prst="rect">
            <a:avLst/>
          </a:prstGeom>
          <a:noFill/>
        </p:spPr>
        <p:txBody>
          <a:bodyPr wrap="square">
            <a:spAutoFit/>
          </a:bodyPr>
          <a:lstStyle/>
          <a:p>
            <a:pPr marL="342900" lvl="0" indent="-342900">
              <a:buFont typeface="Wingdings" panose="05000000000000000000" pitchFamily="2" charset="2"/>
              <a:buChar char="Ø"/>
            </a:pPr>
            <a:r>
              <a:rPr lang="es-ES" sz="2000" dirty="0">
                <a:effectLst/>
                <a:ea typeface="Calibri" panose="020F0502020204030204" pitchFamily="34" charset="0"/>
              </a:rPr>
              <a:t>Controlador Lógico Programable (PLC)  y Modulo de expansión  </a:t>
            </a:r>
            <a:r>
              <a:rPr lang="es-ES" sz="2000" b="1" i="1" dirty="0">
                <a:effectLst/>
                <a:latin typeface="Calibri" panose="020F0502020204030204" pitchFamily="34" charset="0"/>
                <a:ea typeface="Calibri" panose="020F0502020204030204" pitchFamily="34" charset="0"/>
              </a:rPr>
              <a:t>1762 E/S</a:t>
            </a:r>
            <a:endParaRPr lang="es-BO" sz="2000" b="1" i="1" dirty="0">
              <a:effectLst/>
              <a:latin typeface="Times New Roman" panose="02020603050405020304" pitchFamily="18" charset="0"/>
              <a:ea typeface="Times New Roman" panose="02020603050405020304" pitchFamily="18" charset="0"/>
            </a:endParaRPr>
          </a:p>
        </p:txBody>
      </p:sp>
      <p:sp>
        <p:nvSpPr>
          <p:cNvPr id="15" name="Rectángulo 14">
            <a:extLst>
              <a:ext uri="{FF2B5EF4-FFF2-40B4-BE49-F238E27FC236}">
                <a16:creationId xmlns:a16="http://schemas.microsoft.com/office/drawing/2014/main" id="{9501573E-3E2B-4040-B8D4-5BB365A8DD0E}"/>
              </a:ext>
            </a:extLst>
          </p:cNvPr>
          <p:cNvSpPr/>
          <p:nvPr/>
        </p:nvSpPr>
        <p:spPr>
          <a:xfrm>
            <a:off x="3688761" y="2868764"/>
            <a:ext cx="417742" cy="369332"/>
          </a:xfrm>
          <a:prstGeom prst="rect">
            <a:avLst/>
          </a:prstGeom>
          <a:noFill/>
          <a:ln>
            <a:solidFill>
              <a:srgbClr val="00B0F0"/>
            </a:solidFill>
            <a:prstDash val="dash"/>
          </a:ln>
          <a:effectLst>
            <a:glow rad="228600">
              <a:schemeClr val="accent5">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21" name="Rectángulo 20">
            <a:extLst>
              <a:ext uri="{FF2B5EF4-FFF2-40B4-BE49-F238E27FC236}">
                <a16:creationId xmlns:a16="http://schemas.microsoft.com/office/drawing/2014/main" id="{4ECD04F4-F679-4AEB-919B-0B37B708576F}"/>
              </a:ext>
            </a:extLst>
          </p:cNvPr>
          <p:cNvSpPr/>
          <p:nvPr/>
        </p:nvSpPr>
        <p:spPr>
          <a:xfrm>
            <a:off x="6247837" y="1797936"/>
            <a:ext cx="4248472" cy="2880320"/>
          </a:xfrm>
          <a:prstGeom prst="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rgbClr val="00B0F0"/>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dirty="0"/>
          </a:p>
        </p:txBody>
      </p:sp>
      <p:sp>
        <p:nvSpPr>
          <p:cNvPr id="25" name="CuadroTexto 24">
            <a:extLst>
              <a:ext uri="{FF2B5EF4-FFF2-40B4-BE49-F238E27FC236}">
                <a16:creationId xmlns:a16="http://schemas.microsoft.com/office/drawing/2014/main" id="{357C54AC-43AA-458F-B668-FD01D78F7EE5}"/>
              </a:ext>
            </a:extLst>
          </p:cNvPr>
          <p:cNvSpPr txBox="1"/>
          <p:nvPr/>
        </p:nvSpPr>
        <p:spPr>
          <a:xfrm>
            <a:off x="2125488" y="6037715"/>
            <a:ext cx="2494081" cy="369332"/>
          </a:xfrm>
          <a:prstGeom prst="rect">
            <a:avLst/>
          </a:prstGeom>
          <a:noFill/>
        </p:spPr>
        <p:txBody>
          <a:bodyPr wrap="square">
            <a:spAutoFit/>
          </a:bodyPr>
          <a:lstStyle/>
          <a:p>
            <a:r>
              <a:rPr lang="es-BO" i="1" dirty="0"/>
              <a:t>Vista frontal del sistema</a:t>
            </a:r>
          </a:p>
        </p:txBody>
      </p:sp>
      <p:sp>
        <p:nvSpPr>
          <p:cNvPr id="30" name="Rectángulo 29">
            <a:extLst>
              <a:ext uri="{FF2B5EF4-FFF2-40B4-BE49-F238E27FC236}">
                <a16:creationId xmlns:a16="http://schemas.microsoft.com/office/drawing/2014/main" id="{5007CC26-FA5C-4B2C-A60E-09AFE6C81C68}"/>
              </a:ext>
            </a:extLst>
          </p:cNvPr>
          <p:cNvSpPr/>
          <p:nvPr/>
        </p:nvSpPr>
        <p:spPr>
          <a:xfrm>
            <a:off x="6430366" y="2152380"/>
            <a:ext cx="2880320" cy="2525876"/>
          </a:xfrm>
          <a:prstGeom prst="rect">
            <a:avLst/>
          </a:prstGeom>
          <a:noFill/>
          <a:ln>
            <a:solidFill>
              <a:srgbClr val="FFFF00"/>
            </a:solidFill>
            <a:prstDash val="dash"/>
          </a:ln>
          <a:effectLst>
            <a:glow rad="228600">
              <a:srgbClr val="FFFF00">
                <a:alpha val="40000"/>
              </a:srgb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31" name="Rectángulo 30">
            <a:extLst>
              <a:ext uri="{FF2B5EF4-FFF2-40B4-BE49-F238E27FC236}">
                <a16:creationId xmlns:a16="http://schemas.microsoft.com/office/drawing/2014/main" id="{1735CDF5-38DD-4F18-AD68-C62A16AFBBF5}"/>
              </a:ext>
            </a:extLst>
          </p:cNvPr>
          <p:cNvSpPr/>
          <p:nvPr/>
        </p:nvSpPr>
        <p:spPr>
          <a:xfrm>
            <a:off x="9344181" y="2142574"/>
            <a:ext cx="1152128" cy="2525876"/>
          </a:xfrm>
          <a:prstGeom prst="rect">
            <a:avLst/>
          </a:prstGeom>
          <a:noFill/>
          <a:ln>
            <a:solidFill>
              <a:srgbClr val="FF0000"/>
            </a:solidFill>
            <a:prstDash val="dash"/>
          </a:ln>
          <a:effectLst>
            <a:glow rad="228600">
              <a:schemeClr val="accent2">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41" name="CuadroTexto 40">
            <a:extLst>
              <a:ext uri="{FF2B5EF4-FFF2-40B4-BE49-F238E27FC236}">
                <a16:creationId xmlns:a16="http://schemas.microsoft.com/office/drawing/2014/main" id="{608A28E2-9CCA-4C10-B979-BA63E3E46127}"/>
              </a:ext>
            </a:extLst>
          </p:cNvPr>
          <p:cNvSpPr txBox="1"/>
          <p:nvPr/>
        </p:nvSpPr>
        <p:spPr>
          <a:xfrm>
            <a:off x="6665541" y="4800169"/>
            <a:ext cx="2409969" cy="369332"/>
          </a:xfrm>
          <a:prstGeom prst="rect">
            <a:avLst/>
          </a:prstGeom>
          <a:solidFill>
            <a:srgbClr val="FFFF00"/>
          </a:solidFill>
          <a:ln>
            <a:solidFill>
              <a:schemeClr val="tx1"/>
            </a:solidFill>
          </a:ln>
        </p:spPr>
        <p:txBody>
          <a:bodyPr wrap="square" rtlCol="0">
            <a:spAutoFit/>
          </a:bodyPr>
          <a:lstStyle/>
          <a:p>
            <a:pPr algn="ctr"/>
            <a:r>
              <a:rPr lang="es-MX" dirty="0"/>
              <a:t>PLC </a:t>
            </a:r>
            <a:r>
              <a:rPr lang="es-MX" dirty="0" err="1"/>
              <a:t>Micrologix</a:t>
            </a:r>
            <a:r>
              <a:rPr lang="es-MX" dirty="0"/>
              <a:t> 1100</a:t>
            </a:r>
            <a:endParaRPr lang="es-MX" b="0" i="0" dirty="0">
              <a:effectLst/>
            </a:endParaRPr>
          </a:p>
        </p:txBody>
      </p:sp>
      <p:sp>
        <p:nvSpPr>
          <p:cNvPr id="42" name="CuadroTexto 41">
            <a:extLst>
              <a:ext uri="{FF2B5EF4-FFF2-40B4-BE49-F238E27FC236}">
                <a16:creationId xmlns:a16="http://schemas.microsoft.com/office/drawing/2014/main" id="{B40E452A-FB49-4C17-94F2-8E31780F0432}"/>
              </a:ext>
            </a:extLst>
          </p:cNvPr>
          <p:cNvSpPr txBox="1"/>
          <p:nvPr/>
        </p:nvSpPr>
        <p:spPr>
          <a:xfrm>
            <a:off x="9179081" y="4800169"/>
            <a:ext cx="2040099" cy="923330"/>
          </a:xfrm>
          <a:prstGeom prst="rect">
            <a:avLst/>
          </a:prstGeom>
          <a:solidFill>
            <a:srgbClr val="FF0000"/>
          </a:solidFill>
          <a:ln>
            <a:solidFill>
              <a:schemeClr val="tx1"/>
            </a:solidFill>
          </a:ln>
        </p:spPr>
        <p:txBody>
          <a:bodyPr wrap="square" rtlCol="0">
            <a:spAutoFit/>
          </a:bodyPr>
          <a:lstStyle/>
          <a:p>
            <a:pPr algn="ctr"/>
            <a:r>
              <a:rPr lang="es-MX" dirty="0"/>
              <a:t>Módulo de expansión 1762 E/S Analógica</a:t>
            </a:r>
            <a:endParaRPr lang="es-MX" b="0" i="0" dirty="0">
              <a:effectLst/>
            </a:endParaRPr>
          </a:p>
        </p:txBody>
      </p:sp>
      <p:sp>
        <p:nvSpPr>
          <p:cNvPr id="3" name="CuadroTexto 2">
            <a:extLst>
              <a:ext uri="{FF2B5EF4-FFF2-40B4-BE49-F238E27FC236}">
                <a16:creationId xmlns:a16="http://schemas.microsoft.com/office/drawing/2014/main" id="{C852ECF4-2C1F-8F77-F291-6E34E14B3049}"/>
              </a:ext>
            </a:extLst>
          </p:cNvPr>
          <p:cNvSpPr txBox="1"/>
          <p:nvPr/>
        </p:nvSpPr>
        <p:spPr>
          <a:xfrm>
            <a:off x="552318" y="3308474"/>
            <a:ext cx="5145460" cy="2670512"/>
          </a:xfrm>
          <a:prstGeom prst="cloudCallout">
            <a:avLst>
              <a:gd name="adj1" fmla="val 58081"/>
              <a:gd name="adj2" fmla="val -51159"/>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b="1" dirty="0">
                <a:solidFill>
                  <a:schemeClr val="tx1"/>
                </a:solidFill>
                <a:effectLst/>
                <a:ea typeface="Calibri" panose="020F0502020204030204" pitchFamily="34" charset="0"/>
                <a:cs typeface="Times New Roman" panose="02020603050405020304" pitchFamily="18" charset="0"/>
              </a:rPr>
              <a:t>PLC / Modulo de expansión</a:t>
            </a:r>
            <a:r>
              <a:rPr lang="es-ES" dirty="0">
                <a:solidFill>
                  <a:schemeClr val="tx1"/>
                </a:solidFill>
                <a:effectLst/>
                <a:ea typeface="Calibri" panose="020F0502020204030204" pitchFamily="34" charset="0"/>
                <a:cs typeface="Times New Roman" panose="02020603050405020304" pitchFamily="18" charset="0"/>
              </a:rPr>
              <a:t>: Es el controlador del sistema de nivel de líquido, el cual recibe señales de los sensores de nivel para accionar el variador de frecuencia el cual regula la velocidad del motor.</a:t>
            </a:r>
            <a:endParaRPr lang="es-BO" dirty="0">
              <a:solidFill>
                <a:schemeClr val="tx1"/>
              </a:solidFill>
              <a:effectLst/>
              <a:ea typeface="Times New Roman" panose="02020603050405020304" pitchFamily="18" charset="0"/>
              <a:cs typeface="Times New Roman" panose="02020603050405020304" pitchFamily="18" charset="0"/>
            </a:endParaRPr>
          </a:p>
        </p:txBody>
      </p:sp>
      <p:sp>
        <p:nvSpPr>
          <p:cNvPr id="2" name="Título 1">
            <a:extLst>
              <a:ext uri="{FF2B5EF4-FFF2-40B4-BE49-F238E27FC236}">
                <a16:creationId xmlns:a16="http://schemas.microsoft.com/office/drawing/2014/main" id="{FC53CC1F-B9C0-AD08-FCBB-F6D54CAE9484}"/>
              </a:ext>
            </a:extLst>
          </p:cNvPr>
          <p:cNvSpPr txBox="1">
            <a:spLocks/>
          </p:cNvSpPr>
          <p:nvPr/>
        </p:nvSpPr>
        <p:spPr>
          <a:xfrm>
            <a:off x="962297" y="450953"/>
            <a:ext cx="10058400" cy="820446"/>
          </a:xfrm>
          <a:prstGeom prst="rect">
            <a:avLst/>
          </a:prstGeom>
        </p:spPr>
        <p:txBody>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r>
              <a:rPr lang="es-MX" b="1" dirty="0">
                <a:effectLst>
                  <a:outerShdw blurRad="38100" dist="38100" dir="2700000" algn="tl">
                    <a:srgbClr val="000000">
                      <a:alpha val="43137"/>
                    </a:srgbClr>
                  </a:outerShdw>
                </a:effectLst>
              </a:rPr>
              <a:t>Componentes del sistema de control </a:t>
            </a:r>
          </a:p>
        </p:txBody>
      </p:sp>
    </p:spTree>
    <p:extLst>
      <p:ext uri="{BB962C8B-B14F-4D97-AF65-F5344CB8AC3E}">
        <p14:creationId xmlns:p14="http://schemas.microsoft.com/office/powerpoint/2010/main" val="42673190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p:cTn id="11" dur="500" fill="hold"/>
                                        <p:tgtEl>
                                          <p:spTgt spid="21"/>
                                        </p:tgtEl>
                                        <p:attrNameLst>
                                          <p:attrName>ppt_w</p:attrName>
                                        </p:attrNameLst>
                                      </p:cBhvr>
                                      <p:tavLst>
                                        <p:tav tm="0">
                                          <p:val>
                                            <p:fltVal val="0"/>
                                          </p:val>
                                        </p:tav>
                                        <p:tav tm="100000">
                                          <p:val>
                                            <p:strVal val="#ppt_w"/>
                                          </p:val>
                                        </p:tav>
                                      </p:tavLst>
                                    </p:anim>
                                    <p:anim calcmode="lin" valueType="num">
                                      <p:cBhvr>
                                        <p:cTn id="12" dur="500" fill="hold"/>
                                        <p:tgtEl>
                                          <p:spTgt spid="21"/>
                                        </p:tgtEl>
                                        <p:attrNameLst>
                                          <p:attrName>ppt_h</p:attrName>
                                        </p:attrNameLst>
                                      </p:cBhvr>
                                      <p:tavLst>
                                        <p:tav tm="0">
                                          <p:val>
                                            <p:fltVal val="0"/>
                                          </p:val>
                                        </p:tav>
                                        <p:tav tm="100000">
                                          <p:val>
                                            <p:strVal val="#ppt_h"/>
                                          </p:val>
                                        </p:tav>
                                      </p:tavLst>
                                    </p:anim>
                                    <p:animEffect transition="in" filter="fade">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0"/>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4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1"/>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4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1" nodeType="clickEffect">
                                  <p:stCondLst>
                                    <p:cond delay="0"/>
                                  </p:stCondLst>
                                  <p:childTnLst>
                                    <p:animEffect transition="out" filter="fade">
                                      <p:cBhvr>
                                        <p:cTn id="29" dur="500"/>
                                        <p:tgtEl>
                                          <p:spTgt spid="15"/>
                                        </p:tgtEl>
                                      </p:cBhvr>
                                    </p:animEffect>
                                    <p:set>
                                      <p:cBhvr>
                                        <p:cTn id="30" dur="1" fill="hold">
                                          <p:stCondLst>
                                            <p:cond delay="499"/>
                                          </p:stCondLst>
                                        </p:cTn>
                                        <p:tgtEl>
                                          <p:spTgt spid="15"/>
                                        </p:tgtEl>
                                        <p:attrNameLst>
                                          <p:attrName>style.visibility</p:attrName>
                                        </p:attrNameLst>
                                      </p:cBhvr>
                                      <p:to>
                                        <p:strVal val="hidden"/>
                                      </p:to>
                                    </p:set>
                                  </p:childTnLst>
                                </p:cTn>
                              </p:par>
                              <p:par>
                                <p:cTn id="31" presetID="10" presetClass="exit" presetSubtype="0" fill="hold" grpId="1" nodeType="withEffect">
                                  <p:stCondLst>
                                    <p:cond delay="0"/>
                                  </p:stCondLst>
                                  <p:childTnLst>
                                    <p:animEffect transition="out" filter="fade">
                                      <p:cBhvr>
                                        <p:cTn id="32" dur="500"/>
                                        <p:tgtEl>
                                          <p:spTgt spid="30"/>
                                        </p:tgtEl>
                                      </p:cBhvr>
                                    </p:animEffect>
                                    <p:set>
                                      <p:cBhvr>
                                        <p:cTn id="33" dur="1" fill="hold">
                                          <p:stCondLst>
                                            <p:cond delay="499"/>
                                          </p:stCondLst>
                                        </p:cTn>
                                        <p:tgtEl>
                                          <p:spTgt spid="30"/>
                                        </p:tgtEl>
                                        <p:attrNameLst>
                                          <p:attrName>style.visibility</p:attrName>
                                        </p:attrNameLst>
                                      </p:cBhvr>
                                      <p:to>
                                        <p:strVal val="hidden"/>
                                      </p:to>
                                    </p:set>
                                  </p:childTnLst>
                                </p:cTn>
                              </p:par>
                              <p:par>
                                <p:cTn id="34" presetID="10" presetClass="exit" presetSubtype="0" fill="hold" grpId="1" nodeType="withEffect">
                                  <p:stCondLst>
                                    <p:cond delay="0"/>
                                  </p:stCondLst>
                                  <p:childTnLst>
                                    <p:animEffect transition="out" filter="fade">
                                      <p:cBhvr>
                                        <p:cTn id="35" dur="500"/>
                                        <p:tgtEl>
                                          <p:spTgt spid="41"/>
                                        </p:tgtEl>
                                      </p:cBhvr>
                                    </p:animEffect>
                                    <p:set>
                                      <p:cBhvr>
                                        <p:cTn id="36" dur="1" fill="hold">
                                          <p:stCondLst>
                                            <p:cond delay="499"/>
                                          </p:stCondLst>
                                        </p:cTn>
                                        <p:tgtEl>
                                          <p:spTgt spid="41"/>
                                        </p:tgtEl>
                                        <p:attrNameLst>
                                          <p:attrName>style.visibility</p:attrName>
                                        </p:attrNameLst>
                                      </p:cBhvr>
                                      <p:to>
                                        <p:strVal val="hidden"/>
                                      </p:to>
                                    </p:set>
                                  </p:childTnLst>
                                </p:cTn>
                              </p:par>
                              <p:par>
                                <p:cTn id="37" presetID="10" presetClass="exit" presetSubtype="0" fill="hold" grpId="1" nodeType="withEffect">
                                  <p:stCondLst>
                                    <p:cond delay="0"/>
                                  </p:stCondLst>
                                  <p:childTnLst>
                                    <p:animEffect transition="out" filter="fade">
                                      <p:cBhvr>
                                        <p:cTn id="38" dur="500"/>
                                        <p:tgtEl>
                                          <p:spTgt spid="31"/>
                                        </p:tgtEl>
                                      </p:cBhvr>
                                    </p:animEffect>
                                    <p:set>
                                      <p:cBhvr>
                                        <p:cTn id="39" dur="1" fill="hold">
                                          <p:stCondLst>
                                            <p:cond delay="499"/>
                                          </p:stCondLst>
                                        </p:cTn>
                                        <p:tgtEl>
                                          <p:spTgt spid="31"/>
                                        </p:tgtEl>
                                        <p:attrNameLst>
                                          <p:attrName>style.visibility</p:attrName>
                                        </p:attrNameLst>
                                      </p:cBhvr>
                                      <p:to>
                                        <p:strVal val="hidden"/>
                                      </p:to>
                                    </p:set>
                                  </p:childTnLst>
                                </p:cTn>
                              </p:par>
                              <p:par>
                                <p:cTn id="40" presetID="10" presetClass="exit" presetSubtype="0" fill="hold" grpId="1" nodeType="withEffect">
                                  <p:stCondLst>
                                    <p:cond delay="0"/>
                                  </p:stCondLst>
                                  <p:childTnLst>
                                    <p:animEffect transition="out" filter="fade">
                                      <p:cBhvr>
                                        <p:cTn id="41" dur="500"/>
                                        <p:tgtEl>
                                          <p:spTgt spid="42"/>
                                        </p:tgtEl>
                                      </p:cBhvr>
                                    </p:animEffect>
                                    <p:set>
                                      <p:cBhvr>
                                        <p:cTn id="42" dur="1" fill="hold">
                                          <p:stCondLst>
                                            <p:cond delay="499"/>
                                          </p:stCondLst>
                                        </p:cTn>
                                        <p:tgtEl>
                                          <p:spTgt spid="42"/>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500"/>
                                        <p:tgtEl>
                                          <p:spTgt spid="5"/>
                                        </p:tgtEl>
                                      </p:cBhvr>
                                    </p:animEffect>
                                    <p:set>
                                      <p:cBhvr>
                                        <p:cTn id="45" dur="1" fill="hold">
                                          <p:stCondLst>
                                            <p:cond delay="499"/>
                                          </p:stCondLst>
                                        </p:cTn>
                                        <p:tgtEl>
                                          <p:spTgt spid="5"/>
                                        </p:tgtEl>
                                        <p:attrNameLst>
                                          <p:attrName>style.visibility</p:attrName>
                                        </p:attrNameLst>
                                      </p:cBhvr>
                                      <p:to>
                                        <p:strVal val="hidden"/>
                                      </p:to>
                                    </p:set>
                                  </p:childTnLst>
                                </p:cTn>
                              </p:par>
                              <p:par>
                                <p:cTn id="46" presetID="10" presetClass="exit" presetSubtype="0" fill="hold" grpId="0" nodeType="withEffect">
                                  <p:stCondLst>
                                    <p:cond delay="0"/>
                                  </p:stCondLst>
                                  <p:childTnLst>
                                    <p:animEffect transition="out" filter="fade">
                                      <p:cBhvr>
                                        <p:cTn id="47" dur="500"/>
                                        <p:tgtEl>
                                          <p:spTgt spid="25"/>
                                        </p:tgtEl>
                                      </p:cBhvr>
                                    </p:animEffect>
                                    <p:set>
                                      <p:cBhvr>
                                        <p:cTn id="48" dur="1" fill="hold">
                                          <p:stCondLst>
                                            <p:cond delay="499"/>
                                          </p:stCondLst>
                                        </p:cTn>
                                        <p:tgtEl>
                                          <p:spTgt spid="25"/>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21" grpId="0" animBg="1"/>
      <p:bldP spid="25" grpId="0"/>
      <p:bldP spid="30" grpId="0" animBg="1"/>
      <p:bldP spid="30" grpId="1" animBg="1"/>
      <p:bldP spid="31" grpId="0" animBg="1"/>
      <p:bldP spid="31" grpId="1" animBg="1"/>
      <p:bldP spid="41" grpId="0" animBg="1"/>
      <p:bldP spid="41" grpId="1" animBg="1"/>
      <p:bldP spid="42" grpId="0" animBg="1"/>
      <p:bldP spid="42" grpId="1" animBg="1"/>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467D79-AAED-2D67-DFEE-763D5D35D90E}"/>
              </a:ext>
            </a:extLst>
          </p:cNvPr>
          <p:cNvSpPr>
            <a:spLocks noGrp="1"/>
          </p:cNvSpPr>
          <p:nvPr>
            <p:ph type="title"/>
          </p:nvPr>
        </p:nvSpPr>
        <p:spPr/>
        <p:txBody>
          <a:bodyPr/>
          <a:lstStyle/>
          <a:p>
            <a:r>
              <a:rPr lang="es-BO" dirty="0"/>
              <a:t>PROTECCION</a:t>
            </a:r>
          </a:p>
        </p:txBody>
      </p:sp>
    </p:spTree>
    <p:extLst>
      <p:ext uri="{BB962C8B-B14F-4D97-AF65-F5344CB8AC3E}">
        <p14:creationId xmlns:p14="http://schemas.microsoft.com/office/powerpoint/2010/main" val="47785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6F57CD-BC72-B5AC-6A66-3980A6668B67}"/>
              </a:ext>
            </a:extLst>
          </p:cNvPr>
          <p:cNvSpPr>
            <a:spLocks noGrp="1"/>
          </p:cNvSpPr>
          <p:nvPr>
            <p:ph type="title"/>
          </p:nvPr>
        </p:nvSpPr>
        <p:spPr>
          <a:xfrm>
            <a:off x="662609" y="444057"/>
            <a:ext cx="10921055" cy="589613"/>
          </a:xfrm>
        </p:spPr>
        <p:txBody>
          <a:bodyPr>
            <a:normAutofit fontScale="90000"/>
          </a:bodyPr>
          <a:lstStyle/>
          <a:p>
            <a:pPr algn="ctr"/>
            <a:r>
              <a:rPr lang="es-BO" b="1" dirty="0">
                <a:effectLst>
                  <a:outerShdw blurRad="38100" dist="38100" dir="2700000" algn="tl">
                    <a:srgbClr val="000000">
                      <a:alpha val="43137"/>
                    </a:srgbClr>
                  </a:outerShdw>
                </a:effectLst>
              </a:rPr>
              <a:t>Dispositivo de Protección </a:t>
            </a:r>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608" y="1131569"/>
            <a:ext cx="3254071" cy="3601510"/>
          </a:xfrm>
          <a:prstGeom prst="rect">
            <a:avLst/>
          </a:prstGeom>
        </p:spPr>
      </p:pic>
      <p:sp>
        <p:nvSpPr>
          <p:cNvPr id="6" name="CuadroTexto 5">
            <a:extLst>
              <a:ext uri="{FF2B5EF4-FFF2-40B4-BE49-F238E27FC236}">
                <a16:creationId xmlns:a16="http://schemas.microsoft.com/office/drawing/2014/main" id="{DCF6563E-48D3-00E3-CA2B-BC92334CF9D6}"/>
              </a:ext>
            </a:extLst>
          </p:cNvPr>
          <p:cNvSpPr txBox="1"/>
          <p:nvPr/>
        </p:nvSpPr>
        <p:spPr>
          <a:xfrm>
            <a:off x="3916680" y="1323538"/>
            <a:ext cx="7879080" cy="4939814"/>
          </a:xfrm>
          <a:prstGeom prst="rect">
            <a:avLst/>
          </a:prstGeom>
          <a:noFill/>
        </p:spPr>
        <p:txBody>
          <a:bodyPr wrap="square">
            <a:spAutoFit/>
          </a:bodyPr>
          <a:lstStyle/>
          <a:p>
            <a:r>
              <a:rPr lang="es-BO" b="0" i="0" dirty="0">
                <a:effectLst/>
              </a:rPr>
              <a:t>Un </a:t>
            </a:r>
            <a:r>
              <a:rPr lang="es-BO" b="0" i="0" dirty="0" err="1">
                <a:effectLst/>
              </a:rPr>
              <a:t>termomagnético</a:t>
            </a:r>
            <a:r>
              <a:rPr lang="es-BO" b="0" i="0" dirty="0">
                <a:effectLst/>
              </a:rPr>
              <a:t> es </a:t>
            </a:r>
            <a:r>
              <a:rPr lang="es-BO" dirty="0"/>
              <a:t>utilizado en los sistemas eléctricos para evitar sobrecargas y cortocircuitos. Consiste en un dispositivo combinado que incluye tanto un interruptor térmico como un interruptor magnético. La función del interruptor térmico es proteger contra sobrecargas eléctricas prolongadas, es decir, corrientes excesivas que puedan dañar los cables o los dispositivos conectados. Cuando la corriente supera un cierto umbral durante un período de tiempo determinado, el interruptor térmico se activa y desconecta el circuito eléctrico, interrumpiendo el flujo de corriente.</a:t>
            </a:r>
          </a:p>
          <a:p>
            <a:r>
              <a:rPr lang="es-BO" dirty="0"/>
              <a:t>Por otro lado, el interruptor magnético protege contra cortocircuitos, que son corrientes eléctricas muy altas que ocurren cuando hay un contacto directo entre conductores de diferentes polaridades. El interruptor magnético detecta rápidamente estas corrientes y desconecta el circuito eléctrico de manera inmediata para prevenir daños mayores.</a:t>
            </a:r>
          </a:p>
          <a:p>
            <a:r>
              <a:rPr lang="es-BO" dirty="0"/>
              <a:t>Los </a:t>
            </a:r>
            <a:r>
              <a:rPr lang="es-BO" b="1" dirty="0"/>
              <a:t>fusibles</a:t>
            </a:r>
            <a:r>
              <a:rPr lang="es-BO" dirty="0"/>
              <a:t> son dispositivos pequeños de seguridad que forman parte de las instalaciones eléctricas, los cuales se funden cuando la corriente alcanza ciertos valores excesivos. Se conforman por una lámina o un filamento hecho de una aleación o de un metal que se destaca por presentar un punto de fusión bajo.</a:t>
            </a:r>
          </a:p>
          <a:p>
            <a:pPr algn="just">
              <a:lnSpc>
                <a:spcPct val="150000"/>
              </a:lnSpc>
            </a:pPr>
            <a:endParaRPr lang="es-MX" b="0" i="0" dirty="0">
              <a:effectLst/>
            </a:endParaRPr>
          </a:p>
        </p:txBody>
      </p:sp>
      <p:pic>
        <p:nvPicPr>
          <p:cNvPr id="8" name="Imagen 7"/>
          <p:cNvPicPr>
            <a:picLocks noChangeAspect="1"/>
          </p:cNvPicPr>
          <p:nvPr/>
        </p:nvPicPr>
        <p:blipFill>
          <a:blip r:embed="rId3"/>
          <a:stretch>
            <a:fillRect/>
          </a:stretch>
        </p:blipFill>
        <p:spPr>
          <a:xfrm>
            <a:off x="772758" y="4815840"/>
            <a:ext cx="2393523" cy="1346356"/>
          </a:xfrm>
          <a:prstGeom prst="rect">
            <a:avLst/>
          </a:prstGeom>
        </p:spPr>
      </p:pic>
    </p:spTree>
    <p:extLst>
      <p:ext uri="{BB962C8B-B14F-4D97-AF65-F5344CB8AC3E}">
        <p14:creationId xmlns:p14="http://schemas.microsoft.com/office/powerpoint/2010/main" val="17742747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6F57CD-BC72-B5AC-6A66-3980A6668B67}"/>
              </a:ext>
            </a:extLst>
          </p:cNvPr>
          <p:cNvSpPr>
            <a:spLocks noGrp="1"/>
          </p:cNvSpPr>
          <p:nvPr>
            <p:ph type="title"/>
          </p:nvPr>
        </p:nvSpPr>
        <p:spPr>
          <a:xfrm>
            <a:off x="662609" y="444057"/>
            <a:ext cx="10921055" cy="589613"/>
          </a:xfrm>
        </p:spPr>
        <p:txBody>
          <a:bodyPr>
            <a:normAutofit fontScale="90000"/>
          </a:bodyPr>
          <a:lstStyle/>
          <a:p>
            <a:pPr algn="ctr"/>
            <a:r>
              <a:rPr lang="es-BO" b="1" dirty="0">
                <a:effectLst>
                  <a:outerShdw blurRad="38100" dist="38100" dir="2700000" algn="tl">
                    <a:srgbClr val="000000">
                      <a:alpha val="43137"/>
                    </a:srgbClr>
                  </a:outerShdw>
                </a:effectLst>
              </a:rPr>
              <a:t>Medidas AWG</a:t>
            </a:r>
          </a:p>
        </p:txBody>
      </p:sp>
      <p:pic>
        <p:nvPicPr>
          <p:cNvPr id="4" name="Imagen 3"/>
          <p:cNvPicPr>
            <a:picLocks noChangeAspect="1"/>
          </p:cNvPicPr>
          <p:nvPr/>
        </p:nvPicPr>
        <p:blipFill>
          <a:blip r:embed="rId2"/>
          <a:stretch>
            <a:fillRect/>
          </a:stretch>
        </p:blipFill>
        <p:spPr>
          <a:xfrm>
            <a:off x="514097" y="1367302"/>
            <a:ext cx="11218078" cy="4436280"/>
          </a:xfrm>
          <a:prstGeom prst="rect">
            <a:avLst/>
          </a:prstGeom>
        </p:spPr>
      </p:pic>
    </p:spTree>
    <p:extLst>
      <p:ext uri="{BB962C8B-B14F-4D97-AF65-F5344CB8AC3E}">
        <p14:creationId xmlns:p14="http://schemas.microsoft.com/office/powerpoint/2010/main" val="15370550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FEDA4878-0B26-EF7D-891E-E57F6EED7D06}"/>
              </a:ext>
            </a:extLst>
          </p:cNvPr>
          <p:cNvSpPr>
            <a:spLocks noGrp="1"/>
          </p:cNvSpPr>
          <p:nvPr>
            <p:ph type="title"/>
          </p:nvPr>
        </p:nvSpPr>
        <p:spPr>
          <a:xfrm>
            <a:off x="1560576" y="2355566"/>
            <a:ext cx="9070848" cy="2587752"/>
          </a:xfrm>
        </p:spPr>
        <p:txBody>
          <a:bodyPr/>
          <a:lstStyle/>
          <a:p>
            <a:pPr marL="0" lvl="0" indent="0" algn="ctr" defTabSz="755650" rtl="0">
              <a:lnSpc>
                <a:spcPct val="90000"/>
              </a:lnSpc>
              <a:spcBef>
                <a:spcPct val="0"/>
              </a:spcBef>
              <a:spcAft>
                <a:spcPct val="35000"/>
              </a:spcAft>
              <a:buNone/>
            </a:pPr>
            <a:r>
              <a:rPr lang="es-BO" sz="4800" kern="1200" dirty="0">
                <a:solidFill>
                  <a:schemeClr val="tx1"/>
                </a:solidFill>
              </a:rPr>
              <a:t>SEÑALIZACIÓN </a:t>
            </a:r>
            <a:endParaRPr lang="en-US" sz="4800" kern="1200" dirty="0">
              <a:solidFill>
                <a:schemeClr val="tx1"/>
              </a:solidFill>
            </a:endParaRPr>
          </a:p>
        </p:txBody>
      </p:sp>
    </p:spTree>
    <p:extLst>
      <p:ext uri="{BB962C8B-B14F-4D97-AF65-F5344CB8AC3E}">
        <p14:creationId xmlns:p14="http://schemas.microsoft.com/office/powerpoint/2010/main" val="2063226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AC18FD13-A2ED-B404-6A0D-296F424428E7}"/>
              </a:ext>
            </a:extLst>
          </p:cNvPr>
          <p:cNvSpPr txBox="1"/>
          <p:nvPr/>
        </p:nvSpPr>
        <p:spPr>
          <a:xfrm>
            <a:off x="1434732" y="1005882"/>
            <a:ext cx="10690212" cy="461665"/>
          </a:xfrm>
          <a:prstGeom prst="rect">
            <a:avLst/>
          </a:prstGeom>
          <a:noFill/>
        </p:spPr>
        <p:txBody>
          <a:bodyPr wrap="square" rtlCol="0">
            <a:spAutoFit/>
          </a:bodyPr>
          <a:lstStyle/>
          <a:p>
            <a:r>
              <a:rPr lang="es-ES" sz="2400" b="1" i="0" dirty="0">
                <a:effectLst/>
                <a:latin typeface="Söhne"/>
              </a:rPr>
              <a:t>¿QUÉ ES LA SEÑALIZACIÓN?</a:t>
            </a:r>
            <a:endParaRPr lang="es-BO" sz="2400" b="1" i="1" dirty="0"/>
          </a:p>
        </p:txBody>
      </p:sp>
      <p:sp>
        <p:nvSpPr>
          <p:cNvPr id="5" name="CuadroTexto 4">
            <a:extLst>
              <a:ext uri="{FF2B5EF4-FFF2-40B4-BE49-F238E27FC236}">
                <a16:creationId xmlns:a16="http://schemas.microsoft.com/office/drawing/2014/main" id="{5E374733-563E-7564-0020-DC17872E95DA}"/>
              </a:ext>
            </a:extLst>
          </p:cNvPr>
          <p:cNvSpPr txBox="1"/>
          <p:nvPr/>
        </p:nvSpPr>
        <p:spPr>
          <a:xfrm>
            <a:off x="1372189" y="1988840"/>
            <a:ext cx="4625148" cy="3086871"/>
          </a:xfrm>
          <a:prstGeom prst="rect">
            <a:avLst/>
          </a:prstGeom>
          <a:noFill/>
        </p:spPr>
        <p:txBody>
          <a:bodyPr wrap="square" rtlCol="0">
            <a:spAutoFit/>
          </a:bodyPr>
          <a:lstStyle/>
          <a:p>
            <a:pPr algn="just">
              <a:lnSpc>
                <a:spcPct val="150000"/>
              </a:lnSpc>
            </a:pPr>
            <a:r>
              <a:rPr lang="es-ES" sz="2200" b="0" i="0" dirty="0">
                <a:effectLst/>
                <a:latin typeface="Söhne"/>
              </a:rPr>
              <a:t>La señalización es un aspecto fundamental en cualquier sistema industrial o de gestión de procesos, que permite transmitir información importante y crucial de manera clara y eficiente.</a:t>
            </a:r>
            <a:endParaRPr lang="es-BO" sz="2200" dirty="0"/>
          </a:p>
        </p:txBody>
      </p:sp>
      <p:pic>
        <p:nvPicPr>
          <p:cNvPr id="1026" name="Picture 2" descr="TORRE LUMINOSA LED- BALIZA LUMINOSA">
            <a:extLst>
              <a:ext uri="{FF2B5EF4-FFF2-40B4-BE49-F238E27FC236}">
                <a16:creationId xmlns:a16="http://schemas.microsoft.com/office/drawing/2014/main" id="{0DDD3723-7BB4-758E-313E-C498CA35D4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5093" y="1887768"/>
            <a:ext cx="4373688" cy="3289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4901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62297" y="508766"/>
            <a:ext cx="10058400" cy="655607"/>
          </a:xfrm>
        </p:spPr>
        <p:txBody>
          <a:bodyPr>
            <a:normAutofit fontScale="90000"/>
          </a:bodyPr>
          <a:lstStyle/>
          <a:p>
            <a:pPr algn="ctr"/>
            <a:r>
              <a:rPr lang="es-BO" b="1" dirty="0">
                <a:effectLst>
                  <a:outerShdw blurRad="38100" dist="38100" dir="2700000" algn="tl">
                    <a:srgbClr val="000000">
                      <a:alpha val="43137"/>
                    </a:srgbClr>
                  </a:outerShdw>
                </a:effectLst>
              </a:rPr>
              <a:t>SEÑALIZACION</a:t>
            </a:r>
            <a:endParaRPr lang="en-US" b="1" dirty="0">
              <a:effectLst>
                <a:outerShdw blurRad="38100" dist="38100" dir="2700000" algn="tl">
                  <a:srgbClr val="000000">
                    <a:alpha val="43137"/>
                  </a:srgbClr>
                </a:outerShdw>
              </a:effectLst>
            </a:endParaRPr>
          </a:p>
        </p:txBody>
      </p:sp>
      <p:sp>
        <p:nvSpPr>
          <p:cNvPr id="3" name="Marcador de contenido 2"/>
          <p:cNvSpPr>
            <a:spLocks noGrp="1"/>
          </p:cNvSpPr>
          <p:nvPr>
            <p:ph idx="1"/>
          </p:nvPr>
        </p:nvSpPr>
        <p:spPr>
          <a:xfrm>
            <a:off x="962298" y="1568501"/>
            <a:ext cx="4186478" cy="4185185"/>
          </a:xfrm>
        </p:spPr>
        <p:txBody>
          <a:bodyPr>
            <a:normAutofit/>
          </a:bodyPr>
          <a:lstStyle/>
          <a:p>
            <a:pPr marL="450850" indent="-450850">
              <a:buFont typeface="Wingdings" panose="05000000000000000000" pitchFamily="2" charset="2"/>
              <a:buChar char="Ø"/>
            </a:pPr>
            <a:r>
              <a:rPr lang="es-BO" sz="2800" b="1" dirty="0">
                <a:effectLst>
                  <a:outerShdw blurRad="38100" dist="38100" dir="2700000" algn="tl">
                    <a:srgbClr val="000000">
                      <a:alpha val="43137"/>
                    </a:srgbClr>
                  </a:outerShdw>
                </a:effectLst>
              </a:rPr>
              <a:t>Baliza luminosa</a:t>
            </a:r>
            <a:endParaRPr lang="es-BO" sz="2000" b="1" dirty="0"/>
          </a:p>
          <a:p>
            <a:pPr marL="0" indent="0" algn="just">
              <a:buNone/>
            </a:pPr>
            <a:r>
              <a:rPr lang="es-BO" sz="2000" dirty="0"/>
              <a:t>En nuestro sistema o kit tiene una baliza de dos colores, rojo y verde, el cual dependiendo en que etapa este, señaliza el funcionamiento del sistema, la programación depende del operador del equipo.</a:t>
            </a:r>
          </a:p>
          <a:p>
            <a:pPr marL="0" indent="0" algn="just">
              <a:buNone/>
            </a:pPr>
            <a:r>
              <a:rPr lang="es-BO" sz="2000" dirty="0"/>
              <a:t>El sistema de señalización es simple de entender y de conectar, en este caso se usa solo los colores, los cuales están alimentados con +24 VCC</a:t>
            </a:r>
          </a:p>
        </p:txBody>
      </p:sp>
      <p:pic>
        <p:nvPicPr>
          <p:cNvPr id="4" name="Imagen 3">
            <a:extLst>
              <a:ext uri="{FF2B5EF4-FFF2-40B4-BE49-F238E27FC236}">
                <a16:creationId xmlns:a16="http://schemas.microsoft.com/office/drawing/2014/main" id="{4D3D4DF7-567E-6857-F3EF-0E31AFB5BFE1}"/>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sharpenSoften amount="15000"/>
                    </a14:imgEffect>
                    <a14:imgEffect>
                      <a14:brightnessContrast bright="23000"/>
                    </a14:imgEffect>
                  </a14:imgLayer>
                </a14:imgProps>
              </a:ext>
              <a:ext uri="{28A0092B-C50C-407E-A947-70E740481C1C}">
                <a14:useLocalDpi xmlns:a14="http://schemas.microsoft.com/office/drawing/2010/main" val="0"/>
              </a:ext>
            </a:extLst>
          </a:blip>
          <a:srcRect l="12200" r="15351"/>
          <a:stretch/>
        </p:blipFill>
        <p:spPr>
          <a:xfrm rot="5400000">
            <a:off x="5448705" y="1991784"/>
            <a:ext cx="4561755" cy="3541784"/>
          </a:xfrm>
          <a:prstGeom prst="rect">
            <a:avLst/>
          </a:prstGeom>
        </p:spPr>
      </p:pic>
      <p:sp>
        <p:nvSpPr>
          <p:cNvPr id="7" name="CuadroTexto 6">
            <a:extLst>
              <a:ext uri="{FF2B5EF4-FFF2-40B4-BE49-F238E27FC236}">
                <a16:creationId xmlns:a16="http://schemas.microsoft.com/office/drawing/2014/main" id="{D25871C8-6CF9-E299-97F9-48A003260A18}"/>
              </a:ext>
            </a:extLst>
          </p:cNvPr>
          <p:cNvSpPr txBox="1"/>
          <p:nvPr/>
        </p:nvSpPr>
        <p:spPr>
          <a:xfrm>
            <a:off x="8678978" y="1995430"/>
            <a:ext cx="2307990" cy="339408"/>
          </a:xfrm>
          <a:prstGeom prst="rect">
            <a:avLst/>
          </a:prstGeom>
          <a:solidFill>
            <a:srgbClr val="FF0000"/>
          </a:solidFill>
          <a:ln>
            <a:solidFill>
              <a:schemeClr val="tx1"/>
            </a:solidFill>
          </a:ln>
        </p:spPr>
        <p:txBody>
          <a:bodyPr wrap="square" rtlCol="0">
            <a:spAutoFit/>
          </a:bodyPr>
          <a:lstStyle/>
          <a:p>
            <a:pPr algn="just"/>
            <a:r>
              <a:rPr lang="es-MX" sz="2000" b="0" i="0" dirty="0">
                <a:effectLst/>
              </a:rPr>
              <a:t>Baliza de color Rojo</a:t>
            </a:r>
          </a:p>
        </p:txBody>
      </p:sp>
      <p:sp>
        <p:nvSpPr>
          <p:cNvPr id="9" name="CuadroTexto 8">
            <a:extLst>
              <a:ext uri="{FF2B5EF4-FFF2-40B4-BE49-F238E27FC236}">
                <a16:creationId xmlns:a16="http://schemas.microsoft.com/office/drawing/2014/main" id="{600A96B5-B478-63A2-DE1C-792589DD82D9}"/>
              </a:ext>
            </a:extLst>
          </p:cNvPr>
          <p:cNvSpPr txBox="1"/>
          <p:nvPr/>
        </p:nvSpPr>
        <p:spPr>
          <a:xfrm>
            <a:off x="8712706" y="3079700"/>
            <a:ext cx="2307991" cy="339408"/>
          </a:xfrm>
          <a:prstGeom prst="rect">
            <a:avLst/>
          </a:prstGeom>
          <a:solidFill>
            <a:srgbClr val="00B050"/>
          </a:solidFill>
          <a:ln>
            <a:solidFill>
              <a:schemeClr val="tx1"/>
            </a:solidFill>
          </a:ln>
        </p:spPr>
        <p:txBody>
          <a:bodyPr wrap="square" rtlCol="0">
            <a:spAutoFit/>
          </a:bodyPr>
          <a:lstStyle/>
          <a:p>
            <a:pPr algn="just"/>
            <a:r>
              <a:rPr lang="es-MX" sz="2000" b="0" i="0" dirty="0">
                <a:effectLst/>
              </a:rPr>
              <a:t>Baliza de color Verde</a:t>
            </a:r>
          </a:p>
        </p:txBody>
      </p:sp>
      <p:sp>
        <p:nvSpPr>
          <p:cNvPr id="24" name="Rectángulo 23">
            <a:extLst>
              <a:ext uri="{FF2B5EF4-FFF2-40B4-BE49-F238E27FC236}">
                <a16:creationId xmlns:a16="http://schemas.microsoft.com/office/drawing/2014/main" id="{0AE559A0-12AC-F6CA-9613-691BD464983F}"/>
              </a:ext>
            </a:extLst>
          </p:cNvPr>
          <p:cNvSpPr/>
          <p:nvPr/>
        </p:nvSpPr>
        <p:spPr>
          <a:xfrm>
            <a:off x="7041726" y="1481798"/>
            <a:ext cx="1202388" cy="1254494"/>
          </a:xfrm>
          <a:prstGeom prst="rect">
            <a:avLst/>
          </a:prstGeom>
          <a:noFill/>
          <a:ln>
            <a:solidFill>
              <a:srgbClr val="FF0000"/>
            </a:solidFill>
            <a:prstDash val="dash"/>
          </a:ln>
          <a:effectLst>
            <a:glow rad="63500">
              <a:schemeClr val="accent2">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25" name="Rectángulo 24">
            <a:extLst>
              <a:ext uri="{FF2B5EF4-FFF2-40B4-BE49-F238E27FC236}">
                <a16:creationId xmlns:a16="http://schemas.microsoft.com/office/drawing/2014/main" id="{46D5DD4D-E3EC-C350-F10E-1497033A90E6}"/>
              </a:ext>
            </a:extLst>
          </p:cNvPr>
          <p:cNvSpPr/>
          <p:nvPr/>
        </p:nvSpPr>
        <p:spPr>
          <a:xfrm>
            <a:off x="7041726" y="2807362"/>
            <a:ext cx="1202388" cy="1254494"/>
          </a:xfrm>
          <a:prstGeom prst="rect">
            <a:avLst/>
          </a:prstGeom>
          <a:noFill/>
          <a:ln>
            <a:solidFill>
              <a:srgbClr val="00B050"/>
            </a:solidFill>
            <a:prstDash val="dash"/>
          </a:ln>
          <a:effectLst>
            <a:glow rad="63500">
              <a:schemeClr val="accent5">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dirty="0"/>
          </a:p>
        </p:txBody>
      </p:sp>
      <p:sp>
        <p:nvSpPr>
          <p:cNvPr id="12" name="CuadroTexto 11">
            <a:extLst>
              <a:ext uri="{FF2B5EF4-FFF2-40B4-BE49-F238E27FC236}">
                <a16:creationId xmlns:a16="http://schemas.microsoft.com/office/drawing/2014/main" id="{509498D9-24BB-721B-DFBC-077D9FFDEDFF}"/>
              </a:ext>
            </a:extLst>
          </p:cNvPr>
          <p:cNvSpPr txBox="1"/>
          <p:nvPr/>
        </p:nvSpPr>
        <p:spPr>
          <a:xfrm>
            <a:off x="6298809" y="6093520"/>
            <a:ext cx="3084342" cy="369332"/>
          </a:xfrm>
          <a:prstGeom prst="rect">
            <a:avLst/>
          </a:prstGeom>
          <a:noFill/>
        </p:spPr>
        <p:txBody>
          <a:bodyPr wrap="square">
            <a:spAutoFit/>
          </a:bodyPr>
          <a:lstStyle/>
          <a:p>
            <a:pPr marL="0" indent="0">
              <a:buNone/>
            </a:pPr>
            <a:r>
              <a:rPr lang="es-BO" sz="1800" dirty="0"/>
              <a:t>Indicador de estado del proceso</a:t>
            </a:r>
          </a:p>
        </p:txBody>
      </p:sp>
    </p:spTree>
    <p:extLst>
      <p:ext uri="{BB962C8B-B14F-4D97-AF65-F5344CB8AC3E}">
        <p14:creationId xmlns:p14="http://schemas.microsoft.com/office/powerpoint/2010/main" val="25547012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52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anim calcmode="lin" valueType="num">
                                      <p:cBhvr>
                                        <p:cTn id="10" dur="500" fill="hold"/>
                                        <p:tgtEl>
                                          <p:spTgt spid="4"/>
                                        </p:tgtEl>
                                        <p:attrNameLst>
                                          <p:attrName>ppt_x</p:attrName>
                                        </p:attrNameLst>
                                      </p:cBhvr>
                                      <p:tavLst>
                                        <p:tav tm="0">
                                          <p:val>
                                            <p:fltVal val="0.5"/>
                                          </p:val>
                                        </p:tav>
                                        <p:tav tm="100000">
                                          <p:val>
                                            <p:strVal val="#ppt_x"/>
                                          </p:val>
                                        </p:tav>
                                      </p:tavLst>
                                    </p:anim>
                                    <p:anim calcmode="lin" valueType="num">
                                      <p:cBhvr>
                                        <p:cTn id="11" dur="500" fill="hold"/>
                                        <p:tgtEl>
                                          <p:spTgt spid="4"/>
                                        </p:tgtEl>
                                        <p:attrNameLst>
                                          <p:attrName>ppt_y</p:attrName>
                                        </p:attrNameLst>
                                      </p:cBhvr>
                                      <p:tavLst>
                                        <p:tav tm="0">
                                          <p:val>
                                            <p:fltVal val="0.5"/>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1+#ppt_w/2"/>
                                          </p:val>
                                        </p:tav>
                                        <p:tav tm="100000">
                                          <p:val>
                                            <p:strVal val="#ppt_x"/>
                                          </p:val>
                                        </p:tav>
                                      </p:tavLst>
                                    </p:anim>
                                    <p:anim calcmode="lin" valueType="num">
                                      <p:cBhvr additive="base">
                                        <p:cTn id="17" dur="500" fill="hold"/>
                                        <p:tgtEl>
                                          <p:spTgt spid="7"/>
                                        </p:tgtEl>
                                        <p:attrNameLst>
                                          <p:attrName>ppt_y</p:attrName>
                                        </p:attrNameLst>
                                      </p:cBhvr>
                                      <p:tavLst>
                                        <p:tav tm="0">
                                          <p:val>
                                            <p:strVal val="#ppt_y"/>
                                          </p:val>
                                        </p:tav>
                                        <p:tav tm="100000">
                                          <p:val>
                                            <p:strVal val="#ppt_y"/>
                                          </p:val>
                                        </p:tav>
                                      </p:tavLst>
                                    </p:anim>
                                  </p:childTnLst>
                                </p:cTn>
                              </p:par>
                              <p:par>
                                <p:cTn id="18" presetID="2" presetClass="entr" presetSubtype="2"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additive="base">
                                        <p:cTn id="20" dur="500" fill="hold"/>
                                        <p:tgtEl>
                                          <p:spTgt spid="24"/>
                                        </p:tgtEl>
                                        <p:attrNameLst>
                                          <p:attrName>ppt_x</p:attrName>
                                        </p:attrNameLst>
                                      </p:cBhvr>
                                      <p:tavLst>
                                        <p:tav tm="0">
                                          <p:val>
                                            <p:strVal val="1+#ppt_w/2"/>
                                          </p:val>
                                        </p:tav>
                                        <p:tav tm="100000">
                                          <p:val>
                                            <p:strVal val="#ppt_x"/>
                                          </p:val>
                                        </p:tav>
                                      </p:tavLst>
                                    </p:anim>
                                    <p:anim calcmode="lin" valueType="num">
                                      <p:cBhvr additive="base">
                                        <p:cTn id="21"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additive="base">
                                        <p:cTn id="26" dur="500" fill="hold"/>
                                        <p:tgtEl>
                                          <p:spTgt spid="25"/>
                                        </p:tgtEl>
                                        <p:attrNameLst>
                                          <p:attrName>ppt_x</p:attrName>
                                        </p:attrNameLst>
                                      </p:cBhvr>
                                      <p:tavLst>
                                        <p:tav tm="0">
                                          <p:val>
                                            <p:strVal val="1+#ppt_w/2"/>
                                          </p:val>
                                        </p:tav>
                                        <p:tav tm="100000">
                                          <p:val>
                                            <p:strVal val="#ppt_x"/>
                                          </p:val>
                                        </p:tav>
                                      </p:tavLst>
                                    </p:anim>
                                    <p:anim calcmode="lin" valueType="num">
                                      <p:cBhvr additive="base">
                                        <p:cTn id="27" dur="500" fill="hold"/>
                                        <p:tgtEl>
                                          <p:spTgt spid="25"/>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1+#ppt_w/2"/>
                                          </p:val>
                                        </p:tav>
                                        <p:tav tm="100000">
                                          <p:val>
                                            <p:strVal val="#ppt_x"/>
                                          </p:val>
                                        </p:tav>
                                      </p:tavLst>
                                    </p:anim>
                                    <p:anim calcmode="lin" valueType="num">
                                      <p:cBhvr additive="base">
                                        <p:cTn id="31"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24" grpId="0" animBg="1"/>
      <p:bldP spid="2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31A54A-8545-EA44-E20F-EFE9F87AF040}"/>
              </a:ext>
            </a:extLst>
          </p:cNvPr>
          <p:cNvSpPr>
            <a:spLocks noGrp="1"/>
          </p:cNvSpPr>
          <p:nvPr>
            <p:ph type="title"/>
          </p:nvPr>
        </p:nvSpPr>
        <p:spPr/>
        <p:txBody>
          <a:bodyPr/>
          <a:lstStyle/>
          <a:p>
            <a:pPr algn="ctr"/>
            <a:r>
              <a:rPr lang="es-BO" b="1" dirty="0"/>
              <a:t>LUCES PILOTO</a:t>
            </a:r>
          </a:p>
        </p:txBody>
      </p:sp>
      <p:pic>
        <p:nvPicPr>
          <p:cNvPr id="5" name="Marcador de contenido 4">
            <a:extLst>
              <a:ext uri="{FF2B5EF4-FFF2-40B4-BE49-F238E27FC236}">
                <a16:creationId xmlns:a16="http://schemas.microsoft.com/office/drawing/2014/main" id="{15AC9F81-DD22-1F8A-4FF1-A7C75318D560}"/>
              </a:ext>
            </a:extLst>
          </p:cNvPr>
          <p:cNvPicPr>
            <a:picLocks noGrp="1" noChangeAspect="1"/>
          </p:cNvPicPr>
          <p:nvPr>
            <p:ph idx="1"/>
          </p:nvPr>
        </p:nvPicPr>
        <p:blipFill rotWithShape="1">
          <a:blip r:embed="rId3"/>
          <a:srcRect l="15779" t="36302" r="27672" b="25299"/>
          <a:stretch/>
        </p:blipFill>
        <p:spPr>
          <a:xfrm>
            <a:off x="7534909" y="1764614"/>
            <a:ext cx="2735581" cy="4027380"/>
          </a:xfrm>
        </p:spPr>
      </p:pic>
      <p:sp>
        <p:nvSpPr>
          <p:cNvPr id="7" name="CuadroTexto 6">
            <a:extLst>
              <a:ext uri="{FF2B5EF4-FFF2-40B4-BE49-F238E27FC236}">
                <a16:creationId xmlns:a16="http://schemas.microsoft.com/office/drawing/2014/main" id="{2B3BE242-FD82-686D-0354-0FB857232667}"/>
              </a:ext>
            </a:extLst>
          </p:cNvPr>
          <p:cNvSpPr txBox="1"/>
          <p:nvPr/>
        </p:nvSpPr>
        <p:spPr>
          <a:xfrm>
            <a:off x="1485900" y="1849094"/>
            <a:ext cx="4610100" cy="2308324"/>
          </a:xfrm>
          <a:prstGeom prst="rect">
            <a:avLst/>
          </a:prstGeom>
          <a:noFill/>
        </p:spPr>
        <p:txBody>
          <a:bodyPr wrap="square">
            <a:spAutoFit/>
          </a:bodyPr>
          <a:lstStyle/>
          <a:p>
            <a:endParaRPr lang="es-MX" sz="2400" dirty="0">
              <a:latin typeface="+mj-lt"/>
            </a:endParaRPr>
          </a:p>
          <a:p>
            <a:pPr algn="l"/>
            <a:r>
              <a:rPr lang="es-MX" sz="2400" b="0" i="0" dirty="0">
                <a:effectLst/>
                <a:latin typeface="+mj-lt"/>
              </a:rPr>
              <a:t>Las luces piloto están disponibles para brindar control visual de que se está llevando a cabo una función eléctrica en una ubicación local o remota</a:t>
            </a:r>
          </a:p>
        </p:txBody>
      </p:sp>
    </p:spTree>
    <p:extLst>
      <p:ext uri="{BB962C8B-B14F-4D97-AF65-F5344CB8AC3E}">
        <p14:creationId xmlns:p14="http://schemas.microsoft.com/office/powerpoint/2010/main" val="27583240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EE39319-7A43-DAF3-49AB-B68155AE2C6A}"/>
              </a:ext>
            </a:extLst>
          </p:cNvPr>
          <p:cNvSpPr>
            <a:spLocks noGrp="1"/>
          </p:cNvSpPr>
          <p:nvPr>
            <p:ph type="title"/>
          </p:nvPr>
        </p:nvSpPr>
        <p:spPr/>
        <p:txBody>
          <a:bodyPr/>
          <a:lstStyle/>
          <a:p>
            <a:r>
              <a:rPr lang="es-BO" dirty="0"/>
              <a:t>ESQUEMAS</a:t>
            </a:r>
          </a:p>
        </p:txBody>
      </p:sp>
    </p:spTree>
    <p:extLst>
      <p:ext uri="{BB962C8B-B14F-4D97-AF65-F5344CB8AC3E}">
        <p14:creationId xmlns:p14="http://schemas.microsoft.com/office/powerpoint/2010/main" val="3566755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6F57CD-BC72-B5AC-6A66-3980A6668B67}"/>
              </a:ext>
            </a:extLst>
          </p:cNvPr>
          <p:cNvSpPr>
            <a:spLocks noGrp="1"/>
          </p:cNvSpPr>
          <p:nvPr>
            <p:ph type="title"/>
          </p:nvPr>
        </p:nvSpPr>
        <p:spPr>
          <a:xfrm>
            <a:off x="662609" y="444057"/>
            <a:ext cx="10921055" cy="589613"/>
          </a:xfrm>
        </p:spPr>
        <p:txBody>
          <a:bodyPr>
            <a:normAutofit fontScale="90000"/>
          </a:bodyPr>
          <a:lstStyle/>
          <a:p>
            <a:pPr algn="ctr"/>
            <a:r>
              <a:rPr lang="es-BO" b="1" dirty="0">
                <a:effectLst>
                  <a:outerShdw blurRad="38100" dist="38100" dir="2700000" algn="tl">
                    <a:srgbClr val="000000">
                      <a:alpha val="43137"/>
                    </a:srgbClr>
                  </a:outerShdw>
                </a:effectLst>
              </a:rPr>
              <a:t>Diagrama P&amp;ID</a:t>
            </a: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963" y="1033670"/>
            <a:ext cx="11300346" cy="5231359"/>
          </a:xfrm>
          <a:prstGeom prst="rect">
            <a:avLst/>
          </a:prstGeom>
        </p:spPr>
      </p:pic>
    </p:spTree>
    <p:extLst>
      <p:ext uri="{BB962C8B-B14F-4D97-AF65-F5344CB8AC3E}">
        <p14:creationId xmlns:p14="http://schemas.microsoft.com/office/powerpoint/2010/main" val="32131024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6F57CD-BC72-B5AC-6A66-3980A6668B67}"/>
              </a:ext>
            </a:extLst>
          </p:cNvPr>
          <p:cNvSpPr>
            <a:spLocks noGrp="1"/>
          </p:cNvSpPr>
          <p:nvPr>
            <p:ph type="title"/>
          </p:nvPr>
        </p:nvSpPr>
        <p:spPr>
          <a:xfrm>
            <a:off x="662609" y="444057"/>
            <a:ext cx="10921055" cy="589613"/>
          </a:xfrm>
        </p:spPr>
        <p:txBody>
          <a:bodyPr>
            <a:normAutofit fontScale="90000"/>
          </a:bodyPr>
          <a:lstStyle/>
          <a:p>
            <a:pPr algn="ctr"/>
            <a:r>
              <a:rPr lang="es-BO" b="1" dirty="0">
                <a:effectLst>
                  <a:outerShdw blurRad="38100" dist="38100" dir="2700000" algn="tl">
                    <a:srgbClr val="000000">
                      <a:alpha val="43137"/>
                    </a:srgbClr>
                  </a:outerShdw>
                </a:effectLst>
              </a:rPr>
              <a:t>Esquema eléctrico</a:t>
            </a: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609" y="1033671"/>
            <a:ext cx="10921055" cy="5394426"/>
          </a:xfrm>
          <a:prstGeom prst="rect">
            <a:avLst/>
          </a:prstGeom>
        </p:spPr>
      </p:pic>
    </p:spTree>
    <p:extLst>
      <p:ext uri="{BB962C8B-B14F-4D97-AF65-F5344CB8AC3E}">
        <p14:creationId xmlns:p14="http://schemas.microsoft.com/office/powerpoint/2010/main" val="42165308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ACEEE3EF-2146-D1BB-31F9-87F2DD9C3ADA}"/>
              </a:ext>
            </a:extLst>
          </p:cNvPr>
          <p:cNvSpPr>
            <a:spLocks noGrp="1"/>
          </p:cNvSpPr>
          <p:nvPr>
            <p:ph type="title"/>
          </p:nvPr>
        </p:nvSpPr>
        <p:spPr/>
        <p:txBody>
          <a:bodyPr/>
          <a:lstStyle/>
          <a:p>
            <a:r>
              <a:rPr lang="es-BO" sz="4800" dirty="0"/>
              <a:t>Caracterización de los componentes</a:t>
            </a:r>
          </a:p>
        </p:txBody>
      </p:sp>
    </p:spTree>
    <p:extLst>
      <p:ext uri="{BB962C8B-B14F-4D97-AF65-F5344CB8AC3E}">
        <p14:creationId xmlns:p14="http://schemas.microsoft.com/office/powerpoint/2010/main" val="4058396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42225B-12D1-3DE6-6F8B-4116D930FD73}"/>
              </a:ext>
            </a:extLst>
          </p:cNvPr>
          <p:cNvSpPr>
            <a:spLocks noGrp="1"/>
          </p:cNvSpPr>
          <p:nvPr>
            <p:ph type="title"/>
          </p:nvPr>
        </p:nvSpPr>
        <p:spPr/>
        <p:txBody>
          <a:bodyPr/>
          <a:lstStyle/>
          <a:p>
            <a:r>
              <a:rPr lang="es-BO" dirty="0"/>
              <a:t>ACTUADORES</a:t>
            </a:r>
          </a:p>
        </p:txBody>
      </p:sp>
    </p:spTree>
    <p:extLst>
      <p:ext uri="{BB962C8B-B14F-4D97-AF65-F5344CB8AC3E}">
        <p14:creationId xmlns:p14="http://schemas.microsoft.com/office/powerpoint/2010/main" val="26311165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052355" y="613138"/>
            <a:ext cx="6892834" cy="488224"/>
          </a:xfrm>
        </p:spPr>
        <p:txBody>
          <a:bodyPr>
            <a:noAutofit/>
          </a:bodyPr>
          <a:lstStyle/>
          <a:p>
            <a:pPr lvl="0"/>
            <a:r>
              <a:rPr lang="en-US" altLang="en-US" sz="3600" b="1" dirty="0">
                <a:solidFill>
                  <a:schemeClr val="tx1"/>
                </a:solidFill>
              </a:rPr>
              <a:t>VARIADOR DE FRECUENCIA</a:t>
            </a:r>
            <a:endParaRPr lang="en-US" sz="3600" b="1" dirty="0">
              <a:solidFill>
                <a:schemeClr val="tx1"/>
              </a:solidFill>
            </a:endParaRPr>
          </a:p>
        </p:txBody>
      </p:sp>
      <p:sp>
        <p:nvSpPr>
          <p:cNvPr id="3" name="Marcador de contenido 2"/>
          <p:cNvSpPr>
            <a:spLocks noGrp="1"/>
          </p:cNvSpPr>
          <p:nvPr>
            <p:ph idx="1"/>
          </p:nvPr>
        </p:nvSpPr>
        <p:spPr>
          <a:xfrm>
            <a:off x="1066800" y="1827711"/>
            <a:ext cx="6346874" cy="3975463"/>
          </a:xfrm>
        </p:spPr>
        <p:txBody>
          <a:bodyPr>
            <a:normAutofit fontScale="92500" lnSpcReduction="10000"/>
          </a:bodyPr>
          <a:lstStyle/>
          <a:p>
            <a:pPr marL="0" lvl="0" indent="0" algn="just" eaLnBrk="0" fontAlgn="base" hangingPunct="0">
              <a:spcBef>
                <a:spcPct val="0"/>
              </a:spcBef>
              <a:spcAft>
                <a:spcPct val="0"/>
              </a:spcAft>
              <a:buClrTx/>
              <a:buNone/>
            </a:pPr>
            <a:r>
              <a:rPr lang="en-US" altLang="en-US" sz="2400" b="1" dirty="0">
                <a:solidFill>
                  <a:srgbClr val="222222"/>
                </a:solidFill>
                <a:latin typeface="Libre Baskerville"/>
              </a:rPr>
              <a:t>La </a:t>
            </a:r>
            <a:r>
              <a:rPr lang="en-US" altLang="en-US" sz="2400" b="1" dirty="0" err="1">
                <a:solidFill>
                  <a:srgbClr val="222222"/>
                </a:solidFill>
                <a:latin typeface="Libre Baskerville"/>
              </a:rPr>
              <a:t>velocidad</a:t>
            </a:r>
            <a:r>
              <a:rPr lang="en-US" altLang="en-US" sz="2400" b="1" dirty="0">
                <a:solidFill>
                  <a:srgbClr val="222222"/>
                </a:solidFill>
                <a:latin typeface="Libre Baskerville"/>
              </a:rPr>
              <a:t> </a:t>
            </a:r>
            <a:r>
              <a:rPr lang="en-US" altLang="en-US" sz="2400" dirty="0" err="1">
                <a:solidFill>
                  <a:srgbClr val="222222"/>
                </a:solidFill>
                <a:latin typeface="Libre Baskerville"/>
              </a:rPr>
              <a:t>síncrona</a:t>
            </a:r>
            <a:r>
              <a:rPr lang="en-US" altLang="en-US" sz="2400" dirty="0">
                <a:solidFill>
                  <a:srgbClr val="222222"/>
                </a:solidFill>
                <a:latin typeface="Libre Baskerville"/>
              </a:rPr>
              <a:t> de un motor de </a:t>
            </a:r>
            <a:r>
              <a:rPr lang="en-US" altLang="en-US" sz="2400" dirty="0" err="1">
                <a:solidFill>
                  <a:srgbClr val="222222"/>
                </a:solidFill>
                <a:latin typeface="Libre Baskerville"/>
              </a:rPr>
              <a:t>corriente</a:t>
            </a:r>
            <a:r>
              <a:rPr lang="en-US" altLang="en-US" sz="2400" dirty="0">
                <a:solidFill>
                  <a:srgbClr val="222222"/>
                </a:solidFill>
                <a:latin typeface="Libre Baskerville"/>
              </a:rPr>
              <a:t> </a:t>
            </a:r>
            <a:r>
              <a:rPr lang="en-US" altLang="en-US" sz="2400" dirty="0" err="1">
                <a:solidFill>
                  <a:srgbClr val="222222"/>
                </a:solidFill>
                <a:latin typeface="Libre Baskerville"/>
              </a:rPr>
              <a:t>alterna</a:t>
            </a:r>
            <a:r>
              <a:rPr lang="en-US" altLang="en-US" sz="2400" dirty="0">
                <a:solidFill>
                  <a:srgbClr val="222222"/>
                </a:solidFill>
                <a:latin typeface="Libre Baskerville"/>
              </a:rPr>
              <a:t> (CA) </a:t>
            </a:r>
            <a:r>
              <a:rPr lang="en-US" altLang="en-US" sz="2400" b="1" dirty="0" err="1">
                <a:solidFill>
                  <a:srgbClr val="222222"/>
                </a:solidFill>
                <a:latin typeface="Libre Baskerville"/>
              </a:rPr>
              <a:t>está</a:t>
            </a:r>
            <a:r>
              <a:rPr lang="en-US" altLang="en-US" sz="2400" b="1" dirty="0">
                <a:solidFill>
                  <a:srgbClr val="222222"/>
                </a:solidFill>
                <a:latin typeface="Libre Baskerville"/>
              </a:rPr>
              <a:t> </a:t>
            </a:r>
            <a:r>
              <a:rPr lang="en-US" altLang="en-US" sz="2400" b="1" dirty="0" err="1">
                <a:solidFill>
                  <a:srgbClr val="222222"/>
                </a:solidFill>
                <a:latin typeface="Libre Baskerville"/>
              </a:rPr>
              <a:t>determinada</a:t>
            </a:r>
            <a:r>
              <a:rPr lang="en-US" altLang="en-US" sz="2400" b="1" dirty="0">
                <a:solidFill>
                  <a:srgbClr val="222222"/>
                </a:solidFill>
                <a:latin typeface="Libre Baskerville"/>
              </a:rPr>
              <a:t> </a:t>
            </a:r>
            <a:r>
              <a:rPr lang="en-US" altLang="en-US" sz="2400" b="1" dirty="0" err="1">
                <a:solidFill>
                  <a:srgbClr val="222222"/>
                </a:solidFill>
                <a:latin typeface="Libre Baskerville"/>
              </a:rPr>
              <a:t>por</a:t>
            </a:r>
            <a:r>
              <a:rPr lang="en-US" altLang="en-US" sz="2400" b="1" dirty="0">
                <a:solidFill>
                  <a:srgbClr val="222222"/>
                </a:solidFill>
                <a:latin typeface="Libre Baskerville"/>
              </a:rPr>
              <a:t> la </a:t>
            </a:r>
            <a:r>
              <a:rPr lang="en-US" altLang="en-US" sz="2400" b="1" dirty="0" err="1">
                <a:solidFill>
                  <a:srgbClr val="222222"/>
                </a:solidFill>
                <a:latin typeface="Libre Baskerville"/>
              </a:rPr>
              <a:t>frecuencia</a:t>
            </a:r>
            <a:r>
              <a:rPr lang="en-US" altLang="en-US" sz="2400" b="1" dirty="0">
                <a:solidFill>
                  <a:srgbClr val="222222"/>
                </a:solidFill>
                <a:latin typeface="Libre Baskerville"/>
              </a:rPr>
              <a:t> </a:t>
            </a:r>
            <a:r>
              <a:rPr lang="en-US" altLang="en-US" sz="2400" dirty="0">
                <a:solidFill>
                  <a:srgbClr val="222222"/>
                </a:solidFill>
                <a:latin typeface="Libre Baskerville"/>
              </a:rPr>
              <a:t>de AC </a:t>
            </a:r>
            <a:r>
              <a:rPr lang="en-US" altLang="en-US" sz="2400" dirty="0" err="1">
                <a:solidFill>
                  <a:srgbClr val="222222"/>
                </a:solidFill>
                <a:latin typeface="Libre Baskerville"/>
              </a:rPr>
              <a:t>suministrada</a:t>
            </a:r>
            <a:r>
              <a:rPr lang="en-US" altLang="en-US" sz="2400" dirty="0">
                <a:solidFill>
                  <a:srgbClr val="222222"/>
                </a:solidFill>
                <a:latin typeface="Libre Baskerville"/>
              </a:rPr>
              <a:t> y el </a:t>
            </a:r>
            <a:r>
              <a:rPr lang="en-US" altLang="en-US" sz="2400" dirty="0" err="1">
                <a:solidFill>
                  <a:srgbClr val="222222"/>
                </a:solidFill>
                <a:latin typeface="Libre Baskerville"/>
              </a:rPr>
              <a:t>número</a:t>
            </a:r>
            <a:r>
              <a:rPr lang="en-US" altLang="en-US" sz="2400" dirty="0">
                <a:solidFill>
                  <a:srgbClr val="222222"/>
                </a:solidFill>
                <a:latin typeface="Libre Baskerville"/>
              </a:rPr>
              <a:t> de polos </a:t>
            </a:r>
            <a:r>
              <a:rPr lang="en-US" altLang="en-US" sz="2400" dirty="0" err="1">
                <a:solidFill>
                  <a:srgbClr val="222222"/>
                </a:solidFill>
                <a:latin typeface="Libre Baskerville"/>
              </a:rPr>
              <a:t>en</a:t>
            </a:r>
            <a:r>
              <a:rPr lang="en-US" altLang="en-US" sz="2400" dirty="0">
                <a:solidFill>
                  <a:srgbClr val="222222"/>
                </a:solidFill>
                <a:latin typeface="Libre Baskerville"/>
              </a:rPr>
              <a:t> el </a:t>
            </a:r>
            <a:r>
              <a:rPr lang="en-US" altLang="en-US" sz="2400" dirty="0" err="1">
                <a:solidFill>
                  <a:srgbClr val="222222"/>
                </a:solidFill>
                <a:latin typeface="Libre Baskerville"/>
              </a:rPr>
              <a:t>estator</a:t>
            </a:r>
            <a:r>
              <a:rPr lang="en-US" altLang="en-US" sz="2400" dirty="0">
                <a:solidFill>
                  <a:srgbClr val="222222"/>
                </a:solidFill>
                <a:latin typeface="Libre Baskerville"/>
              </a:rPr>
              <a:t>, de </a:t>
            </a:r>
            <a:r>
              <a:rPr lang="en-US" altLang="en-US" sz="2400" dirty="0" err="1">
                <a:solidFill>
                  <a:srgbClr val="222222"/>
                </a:solidFill>
                <a:latin typeface="Libre Baskerville"/>
              </a:rPr>
              <a:t>acuerdo</a:t>
            </a:r>
            <a:r>
              <a:rPr lang="en-US" altLang="en-US" sz="2400" dirty="0">
                <a:solidFill>
                  <a:srgbClr val="222222"/>
                </a:solidFill>
                <a:latin typeface="Libre Baskerville"/>
              </a:rPr>
              <a:t> con la </a:t>
            </a:r>
            <a:r>
              <a:rPr lang="en-US" altLang="en-US" sz="2400" dirty="0" err="1">
                <a:solidFill>
                  <a:srgbClr val="222222"/>
                </a:solidFill>
                <a:latin typeface="Libre Baskerville"/>
              </a:rPr>
              <a:t>relación</a:t>
            </a:r>
            <a:r>
              <a:rPr lang="en-US" altLang="en-US" sz="2400" dirty="0">
                <a:solidFill>
                  <a:srgbClr val="222222"/>
                </a:solidFill>
                <a:latin typeface="Libre Baskerville"/>
              </a:rPr>
              <a:t>:</a:t>
            </a:r>
            <a:endParaRPr lang="en-US" altLang="en-US" sz="2400" dirty="0"/>
          </a:p>
          <a:p>
            <a:pPr marL="0" lvl="0" indent="0" algn="just" eaLnBrk="0" fontAlgn="base" hangingPunct="0">
              <a:spcBef>
                <a:spcPct val="0"/>
              </a:spcBef>
              <a:spcAft>
                <a:spcPct val="0"/>
              </a:spcAft>
              <a:buClrTx/>
              <a:buNone/>
            </a:pPr>
            <a:r>
              <a:rPr lang="en-US" altLang="en-US" sz="2400" dirty="0">
                <a:solidFill>
                  <a:srgbClr val="222222"/>
                </a:solidFill>
                <a:latin typeface="Libre Baskerville"/>
              </a:rPr>
              <a:t>  </a:t>
            </a:r>
          </a:p>
          <a:p>
            <a:pPr marL="0" lvl="0" indent="0" algn="just" eaLnBrk="0" fontAlgn="base" hangingPunct="0">
              <a:spcBef>
                <a:spcPct val="0"/>
              </a:spcBef>
              <a:spcAft>
                <a:spcPct val="0"/>
              </a:spcAft>
              <a:buClrTx/>
              <a:buNone/>
            </a:pPr>
            <a:endParaRPr lang="en-US" altLang="en-US" sz="2400" dirty="0"/>
          </a:p>
          <a:p>
            <a:pPr marL="0" lvl="0" indent="0" algn="just" eaLnBrk="0" fontAlgn="base" hangingPunct="0">
              <a:spcBef>
                <a:spcPct val="0"/>
              </a:spcBef>
              <a:spcAft>
                <a:spcPct val="0"/>
              </a:spcAft>
              <a:buClrTx/>
              <a:buNone/>
            </a:pPr>
            <a:r>
              <a:rPr lang="en-US" altLang="en-US" sz="2400" dirty="0" err="1">
                <a:solidFill>
                  <a:srgbClr val="222222"/>
                </a:solidFill>
                <a:latin typeface="Libre Baskerville"/>
              </a:rPr>
              <a:t>Donde</a:t>
            </a:r>
            <a:r>
              <a:rPr lang="en-US" altLang="en-US" sz="2400" dirty="0">
                <a:solidFill>
                  <a:srgbClr val="222222"/>
                </a:solidFill>
                <a:latin typeface="Libre Baskerville"/>
              </a:rPr>
              <a:t>:</a:t>
            </a:r>
          </a:p>
          <a:p>
            <a:pPr marL="0" lvl="0" indent="0" algn="just" eaLnBrk="0" fontAlgn="base" hangingPunct="0">
              <a:spcBef>
                <a:spcPct val="0"/>
              </a:spcBef>
              <a:spcAft>
                <a:spcPct val="0"/>
              </a:spcAft>
              <a:buClrTx/>
              <a:buNone/>
            </a:pPr>
            <a:endParaRPr lang="en-US" altLang="en-US" sz="2400" dirty="0">
              <a:solidFill>
                <a:srgbClr val="222222"/>
              </a:solidFill>
              <a:latin typeface="Libre Baskerville"/>
            </a:endParaRPr>
          </a:p>
          <a:p>
            <a:pPr marL="0" lvl="0" indent="0" algn="just" eaLnBrk="0" fontAlgn="base" hangingPunct="0">
              <a:spcBef>
                <a:spcPct val="0"/>
              </a:spcBef>
              <a:spcAft>
                <a:spcPct val="0"/>
              </a:spcAft>
              <a:buClrTx/>
              <a:buNone/>
            </a:pPr>
            <a:r>
              <a:rPr lang="en-US" altLang="en-US" sz="2400" b="1" dirty="0">
                <a:solidFill>
                  <a:srgbClr val="222222"/>
                </a:solidFill>
                <a:latin typeface="Libre Baskerville"/>
              </a:rPr>
              <a:t>RPM = </a:t>
            </a:r>
            <a:r>
              <a:rPr lang="en-US" altLang="en-US" sz="2400" dirty="0" err="1">
                <a:solidFill>
                  <a:srgbClr val="222222"/>
                </a:solidFill>
                <a:latin typeface="Libre Baskerville"/>
              </a:rPr>
              <a:t>Revoluciones</a:t>
            </a:r>
            <a:r>
              <a:rPr lang="en-US" altLang="en-US" sz="2400" dirty="0">
                <a:solidFill>
                  <a:srgbClr val="222222"/>
                </a:solidFill>
                <a:latin typeface="Libre Baskerville"/>
              </a:rPr>
              <a:t> </a:t>
            </a:r>
            <a:r>
              <a:rPr lang="en-US" altLang="en-US" sz="2400" dirty="0" err="1">
                <a:solidFill>
                  <a:srgbClr val="222222"/>
                </a:solidFill>
                <a:latin typeface="Libre Baskerville"/>
              </a:rPr>
              <a:t>por</a:t>
            </a:r>
            <a:r>
              <a:rPr lang="en-US" altLang="en-US" sz="2400" dirty="0">
                <a:solidFill>
                  <a:srgbClr val="222222"/>
                </a:solidFill>
                <a:latin typeface="Libre Baskerville"/>
              </a:rPr>
              <a:t> </a:t>
            </a:r>
            <a:r>
              <a:rPr lang="en-US" altLang="en-US" sz="2400" dirty="0" err="1">
                <a:solidFill>
                  <a:srgbClr val="222222"/>
                </a:solidFill>
                <a:latin typeface="Libre Baskerville"/>
              </a:rPr>
              <a:t>minuto</a:t>
            </a:r>
            <a:endParaRPr lang="en-US" altLang="en-US" sz="2400" dirty="0">
              <a:solidFill>
                <a:srgbClr val="222222"/>
              </a:solidFill>
              <a:latin typeface="Libre Baskerville"/>
            </a:endParaRPr>
          </a:p>
          <a:p>
            <a:pPr marL="0" lvl="0" indent="0" algn="just" eaLnBrk="0" fontAlgn="base" hangingPunct="0">
              <a:spcBef>
                <a:spcPct val="0"/>
              </a:spcBef>
              <a:spcAft>
                <a:spcPct val="0"/>
              </a:spcAft>
              <a:buClrTx/>
              <a:buNone/>
            </a:pPr>
            <a:r>
              <a:rPr lang="en-US" altLang="en-US" sz="2400" b="1" dirty="0">
                <a:solidFill>
                  <a:srgbClr val="222222"/>
                </a:solidFill>
                <a:latin typeface="Libre Baskerville"/>
              </a:rPr>
              <a:t>f = </a:t>
            </a:r>
            <a:r>
              <a:rPr lang="en-US" altLang="en-US" sz="2400" dirty="0" err="1">
                <a:solidFill>
                  <a:srgbClr val="222222"/>
                </a:solidFill>
                <a:latin typeface="Libre Baskerville"/>
              </a:rPr>
              <a:t>frecuencia</a:t>
            </a:r>
            <a:r>
              <a:rPr lang="en-US" altLang="en-US" sz="2400" dirty="0">
                <a:solidFill>
                  <a:srgbClr val="222222"/>
                </a:solidFill>
                <a:latin typeface="Libre Baskerville"/>
              </a:rPr>
              <a:t> de </a:t>
            </a:r>
            <a:r>
              <a:rPr lang="en-US" altLang="en-US" sz="2400" dirty="0" err="1">
                <a:solidFill>
                  <a:srgbClr val="222222"/>
                </a:solidFill>
                <a:latin typeface="Libre Baskerville"/>
              </a:rPr>
              <a:t>suministro</a:t>
            </a:r>
            <a:r>
              <a:rPr lang="en-US" altLang="en-US" sz="2400" dirty="0">
                <a:solidFill>
                  <a:srgbClr val="222222"/>
                </a:solidFill>
                <a:latin typeface="Libre Baskerville"/>
              </a:rPr>
              <a:t> AC (</a:t>
            </a:r>
            <a:r>
              <a:rPr lang="en-US" altLang="en-US" sz="2400" dirty="0" err="1">
                <a:solidFill>
                  <a:srgbClr val="222222"/>
                </a:solidFill>
                <a:latin typeface="Libre Baskerville"/>
              </a:rPr>
              <a:t>Hercio</a:t>
            </a:r>
            <a:r>
              <a:rPr lang="en-US" altLang="en-US" sz="2400" dirty="0">
                <a:solidFill>
                  <a:srgbClr val="222222"/>
                </a:solidFill>
                <a:latin typeface="Libre Baskerville"/>
              </a:rPr>
              <a:t>)</a:t>
            </a:r>
          </a:p>
          <a:p>
            <a:pPr marL="0" lvl="0" indent="0" algn="just" eaLnBrk="0" fontAlgn="base" hangingPunct="0">
              <a:spcBef>
                <a:spcPct val="0"/>
              </a:spcBef>
              <a:spcAft>
                <a:spcPct val="0"/>
              </a:spcAft>
              <a:buClrTx/>
              <a:buNone/>
            </a:pPr>
            <a:r>
              <a:rPr lang="en-US" altLang="en-US" sz="2400" b="1" dirty="0">
                <a:solidFill>
                  <a:srgbClr val="222222"/>
                </a:solidFill>
                <a:latin typeface="Libre Baskerville"/>
              </a:rPr>
              <a:t>p = </a:t>
            </a:r>
            <a:r>
              <a:rPr lang="en-US" altLang="en-US" sz="2400" dirty="0" err="1">
                <a:solidFill>
                  <a:srgbClr val="222222"/>
                </a:solidFill>
                <a:latin typeface="Libre Baskerville"/>
              </a:rPr>
              <a:t>Número</a:t>
            </a:r>
            <a:r>
              <a:rPr lang="en-US" altLang="en-US" sz="2400" dirty="0">
                <a:solidFill>
                  <a:srgbClr val="222222"/>
                </a:solidFill>
                <a:latin typeface="Libre Baskerville"/>
              </a:rPr>
              <a:t> de </a:t>
            </a:r>
            <a:r>
              <a:rPr lang="en-US" altLang="en-US" sz="2400" dirty="0" err="1">
                <a:solidFill>
                  <a:srgbClr val="222222"/>
                </a:solidFill>
                <a:latin typeface="Libre Baskerville"/>
              </a:rPr>
              <a:t>polos</a:t>
            </a:r>
            <a:endParaRPr lang="en-US" altLang="en-US" sz="11500" dirty="0">
              <a:solidFill>
                <a:srgbClr val="222222"/>
              </a:solidFill>
              <a:latin typeface="Libre Baskerville"/>
            </a:endParaRPr>
          </a:p>
          <a:p>
            <a:pPr marL="0" indent="0">
              <a:buNone/>
            </a:pPr>
            <a:endParaRPr lang="en-US" dirty="0"/>
          </a:p>
        </p:txBody>
      </p:sp>
      <p:sp>
        <p:nvSpPr>
          <p:cNvPr id="5" name="Flecha derecha 4"/>
          <p:cNvSpPr/>
          <p:nvPr/>
        </p:nvSpPr>
        <p:spPr>
          <a:xfrm>
            <a:off x="5336345" y="3632563"/>
            <a:ext cx="2133600" cy="79520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 name="Nube 5"/>
          <p:cNvSpPr/>
          <p:nvPr/>
        </p:nvSpPr>
        <p:spPr>
          <a:xfrm>
            <a:off x="8003177" y="2777216"/>
            <a:ext cx="3326674" cy="2251167"/>
          </a:xfrm>
          <a:prstGeom prst="cloud">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8" name="Picture 2" descr="RPM"/>
          <p:cNvPicPr>
            <a:picLocks noChangeAspect="1" noChangeArrowheads="1"/>
          </p:cNvPicPr>
          <p:nvPr/>
        </p:nvPicPr>
        <p:blipFill rotWithShape="1">
          <a:blip r:embed="rId2">
            <a:extLst>
              <a:ext uri="{28A0092B-C50C-407E-A947-70E740481C1C}">
                <a14:useLocalDpi xmlns:a14="http://schemas.microsoft.com/office/drawing/2010/main" val="0"/>
              </a:ext>
            </a:extLst>
          </a:blip>
          <a:srcRect l="3424" t="11162" r="4119" b="6707"/>
          <a:stretch/>
        </p:blipFill>
        <p:spPr bwMode="auto">
          <a:xfrm>
            <a:off x="8534399" y="3378926"/>
            <a:ext cx="2351315" cy="923108"/>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p:cNvSpPr/>
          <p:nvPr/>
        </p:nvSpPr>
        <p:spPr>
          <a:xfrm>
            <a:off x="858940" y="1385291"/>
            <a:ext cx="4186531" cy="369332"/>
          </a:xfrm>
          <a:prstGeom prst="rect">
            <a:avLst/>
          </a:prstGeom>
        </p:spPr>
        <p:txBody>
          <a:bodyPr wrap="none">
            <a:spAutoFit/>
          </a:bodyPr>
          <a:lstStyle/>
          <a:p>
            <a:r>
              <a:rPr lang="en-US" altLang="en-US" b="1" dirty="0"/>
              <a:t>PRINCIPIO DE FUNCIONAMIENTO</a:t>
            </a:r>
            <a:endParaRPr lang="en-US" dirty="0"/>
          </a:p>
        </p:txBody>
      </p:sp>
      <p:sp>
        <p:nvSpPr>
          <p:cNvPr id="7" name="Rectángulo redondeado 6"/>
          <p:cNvSpPr/>
          <p:nvPr/>
        </p:nvSpPr>
        <p:spPr>
          <a:xfrm>
            <a:off x="1066800" y="1754623"/>
            <a:ext cx="6403145" cy="1685263"/>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0814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769594"/>
            <a:ext cx="10058400" cy="1059206"/>
          </a:xfrm>
        </p:spPr>
        <p:txBody>
          <a:bodyPr/>
          <a:lstStyle/>
          <a:p>
            <a:r>
              <a:rPr lang="es-BO" b="1" dirty="0"/>
              <a:t>VARIADOR DE FRECUENCIA</a:t>
            </a:r>
            <a:endParaRPr lang="en-US" dirty="0"/>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72782" y="2014194"/>
            <a:ext cx="7515509" cy="3932237"/>
          </a:xfrm>
        </p:spPr>
      </p:pic>
    </p:spTree>
    <p:extLst>
      <p:ext uri="{BB962C8B-B14F-4D97-AF65-F5344CB8AC3E}">
        <p14:creationId xmlns:p14="http://schemas.microsoft.com/office/powerpoint/2010/main" val="14789065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Esquema variador frecuenc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4720" y="1819274"/>
            <a:ext cx="6172200" cy="3219451"/>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p:cNvSpPr/>
          <p:nvPr/>
        </p:nvSpPr>
        <p:spPr>
          <a:xfrm>
            <a:off x="1139847" y="684014"/>
            <a:ext cx="10381946" cy="646331"/>
          </a:xfrm>
          <a:prstGeom prst="rect">
            <a:avLst/>
          </a:prstGeom>
        </p:spPr>
        <p:txBody>
          <a:bodyPr wrap="none">
            <a:spAutoFit/>
          </a:bodyPr>
          <a:lstStyle/>
          <a:p>
            <a:pPr algn="ctr"/>
            <a:r>
              <a:rPr lang="en-US" sz="3600" b="1" dirty="0" err="1">
                <a:solidFill>
                  <a:srgbClr val="303030"/>
                </a:solidFill>
                <a:latin typeface="+mj-lt"/>
              </a:rPr>
              <a:t>Esquema</a:t>
            </a:r>
            <a:r>
              <a:rPr lang="en-US" sz="3600" b="1" dirty="0">
                <a:solidFill>
                  <a:srgbClr val="303030"/>
                </a:solidFill>
                <a:latin typeface="+mj-lt"/>
              </a:rPr>
              <a:t> del </a:t>
            </a:r>
            <a:r>
              <a:rPr lang="en-US" sz="3600" b="1" dirty="0" err="1">
                <a:solidFill>
                  <a:srgbClr val="303030"/>
                </a:solidFill>
                <a:latin typeface="+mj-lt"/>
              </a:rPr>
              <a:t>funcionamiento</a:t>
            </a:r>
            <a:r>
              <a:rPr lang="en-US" sz="3600" b="1" dirty="0">
                <a:solidFill>
                  <a:srgbClr val="303030"/>
                </a:solidFill>
                <a:latin typeface="+mj-lt"/>
              </a:rPr>
              <a:t> </a:t>
            </a:r>
            <a:r>
              <a:rPr lang="en-US" sz="3600" b="1" dirty="0" err="1">
                <a:solidFill>
                  <a:srgbClr val="303030"/>
                </a:solidFill>
                <a:latin typeface="+mj-lt"/>
              </a:rPr>
              <a:t>variador</a:t>
            </a:r>
            <a:r>
              <a:rPr lang="en-US" sz="3600" b="1" dirty="0">
                <a:solidFill>
                  <a:srgbClr val="303030"/>
                </a:solidFill>
                <a:latin typeface="+mj-lt"/>
              </a:rPr>
              <a:t> de </a:t>
            </a:r>
            <a:r>
              <a:rPr lang="en-US" sz="3600" b="1" dirty="0" err="1">
                <a:solidFill>
                  <a:srgbClr val="303030"/>
                </a:solidFill>
                <a:latin typeface="+mj-lt"/>
              </a:rPr>
              <a:t>frecuencia</a:t>
            </a:r>
            <a:endParaRPr lang="en-US" sz="3600" b="1" dirty="0">
              <a:latin typeface="+mj-lt"/>
            </a:endParaRPr>
          </a:p>
        </p:txBody>
      </p:sp>
    </p:spTree>
    <p:extLst>
      <p:ext uri="{BB962C8B-B14F-4D97-AF65-F5344CB8AC3E}">
        <p14:creationId xmlns:p14="http://schemas.microsoft.com/office/powerpoint/2010/main" val="14858906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Rectificación corriente en variad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431" y="491603"/>
            <a:ext cx="3454764" cy="3219451"/>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Eliminación rizado señal rectificad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8339" y="1844988"/>
            <a:ext cx="3589111" cy="3219451"/>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Conversión corriente continua en alterna"/>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427450" y="2652457"/>
            <a:ext cx="4246427" cy="3390901"/>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redondeado 6"/>
          <p:cNvSpPr/>
          <p:nvPr/>
        </p:nvSpPr>
        <p:spPr>
          <a:xfrm>
            <a:off x="923109" y="3917475"/>
            <a:ext cx="2107474" cy="759027"/>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en-US" dirty="0" err="1">
                <a:ln>
                  <a:solidFill>
                    <a:sysClr val="windowText" lastClr="000000"/>
                  </a:solidFill>
                </a:ln>
                <a:solidFill>
                  <a:sysClr val="windowText" lastClr="000000"/>
                </a:solidFill>
              </a:rPr>
              <a:t>Rectificación</a:t>
            </a:r>
            <a:r>
              <a:rPr lang="en-US" altLang="en-US" dirty="0">
                <a:ln>
                  <a:solidFill>
                    <a:sysClr val="windowText" lastClr="000000"/>
                  </a:solidFill>
                </a:ln>
                <a:solidFill>
                  <a:sysClr val="windowText" lastClr="000000"/>
                </a:solidFill>
              </a:rPr>
              <a:t> de la </a:t>
            </a:r>
            <a:r>
              <a:rPr lang="en-US" altLang="en-US" dirty="0" err="1">
                <a:ln>
                  <a:solidFill>
                    <a:sysClr val="windowText" lastClr="000000"/>
                  </a:solidFill>
                </a:ln>
                <a:solidFill>
                  <a:sysClr val="windowText" lastClr="000000"/>
                </a:solidFill>
              </a:rPr>
              <a:t>corriente</a:t>
            </a:r>
            <a:r>
              <a:rPr lang="en-US" altLang="en-US" dirty="0">
                <a:ln>
                  <a:solidFill>
                    <a:sysClr val="windowText" lastClr="000000"/>
                  </a:solidFill>
                </a:ln>
                <a:solidFill>
                  <a:sysClr val="windowText" lastClr="000000"/>
                </a:solidFill>
              </a:rPr>
              <a:t> </a:t>
            </a:r>
            <a:r>
              <a:rPr lang="en-US" altLang="en-US" dirty="0" err="1">
                <a:ln>
                  <a:solidFill>
                    <a:sysClr val="windowText" lastClr="000000"/>
                  </a:solidFill>
                </a:ln>
                <a:solidFill>
                  <a:sysClr val="windowText" lastClr="000000"/>
                </a:solidFill>
              </a:rPr>
              <a:t>alterna</a:t>
            </a:r>
            <a:r>
              <a:rPr lang="en-US" altLang="en-US" dirty="0">
                <a:ln>
                  <a:solidFill>
                    <a:sysClr val="windowText" lastClr="000000"/>
                  </a:solidFill>
                </a:ln>
                <a:solidFill>
                  <a:sysClr val="windowText" lastClr="000000"/>
                </a:solidFill>
              </a:rPr>
              <a:t>.</a:t>
            </a:r>
            <a:endParaRPr lang="en-US" dirty="0">
              <a:ln>
                <a:solidFill>
                  <a:sysClr val="windowText" lastClr="000000"/>
                </a:solidFill>
              </a:ln>
              <a:solidFill>
                <a:sysClr val="windowText" lastClr="000000"/>
              </a:solidFill>
            </a:endParaRPr>
          </a:p>
        </p:txBody>
      </p:sp>
      <p:sp>
        <p:nvSpPr>
          <p:cNvPr id="8" name="Rectángulo redondeado 7"/>
          <p:cNvSpPr/>
          <p:nvPr/>
        </p:nvSpPr>
        <p:spPr>
          <a:xfrm>
            <a:off x="4188823" y="4829334"/>
            <a:ext cx="2708366" cy="783771"/>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s-ES" dirty="0">
                <a:ln>
                  <a:solidFill>
                    <a:sysClr val="windowText" lastClr="000000"/>
                  </a:solidFill>
                </a:ln>
                <a:solidFill>
                  <a:sysClr val="windowText" lastClr="000000"/>
                </a:solidFill>
              </a:rPr>
              <a:t>Eliminación rizado de la señal.</a:t>
            </a:r>
            <a:endParaRPr lang="en-US" dirty="0">
              <a:ln>
                <a:solidFill>
                  <a:sysClr val="windowText" lastClr="000000"/>
                </a:solidFill>
              </a:ln>
              <a:solidFill>
                <a:sysClr val="windowText" lastClr="000000"/>
              </a:solidFill>
            </a:endParaRPr>
          </a:p>
        </p:txBody>
      </p:sp>
      <p:sp>
        <p:nvSpPr>
          <p:cNvPr id="13" name="Rectángulo redondeado 12"/>
          <p:cNvSpPr/>
          <p:nvPr/>
        </p:nvSpPr>
        <p:spPr>
          <a:xfrm>
            <a:off x="7950925" y="5765074"/>
            <a:ext cx="3587931" cy="592183"/>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s-ES">
                <a:ln>
                  <a:solidFill>
                    <a:sysClr val="windowText" lastClr="000000"/>
                  </a:solidFill>
                </a:ln>
                <a:solidFill>
                  <a:sysClr val="windowText" lastClr="000000"/>
                </a:solidFill>
              </a:rPr>
              <a:t>Convertidor continua en alterna de diferente tensión y frecuencia.</a:t>
            </a:r>
            <a:endParaRPr lang="en-US">
              <a:ln>
                <a:solidFill>
                  <a:sysClr val="windowText" lastClr="000000"/>
                </a:solidFill>
              </a:ln>
              <a:solidFill>
                <a:sysClr val="windowText" lastClr="000000"/>
              </a:solidFill>
            </a:endParaRPr>
          </a:p>
        </p:txBody>
      </p:sp>
      <p:sp>
        <p:nvSpPr>
          <p:cNvPr id="9" name="Flecha derecha 8"/>
          <p:cNvSpPr/>
          <p:nvPr/>
        </p:nvSpPr>
        <p:spPr>
          <a:xfrm>
            <a:off x="3448594" y="2455817"/>
            <a:ext cx="740229" cy="409303"/>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 name="Flecha derecha 14"/>
          <p:cNvSpPr/>
          <p:nvPr/>
        </p:nvSpPr>
        <p:spPr>
          <a:xfrm>
            <a:off x="7085675" y="3618411"/>
            <a:ext cx="740229" cy="409303"/>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7178" name="Picture 10" descr="Módulación señal en variadore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86949" y="518865"/>
            <a:ext cx="2438400" cy="132612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p:cNvSpPr/>
          <p:nvPr/>
        </p:nvSpPr>
        <p:spPr>
          <a:xfrm>
            <a:off x="1001486" y="4920343"/>
            <a:ext cx="2029097" cy="14369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 la rectificación de la corriente alterna mediante un puente de diodos.</a:t>
            </a:r>
            <a:endParaRPr lang="en-US" dirty="0">
              <a:solidFill>
                <a:schemeClr val="tx1"/>
              </a:solidFill>
            </a:endParaRPr>
          </a:p>
        </p:txBody>
      </p:sp>
      <p:sp>
        <p:nvSpPr>
          <p:cNvPr id="19" name="Rectángulo 18"/>
          <p:cNvSpPr/>
          <p:nvPr/>
        </p:nvSpPr>
        <p:spPr>
          <a:xfrm>
            <a:off x="4188823" y="5675268"/>
            <a:ext cx="2708846" cy="6143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Filtro LC para eliminar el rizado de la señal </a:t>
            </a:r>
            <a:endParaRPr lang="en-US" dirty="0">
              <a:solidFill>
                <a:schemeClr val="tx1"/>
              </a:solidFill>
            </a:endParaRPr>
          </a:p>
        </p:txBody>
      </p:sp>
    </p:spTree>
    <p:extLst>
      <p:ext uri="{BB962C8B-B14F-4D97-AF65-F5344CB8AC3E}">
        <p14:creationId xmlns:p14="http://schemas.microsoft.com/office/powerpoint/2010/main" val="15713134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722811" y="561763"/>
            <a:ext cx="10781212" cy="1015663"/>
          </a:xfrm>
          <a:prstGeom prst="rect">
            <a:avLst/>
          </a:prstGeom>
        </p:spPr>
        <p:txBody>
          <a:bodyPr wrap="square">
            <a:spAutoFit/>
          </a:bodyPr>
          <a:lstStyle/>
          <a:p>
            <a:pPr algn="just" fontAlgn="base"/>
            <a:r>
              <a:rPr lang="es-ES" sz="2000" dirty="0">
                <a:solidFill>
                  <a:srgbClr val="303030"/>
                </a:solidFill>
                <a:latin typeface="+mj-lt"/>
              </a:rPr>
              <a:t>Con el </a:t>
            </a:r>
            <a:r>
              <a:rPr lang="es-ES" sz="2000" b="1" dirty="0">
                <a:solidFill>
                  <a:srgbClr val="303030"/>
                </a:solidFill>
                <a:latin typeface="+mj-lt"/>
              </a:rPr>
              <a:t>inversor convertimos la señal de corriente continua en una señal </a:t>
            </a:r>
            <a:r>
              <a:rPr lang="es-ES" sz="2000" dirty="0">
                <a:solidFill>
                  <a:srgbClr val="303030"/>
                </a:solidFill>
                <a:latin typeface="+mj-lt"/>
              </a:rPr>
              <a:t>trifásica de corriente alterna, las tres fases desfasadas 120 grados entre si.</a:t>
            </a:r>
          </a:p>
          <a:p>
            <a:pPr algn="just" fontAlgn="base"/>
            <a:r>
              <a:rPr lang="es-ES" sz="2000" dirty="0">
                <a:solidFill>
                  <a:srgbClr val="303030"/>
                </a:solidFill>
                <a:latin typeface="+mj-lt"/>
              </a:rPr>
              <a:t>la velocidad del motor se relaciona con la velocidad mediante la fórmula:</a:t>
            </a:r>
          </a:p>
        </p:txBody>
      </p:sp>
      <p:sp>
        <p:nvSpPr>
          <p:cNvPr id="3" name="Rectángulo 2"/>
          <p:cNvSpPr/>
          <p:nvPr/>
        </p:nvSpPr>
        <p:spPr>
          <a:xfrm>
            <a:off x="853439" y="3598468"/>
            <a:ext cx="4425295" cy="1323439"/>
          </a:xfrm>
          <a:prstGeom prst="rect">
            <a:avLst/>
          </a:prstGeom>
        </p:spPr>
        <p:txBody>
          <a:bodyPr wrap="square">
            <a:spAutoFit/>
          </a:bodyPr>
          <a:lstStyle/>
          <a:p>
            <a:pPr algn="just"/>
            <a:r>
              <a:rPr lang="es-ES" sz="2000" dirty="0">
                <a:solidFill>
                  <a:srgbClr val="303030"/>
                </a:solidFill>
                <a:latin typeface="+mj-lt"/>
              </a:rPr>
              <a:t>La señal de salida no es una onda </a:t>
            </a:r>
            <a:r>
              <a:rPr lang="es-ES" sz="2000" dirty="0" err="1">
                <a:solidFill>
                  <a:srgbClr val="303030"/>
                </a:solidFill>
                <a:latin typeface="+mj-lt"/>
              </a:rPr>
              <a:t>senoidal</a:t>
            </a:r>
            <a:r>
              <a:rPr lang="es-ES" sz="2000" dirty="0">
                <a:solidFill>
                  <a:srgbClr val="303030"/>
                </a:solidFill>
                <a:latin typeface="+mj-lt"/>
              </a:rPr>
              <a:t> perfecta sino que se </a:t>
            </a:r>
            <a:r>
              <a:rPr lang="es-ES" sz="2000" b="1" dirty="0">
                <a:solidFill>
                  <a:srgbClr val="303030"/>
                </a:solidFill>
                <a:latin typeface="+mj-lt"/>
              </a:rPr>
              <a:t>consigue una onda de pulsos mediante la modulación de señal PWM</a:t>
            </a:r>
            <a:r>
              <a:rPr lang="es-ES" sz="2000" dirty="0">
                <a:solidFill>
                  <a:srgbClr val="303030"/>
                </a:solidFill>
                <a:latin typeface="+mj-lt"/>
              </a:rPr>
              <a:t>. </a:t>
            </a:r>
            <a:endParaRPr lang="en-US" sz="2000" dirty="0">
              <a:latin typeface="+mj-lt"/>
            </a:endParaRPr>
          </a:p>
        </p:txBody>
      </p:sp>
      <p:pic>
        <p:nvPicPr>
          <p:cNvPr id="9218" name="Picture 2" descr="Módulación señal en variador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6730" y="1866160"/>
            <a:ext cx="6342763" cy="3464616"/>
          </a:xfrm>
          <a:prstGeom prst="rect">
            <a:avLst/>
          </a:prstGeom>
          <a:noFill/>
          <a:effectLst>
            <a:glow rad="101600">
              <a:srgbClr val="7030A0">
                <a:alpha val="60000"/>
              </a:srgbClr>
            </a:glow>
          </a:effectLst>
          <a:extLst>
            <a:ext uri="{909E8E84-426E-40DD-AFC4-6F175D3DCCD1}">
              <a14:hiddenFill xmlns:a14="http://schemas.microsoft.com/office/drawing/2010/main">
                <a:solidFill>
                  <a:srgbClr val="FFFFFF"/>
                </a:solidFill>
              </a14:hiddenFill>
            </a:ext>
          </a:extLst>
        </p:spPr>
      </p:pic>
      <p:sp>
        <p:nvSpPr>
          <p:cNvPr id="4" name="Rectángulo redondeado 3"/>
          <p:cNvSpPr/>
          <p:nvPr/>
        </p:nvSpPr>
        <p:spPr>
          <a:xfrm>
            <a:off x="1297577" y="1794226"/>
            <a:ext cx="2081349" cy="74528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fontAlgn="base"/>
            <a:r>
              <a:rPr lang="es-ES" b="1">
                <a:ln>
                  <a:solidFill>
                    <a:sysClr val="windowText" lastClr="000000"/>
                  </a:solidFill>
                </a:ln>
                <a:solidFill>
                  <a:sysClr val="windowText" lastClr="000000"/>
                </a:solidFill>
                <a:latin typeface="inherit"/>
              </a:rPr>
              <a:t>n = f x 60 / P</a:t>
            </a:r>
            <a:endParaRPr lang="es-ES" b="1" dirty="0">
              <a:ln>
                <a:solidFill>
                  <a:sysClr val="windowText" lastClr="000000"/>
                </a:solidFill>
              </a:ln>
              <a:solidFill>
                <a:sysClr val="windowText" lastClr="000000"/>
              </a:solidFill>
              <a:latin typeface="PT Sans"/>
            </a:endParaRPr>
          </a:p>
        </p:txBody>
      </p:sp>
      <p:sp>
        <p:nvSpPr>
          <p:cNvPr id="5" name="Flecha derecha 4"/>
          <p:cNvSpPr/>
          <p:nvPr/>
        </p:nvSpPr>
        <p:spPr>
          <a:xfrm>
            <a:off x="3727268" y="1794226"/>
            <a:ext cx="1898469" cy="957943"/>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2599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58389" y="433588"/>
            <a:ext cx="10058400" cy="663692"/>
          </a:xfrm>
        </p:spPr>
        <p:txBody>
          <a:bodyPr>
            <a:normAutofit fontScale="90000"/>
          </a:bodyPr>
          <a:lstStyle/>
          <a:p>
            <a:r>
              <a:rPr lang="es-BO" b="1" dirty="0"/>
              <a:t>VARIADOR DE FRECUENCIA</a:t>
            </a:r>
            <a:endParaRPr lang="en-US" b="1" dirty="0"/>
          </a:p>
        </p:txBody>
      </p:sp>
      <p:sp>
        <p:nvSpPr>
          <p:cNvPr id="3" name="Marcador de contenido 2"/>
          <p:cNvSpPr>
            <a:spLocks noGrp="1"/>
          </p:cNvSpPr>
          <p:nvPr>
            <p:ph idx="1"/>
          </p:nvPr>
        </p:nvSpPr>
        <p:spPr>
          <a:xfrm>
            <a:off x="751840" y="1097280"/>
            <a:ext cx="5536418" cy="5529385"/>
          </a:xfrm>
        </p:spPr>
        <p:txBody>
          <a:bodyPr>
            <a:noAutofit/>
          </a:bodyPr>
          <a:lstStyle/>
          <a:p>
            <a:pPr marL="0" indent="0">
              <a:buNone/>
            </a:pPr>
            <a:r>
              <a:rPr lang="es-BO" sz="2400" dirty="0"/>
              <a:t>Configuración de parámetros del motor para el variador de frecuencia</a:t>
            </a:r>
          </a:p>
          <a:p>
            <a:pPr marL="342900" indent="-342900">
              <a:buFont typeface="+mj-lt"/>
              <a:buAutoNum type="arabicPeriod"/>
            </a:pPr>
            <a:r>
              <a:rPr lang="es-BO" sz="2400" b="1" dirty="0"/>
              <a:t>Medir las conexiones </a:t>
            </a:r>
          </a:p>
          <a:p>
            <a:pPr lvl="1">
              <a:buFontTx/>
              <a:buChar char="-"/>
            </a:pPr>
            <a:r>
              <a:rPr lang="es-BO" sz="2400" dirty="0"/>
              <a:t>Entre el pin 11(24 [V] ) y el pin 4(digital común) el voltaje medido es:  24,7 [V], Existen dos modos SRC y SNK</a:t>
            </a:r>
            <a:endParaRPr lang="en-US" sz="2400" dirty="0"/>
          </a:p>
          <a:p>
            <a:pPr marL="0" indent="0">
              <a:buNone/>
            </a:pPr>
            <a:r>
              <a:rPr lang="es-BO" sz="2400" b="1" dirty="0"/>
              <a:t>2. Restablecer a predeterminado</a:t>
            </a:r>
          </a:p>
          <a:p>
            <a:pPr marL="274320" lvl="1" indent="0">
              <a:buNone/>
            </a:pPr>
            <a:r>
              <a:rPr lang="es-BO" sz="2400" dirty="0"/>
              <a:t>- P112: colocar en 1 y luego aparecerá el error f048, el cual debe ser borrado con stop.</a:t>
            </a:r>
            <a:endParaRPr lang="es-BO" sz="2400" b="1" dirty="0"/>
          </a:p>
          <a:p>
            <a:pPr marL="0" indent="0">
              <a:buNone/>
            </a:pPr>
            <a:r>
              <a:rPr lang="es-BO" sz="2400" b="1" dirty="0"/>
              <a:t>3. Configurar voltaje placa motor</a:t>
            </a:r>
          </a:p>
          <a:p>
            <a:pPr marL="274320" lvl="1" indent="0">
              <a:buNone/>
            </a:pPr>
            <a:r>
              <a:rPr lang="es-BO" sz="2400" dirty="0"/>
              <a:t>- P101: 230[V]</a:t>
            </a:r>
            <a:endParaRPr lang="es-BO" sz="2400" b="1" dirty="0"/>
          </a:p>
        </p:txBody>
      </p:sp>
      <p:sp>
        <p:nvSpPr>
          <p:cNvPr id="5" name="CuadroTexto 4">
            <a:extLst>
              <a:ext uri="{FF2B5EF4-FFF2-40B4-BE49-F238E27FC236}">
                <a16:creationId xmlns:a16="http://schemas.microsoft.com/office/drawing/2014/main" id="{96536AF3-0ACB-CA81-D706-D25C7F7B41F8}"/>
              </a:ext>
            </a:extLst>
          </p:cNvPr>
          <p:cNvSpPr txBox="1"/>
          <p:nvPr/>
        </p:nvSpPr>
        <p:spPr>
          <a:xfrm>
            <a:off x="6496259" y="1325773"/>
            <a:ext cx="5220789" cy="4524315"/>
          </a:xfrm>
          <a:prstGeom prst="rect">
            <a:avLst/>
          </a:prstGeom>
          <a:noFill/>
        </p:spPr>
        <p:txBody>
          <a:bodyPr wrap="square">
            <a:spAutoFit/>
          </a:bodyPr>
          <a:lstStyle/>
          <a:p>
            <a:pPr marL="0" indent="0">
              <a:buNone/>
            </a:pPr>
            <a:r>
              <a:rPr lang="es-BO" sz="2400" b="1" dirty="0"/>
              <a:t>4. Configurar frecuencia nominal</a:t>
            </a:r>
          </a:p>
          <a:p>
            <a:pPr marL="274320" lvl="1" indent="0">
              <a:buNone/>
            </a:pPr>
            <a:r>
              <a:rPr lang="es-BO" sz="2400" dirty="0"/>
              <a:t>- P102: 50 [Hz] </a:t>
            </a:r>
            <a:endParaRPr lang="es-BO" sz="2400" b="1" dirty="0"/>
          </a:p>
          <a:p>
            <a:pPr marL="0" indent="0">
              <a:buNone/>
            </a:pPr>
            <a:r>
              <a:rPr lang="es-BO" sz="2400" b="1" dirty="0"/>
              <a:t>5. Configurar Corriente máxima</a:t>
            </a:r>
          </a:p>
          <a:p>
            <a:pPr marL="274320" lvl="1" indent="0">
              <a:buNone/>
            </a:pPr>
            <a:r>
              <a:rPr lang="es-BO" sz="2400" dirty="0"/>
              <a:t>- P104: 3,4 [A]</a:t>
            </a:r>
            <a:endParaRPr lang="es-BO" sz="2400" b="1" dirty="0"/>
          </a:p>
          <a:p>
            <a:pPr marL="0" indent="0">
              <a:buNone/>
            </a:pPr>
            <a:r>
              <a:rPr lang="es-BO" sz="2400" b="1" dirty="0"/>
              <a:t>6. Configurar Frecuencia máxima y </a:t>
            </a:r>
            <a:r>
              <a:rPr lang="es-BO" sz="2400" b="1" dirty="0" err="1"/>
              <a:t>minima</a:t>
            </a:r>
            <a:r>
              <a:rPr lang="es-BO" sz="2400" b="1" dirty="0"/>
              <a:t> </a:t>
            </a:r>
          </a:p>
          <a:p>
            <a:pPr marL="274320" lvl="1" indent="0">
              <a:buNone/>
            </a:pPr>
            <a:r>
              <a:rPr lang="es-BO" sz="2400" dirty="0"/>
              <a:t>- P104: 0 [Hz]   min</a:t>
            </a:r>
            <a:endParaRPr lang="es-BO" sz="2400" b="1" dirty="0"/>
          </a:p>
          <a:p>
            <a:pPr marL="274320" lvl="1" indent="0">
              <a:buNone/>
            </a:pPr>
            <a:r>
              <a:rPr lang="es-BO" sz="2400" dirty="0"/>
              <a:t>- P105: 50 [Hz]   </a:t>
            </a:r>
            <a:r>
              <a:rPr lang="es-BO" sz="2400" dirty="0" err="1"/>
              <a:t>max</a:t>
            </a:r>
            <a:endParaRPr lang="es-BO" sz="2400" b="1" dirty="0"/>
          </a:p>
          <a:p>
            <a:pPr marL="0" indent="0">
              <a:buNone/>
            </a:pPr>
            <a:r>
              <a:rPr lang="es-BO" sz="2400" b="1" dirty="0"/>
              <a:t>7. Configurar  Arranque por teclado</a:t>
            </a:r>
          </a:p>
          <a:p>
            <a:pPr marL="274320" lvl="1" indent="0">
              <a:buNone/>
            </a:pPr>
            <a:r>
              <a:rPr lang="es-BO" sz="2400" dirty="0"/>
              <a:t>- P106: “0” (modo por teclado)</a:t>
            </a:r>
            <a:endParaRPr lang="es-BO" sz="2400" b="1" dirty="0"/>
          </a:p>
          <a:p>
            <a:pPr marL="0" indent="0">
              <a:buNone/>
            </a:pPr>
            <a:r>
              <a:rPr lang="es-BO" sz="2400" b="1" dirty="0"/>
              <a:t>8. </a:t>
            </a:r>
            <a:r>
              <a:rPr lang="es-BO" sz="2400" b="1" dirty="0" err="1"/>
              <a:t>Inabilitar</a:t>
            </a:r>
            <a:r>
              <a:rPr lang="es-BO" sz="2400" b="1" dirty="0"/>
              <a:t> reversa</a:t>
            </a:r>
          </a:p>
          <a:p>
            <a:pPr marL="274320" lvl="1" indent="0">
              <a:buNone/>
            </a:pPr>
            <a:r>
              <a:rPr lang="es-BO" sz="2400" dirty="0"/>
              <a:t>- P104: “1” (inhabilita)</a:t>
            </a:r>
            <a:endParaRPr lang="es-BO" sz="2400" b="1" dirty="0"/>
          </a:p>
        </p:txBody>
      </p:sp>
      <p:cxnSp>
        <p:nvCxnSpPr>
          <p:cNvPr id="7" name="Conector recto 6">
            <a:extLst>
              <a:ext uri="{FF2B5EF4-FFF2-40B4-BE49-F238E27FC236}">
                <a16:creationId xmlns:a16="http://schemas.microsoft.com/office/drawing/2014/main" id="{E347D038-442B-8AFD-A568-F2A577614F99}"/>
              </a:ext>
            </a:extLst>
          </p:cNvPr>
          <p:cNvCxnSpPr/>
          <p:nvPr/>
        </p:nvCxnSpPr>
        <p:spPr>
          <a:xfrm>
            <a:off x="6327448" y="1097280"/>
            <a:ext cx="0" cy="5327132"/>
          </a:xfrm>
          <a:prstGeom prst="line">
            <a:avLst/>
          </a:prstGeom>
          <a:ln w="57150"/>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58135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7" end="7"/>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9" end="9"/>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nvPr>
        </p:nvGraphicFramePr>
        <p:xfrm>
          <a:off x="1625600" y="2295522"/>
          <a:ext cx="3009899" cy="3292875"/>
        </p:xfrm>
        <a:graphic>
          <a:graphicData uri="http://schemas.openxmlformats.org/drawingml/2006/table">
            <a:tbl>
              <a:tblPr>
                <a:tableStyleId>{22838BEF-8BB2-4498-84A7-C5851F593DF1}</a:tableStyleId>
              </a:tblPr>
              <a:tblGrid>
                <a:gridCol w="1523017">
                  <a:extLst>
                    <a:ext uri="{9D8B030D-6E8A-4147-A177-3AD203B41FA5}">
                      <a16:colId xmlns:a16="http://schemas.microsoft.com/office/drawing/2014/main" val="1948610986"/>
                    </a:ext>
                  </a:extLst>
                </a:gridCol>
                <a:gridCol w="1486882">
                  <a:extLst>
                    <a:ext uri="{9D8B030D-6E8A-4147-A177-3AD203B41FA5}">
                      <a16:colId xmlns:a16="http://schemas.microsoft.com/office/drawing/2014/main" val="3191464251"/>
                    </a:ext>
                  </a:extLst>
                </a:gridCol>
              </a:tblGrid>
              <a:tr h="481879">
                <a:tc>
                  <a:txBody>
                    <a:bodyPr/>
                    <a:lstStyle/>
                    <a:p>
                      <a:pPr algn="ctr" fontAlgn="b"/>
                      <a:r>
                        <a:rPr lang="en-US" sz="1600" b="1" u="none" strike="noStrike" dirty="0">
                          <a:effectLst/>
                        </a:rPr>
                        <a:t>VARIADOR DE FRECUENCIA</a:t>
                      </a:r>
                      <a:endParaRPr lang="en-US" sz="1600" b="1" i="0" u="none" strike="noStrike" dirty="0">
                        <a:solidFill>
                          <a:srgbClr val="000000"/>
                        </a:solidFill>
                        <a:effectLst/>
                        <a:latin typeface="Calibri" panose="020F0502020204030204" pitchFamily="34" charset="0"/>
                      </a:endParaRPr>
                    </a:p>
                  </a:txBody>
                  <a:tcPr marL="7620" marR="7620" marT="7620" marB="0" anchor="ctr">
                    <a:solidFill>
                      <a:schemeClr val="accent6">
                        <a:lumMod val="60000"/>
                        <a:lumOff val="4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u="none" strike="noStrike" dirty="0">
                          <a:effectLst/>
                        </a:rPr>
                        <a:t>VOLTAJE </a:t>
                      </a:r>
                      <a:endParaRPr lang="en-US" sz="1600" b="1" i="0" u="none" strike="noStrike" dirty="0">
                        <a:solidFill>
                          <a:srgbClr val="000000"/>
                        </a:solidFill>
                        <a:effectLst/>
                        <a:latin typeface="Calibri" panose="020F0502020204030204" pitchFamily="34" charset="0"/>
                      </a:endParaRPr>
                    </a:p>
                  </a:txBody>
                  <a:tcPr marL="7620" marR="7620" marT="7620" marB="0" anchor="ctr">
                    <a:solidFill>
                      <a:schemeClr val="accent6">
                        <a:lumMod val="60000"/>
                        <a:lumOff val="40000"/>
                      </a:schemeClr>
                    </a:solidFill>
                  </a:tcPr>
                </a:tc>
                <a:extLst>
                  <a:ext uri="{0D108BD9-81ED-4DB2-BD59-A6C34878D82A}">
                    <a16:rowId xmlns:a16="http://schemas.microsoft.com/office/drawing/2014/main" val="28163402"/>
                  </a:ext>
                </a:extLst>
              </a:tr>
              <a:tr h="254325">
                <a:tc>
                  <a:txBody>
                    <a:bodyPr/>
                    <a:lstStyle/>
                    <a:p>
                      <a:pPr algn="ctr" fontAlgn="b"/>
                      <a:r>
                        <a:rPr lang="en-US" sz="1600" u="none" strike="noStrike">
                          <a:effectLst/>
                        </a:rPr>
                        <a:t>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97673012"/>
                  </a:ext>
                </a:extLst>
              </a:tr>
              <a:tr h="254325">
                <a:tc>
                  <a:txBody>
                    <a:bodyPr/>
                    <a:lstStyle/>
                    <a:p>
                      <a:pPr algn="ctr" fontAlgn="b"/>
                      <a:r>
                        <a:rPr lang="en-US" sz="1600" u="none" strike="noStrike">
                          <a:effectLst/>
                        </a:rPr>
                        <a:t>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38,8</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56386039"/>
                  </a:ext>
                </a:extLst>
              </a:tr>
              <a:tr h="254325">
                <a:tc>
                  <a:txBody>
                    <a:bodyPr/>
                    <a:lstStyle/>
                    <a:p>
                      <a:pPr algn="ctr" fontAlgn="b"/>
                      <a:r>
                        <a:rPr lang="en-US" sz="1600" u="none" strike="noStrike">
                          <a:effectLst/>
                        </a:rPr>
                        <a:t>10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57,5</a:t>
                      </a:r>
                      <a:endParaRPr lang="en-US"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57238551"/>
                  </a:ext>
                </a:extLst>
              </a:tr>
              <a:tr h="254325">
                <a:tc>
                  <a:txBody>
                    <a:bodyPr/>
                    <a:lstStyle/>
                    <a:p>
                      <a:pPr algn="ctr" fontAlgn="b"/>
                      <a:r>
                        <a:rPr lang="en-US" sz="1600" u="none" strike="noStrike">
                          <a:effectLst/>
                        </a:rPr>
                        <a:t>15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77,3</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9538617"/>
                  </a:ext>
                </a:extLst>
              </a:tr>
              <a:tr h="254325">
                <a:tc>
                  <a:txBody>
                    <a:bodyPr/>
                    <a:lstStyle/>
                    <a:p>
                      <a:pPr algn="ctr" fontAlgn="b"/>
                      <a:r>
                        <a:rPr lang="en-US" sz="1600" u="none" strike="noStrike">
                          <a:effectLst/>
                        </a:rPr>
                        <a:t>20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98,1</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01128500"/>
                  </a:ext>
                </a:extLst>
              </a:tr>
              <a:tr h="254325">
                <a:tc>
                  <a:txBody>
                    <a:bodyPr/>
                    <a:lstStyle/>
                    <a:p>
                      <a:pPr algn="ctr" fontAlgn="b"/>
                      <a:r>
                        <a:rPr lang="en-US" sz="1600" u="none" strike="noStrike">
                          <a:effectLst/>
                        </a:rPr>
                        <a:t>25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119,3</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28498657"/>
                  </a:ext>
                </a:extLst>
              </a:tr>
              <a:tr h="254325">
                <a:tc>
                  <a:txBody>
                    <a:bodyPr/>
                    <a:lstStyle/>
                    <a:p>
                      <a:pPr algn="ctr" fontAlgn="b"/>
                      <a:r>
                        <a:rPr lang="en-US" sz="1600" u="none" strike="noStrike">
                          <a:effectLst/>
                        </a:rPr>
                        <a:t>30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144,4</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28801782"/>
                  </a:ext>
                </a:extLst>
              </a:tr>
              <a:tr h="254325">
                <a:tc>
                  <a:txBody>
                    <a:bodyPr/>
                    <a:lstStyle/>
                    <a:p>
                      <a:pPr algn="ctr" fontAlgn="b"/>
                      <a:r>
                        <a:rPr lang="en-US" sz="1600" u="none" strike="noStrike">
                          <a:effectLst/>
                        </a:rPr>
                        <a:t>35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170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94688158"/>
                  </a:ext>
                </a:extLst>
              </a:tr>
              <a:tr h="254325">
                <a:tc>
                  <a:txBody>
                    <a:bodyPr/>
                    <a:lstStyle/>
                    <a:p>
                      <a:pPr algn="ctr" fontAlgn="b"/>
                      <a:r>
                        <a:rPr lang="en-US" sz="1600" u="none" strike="noStrike">
                          <a:effectLst/>
                        </a:rPr>
                        <a:t>40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195,1</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17968340"/>
                  </a:ext>
                </a:extLst>
              </a:tr>
              <a:tr h="254325">
                <a:tc>
                  <a:txBody>
                    <a:bodyPr/>
                    <a:lstStyle/>
                    <a:p>
                      <a:pPr algn="ctr" fontAlgn="b"/>
                      <a:r>
                        <a:rPr lang="en-US" sz="1600" u="none" strike="noStrike">
                          <a:effectLst/>
                        </a:rPr>
                        <a:t>45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219,9</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53163613"/>
                  </a:ext>
                </a:extLst>
              </a:tr>
              <a:tr h="254325">
                <a:tc>
                  <a:txBody>
                    <a:bodyPr/>
                    <a:lstStyle/>
                    <a:p>
                      <a:pPr algn="ctr" fontAlgn="b"/>
                      <a:r>
                        <a:rPr lang="en-US" sz="1600" u="none" strike="noStrike" dirty="0">
                          <a:effectLst/>
                        </a:rPr>
                        <a:t>50</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229,9</a:t>
                      </a:r>
                      <a:endParaRPr lang="en-US"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79151802"/>
                  </a:ext>
                </a:extLst>
              </a:tr>
            </a:tbl>
          </a:graphicData>
        </a:graphic>
      </p:graphicFrame>
      <p:graphicFrame>
        <p:nvGraphicFramePr>
          <p:cNvPr id="5" name="Chart 7" title="Gráfico"/>
          <p:cNvGraphicFramePr>
            <a:graphicFrameLocks/>
          </p:cNvGraphicFramePr>
          <p:nvPr/>
        </p:nvGraphicFramePr>
        <p:xfrm>
          <a:off x="4771933" y="2175071"/>
          <a:ext cx="6340929" cy="3533775"/>
        </p:xfrm>
        <a:graphic>
          <a:graphicData uri="http://schemas.openxmlformats.org/drawingml/2006/chart">
            <c:chart xmlns:c="http://schemas.openxmlformats.org/drawingml/2006/chart" xmlns:r="http://schemas.openxmlformats.org/officeDocument/2006/relationships" r:id="rId2"/>
          </a:graphicData>
        </a:graphic>
      </p:graphicFrame>
      <p:sp>
        <p:nvSpPr>
          <p:cNvPr id="7" name="Título 1">
            <a:extLst>
              <a:ext uri="{FF2B5EF4-FFF2-40B4-BE49-F238E27FC236}">
                <a16:creationId xmlns:a16="http://schemas.microsoft.com/office/drawing/2014/main" id="{FE505128-E39E-24E7-9C6F-03F0833BAC37}"/>
              </a:ext>
            </a:extLst>
          </p:cNvPr>
          <p:cNvSpPr txBox="1">
            <a:spLocks/>
          </p:cNvSpPr>
          <p:nvPr/>
        </p:nvSpPr>
        <p:spPr>
          <a:xfrm>
            <a:off x="1271089" y="878341"/>
            <a:ext cx="10058400" cy="66369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es-BO" b="1" dirty="0"/>
              <a:t>VARIADOR DE FRECUENCIA</a:t>
            </a:r>
          </a:p>
        </p:txBody>
      </p:sp>
    </p:spTree>
    <p:extLst>
      <p:ext uri="{BB962C8B-B14F-4D97-AF65-F5344CB8AC3E}">
        <p14:creationId xmlns:p14="http://schemas.microsoft.com/office/powerpoint/2010/main" val="15255421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normAutofit/>
          </a:bodyPr>
          <a:lstStyle/>
          <a:p>
            <a:pPr algn="ctr"/>
            <a:r>
              <a:rPr lang="es-BO" sz="4000" b="1" dirty="0"/>
              <a:t>Bomba Centrifuga</a:t>
            </a:r>
            <a:endParaRPr lang="en-US" sz="4000" b="1" dirty="0"/>
          </a:p>
        </p:txBody>
      </p:sp>
      <p:graphicFrame>
        <p:nvGraphicFramePr>
          <p:cNvPr id="4" name="Marcador de contenido 3"/>
          <p:cNvGraphicFramePr>
            <a:graphicFrameLocks noGrp="1"/>
          </p:cNvGraphicFramePr>
          <p:nvPr>
            <p:ph idx="1"/>
          </p:nvPr>
        </p:nvGraphicFramePr>
        <p:xfrm>
          <a:off x="666206" y="1175657"/>
          <a:ext cx="10058400"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Imagen 7"/>
          <p:cNvPicPr>
            <a:picLocks noChangeAspect="1"/>
          </p:cNvPicPr>
          <p:nvPr/>
        </p:nvPicPr>
        <p:blipFill>
          <a:blip r:embed="rId7"/>
          <a:stretch>
            <a:fillRect/>
          </a:stretch>
        </p:blipFill>
        <p:spPr>
          <a:xfrm>
            <a:off x="9915600" y="613583"/>
            <a:ext cx="1417983" cy="1350571"/>
          </a:xfrm>
          <a:prstGeom prst="rect">
            <a:avLst/>
          </a:prstGeom>
        </p:spPr>
      </p:pic>
      <p:pic>
        <p:nvPicPr>
          <p:cNvPr id="10" name="Imagen 9"/>
          <p:cNvPicPr>
            <a:picLocks noChangeAspect="1"/>
          </p:cNvPicPr>
          <p:nvPr/>
        </p:nvPicPr>
        <p:blipFill rotWithShape="1">
          <a:blip r:embed="rId8"/>
          <a:srcRect l="6228"/>
          <a:stretch/>
        </p:blipFill>
        <p:spPr>
          <a:xfrm>
            <a:off x="10228594" y="3277626"/>
            <a:ext cx="1383739" cy="1044844"/>
          </a:xfrm>
          <a:prstGeom prst="rect">
            <a:avLst/>
          </a:prstGeom>
        </p:spPr>
      </p:pic>
      <p:pic>
        <p:nvPicPr>
          <p:cNvPr id="11" name="Imagen 10"/>
          <p:cNvPicPr>
            <a:picLocks noChangeAspect="1"/>
          </p:cNvPicPr>
          <p:nvPr/>
        </p:nvPicPr>
        <p:blipFill rotWithShape="1">
          <a:blip r:embed="rId9"/>
          <a:srcRect l="13772"/>
          <a:stretch/>
        </p:blipFill>
        <p:spPr>
          <a:xfrm>
            <a:off x="10228594" y="4408710"/>
            <a:ext cx="1497119" cy="1011430"/>
          </a:xfrm>
          <a:prstGeom prst="rect">
            <a:avLst/>
          </a:prstGeom>
        </p:spPr>
      </p:pic>
      <p:pic>
        <p:nvPicPr>
          <p:cNvPr id="3" name="Imagen 2"/>
          <p:cNvPicPr>
            <a:picLocks noChangeAspect="1"/>
          </p:cNvPicPr>
          <p:nvPr/>
        </p:nvPicPr>
        <p:blipFill>
          <a:blip r:embed="rId10"/>
          <a:stretch>
            <a:fillRect/>
          </a:stretch>
        </p:blipFill>
        <p:spPr>
          <a:xfrm>
            <a:off x="9175665" y="1983769"/>
            <a:ext cx="1126022" cy="1207618"/>
          </a:xfrm>
          <a:prstGeom prst="rect">
            <a:avLst/>
          </a:prstGeom>
        </p:spPr>
      </p:pic>
    </p:spTree>
    <p:extLst>
      <p:ext uri="{BB962C8B-B14F-4D97-AF65-F5344CB8AC3E}">
        <p14:creationId xmlns:p14="http://schemas.microsoft.com/office/powerpoint/2010/main" val="6497170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normAutofit/>
          </a:bodyPr>
          <a:lstStyle/>
          <a:p>
            <a:pPr algn="ctr"/>
            <a:r>
              <a:rPr lang="es-BO" sz="4000" b="1" dirty="0"/>
              <a:t>Bomba Centrifuga</a:t>
            </a:r>
            <a:endParaRPr lang="en-US" sz="4000" b="1" dirty="0"/>
          </a:p>
        </p:txBody>
      </p:sp>
      <p:graphicFrame>
        <p:nvGraphicFramePr>
          <p:cNvPr id="4" name="Marcador de contenido 3"/>
          <p:cNvGraphicFramePr>
            <a:graphicFrameLocks noGrp="1"/>
          </p:cNvGraphicFramePr>
          <p:nvPr>
            <p:ph idx="1"/>
          </p:nvPr>
        </p:nvGraphicFramePr>
        <p:xfrm>
          <a:off x="666206" y="1175657"/>
          <a:ext cx="10058400"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Imagen 8"/>
          <p:cNvPicPr>
            <a:picLocks noChangeAspect="1"/>
          </p:cNvPicPr>
          <p:nvPr/>
        </p:nvPicPr>
        <p:blipFill>
          <a:blip r:embed="rId7"/>
          <a:stretch>
            <a:fillRect/>
          </a:stretch>
        </p:blipFill>
        <p:spPr>
          <a:xfrm>
            <a:off x="9304117" y="414083"/>
            <a:ext cx="2469982" cy="1749571"/>
          </a:xfrm>
          <a:prstGeom prst="rect">
            <a:avLst/>
          </a:prstGeom>
        </p:spPr>
      </p:pic>
    </p:spTree>
    <p:extLst>
      <p:ext uri="{BB962C8B-B14F-4D97-AF65-F5344CB8AC3E}">
        <p14:creationId xmlns:p14="http://schemas.microsoft.com/office/powerpoint/2010/main" val="7618467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42594"/>
            <a:ext cx="10058400" cy="883921"/>
          </a:xfrm>
        </p:spPr>
        <p:txBody>
          <a:bodyPr>
            <a:normAutofit/>
          </a:bodyPr>
          <a:lstStyle/>
          <a:p>
            <a:r>
              <a:rPr lang="es-BO" b="1" dirty="0"/>
              <a:t>Bomba  Características</a:t>
            </a:r>
            <a:endParaRPr lang="en-US" b="1" dirty="0"/>
          </a:p>
        </p:txBody>
      </p:sp>
      <p:graphicFrame>
        <p:nvGraphicFramePr>
          <p:cNvPr id="7" name="Tabla 6">
            <a:extLst>
              <a:ext uri="{FF2B5EF4-FFF2-40B4-BE49-F238E27FC236}">
                <a16:creationId xmlns:a16="http://schemas.microsoft.com/office/drawing/2014/main" id="{84D6EB4F-6840-4D09-A10D-6985BF75CDBC}"/>
              </a:ext>
            </a:extLst>
          </p:cNvPr>
          <p:cNvGraphicFramePr>
            <a:graphicFrameLocks noGrp="1"/>
          </p:cNvGraphicFramePr>
          <p:nvPr/>
        </p:nvGraphicFramePr>
        <p:xfrm>
          <a:off x="1066800" y="1526515"/>
          <a:ext cx="4773875" cy="4508521"/>
        </p:xfrm>
        <a:graphic>
          <a:graphicData uri="http://schemas.openxmlformats.org/drawingml/2006/table">
            <a:tbl>
              <a:tblPr>
                <a:tableStyleId>{5C22544A-7EE6-4342-B048-85BDC9FD1C3A}</a:tableStyleId>
              </a:tblPr>
              <a:tblGrid>
                <a:gridCol w="1262440">
                  <a:extLst>
                    <a:ext uri="{9D8B030D-6E8A-4147-A177-3AD203B41FA5}">
                      <a16:colId xmlns:a16="http://schemas.microsoft.com/office/drawing/2014/main" val="2034489304"/>
                    </a:ext>
                  </a:extLst>
                </a:gridCol>
                <a:gridCol w="3511435">
                  <a:extLst>
                    <a:ext uri="{9D8B030D-6E8A-4147-A177-3AD203B41FA5}">
                      <a16:colId xmlns:a16="http://schemas.microsoft.com/office/drawing/2014/main" val="278926865"/>
                    </a:ext>
                  </a:extLst>
                </a:gridCol>
              </a:tblGrid>
              <a:tr h="178656">
                <a:tc gridSpan="2">
                  <a:txBody>
                    <a:bodyPr/>
                    <a:lstStyle/>
                    <a:p>
                      <a:pPr algn="ctr" fontAlgn="b"/>
                      <a:r>
                        <a:rPr lang="es-BO" sz="1400" b="1" i="0" u="none" strike="noStrike" dirty="0">
                          <a:effectLst/>
                        </a:rPr>
                        <a:t>Características Pentax CMT 100/00</a:t>
                      </a:r>
                      <a:endParaRPr lang="es-BO" sz="1400" b="1" i="0" u="none" strike="noStrike" dirty="0">
                        <a:solidFill>
                          <a:srgbClr val="000000"/>
                        </a:solidFill>
                        <a:effectLst/>
                        <a:latin typeface="Times New Roman" panose="02020603050405020304" pitchFamily="18" charset="0"/>
                      </a:endParaRPr>
                    </a:p>
                  </a:txBody>
                  <a:tcPr marL="8507" marR="8507" marT="8507" marB="0" anchor="b"/>
                </a:tc>
                <a:tc hMerge="1">
                  <a:txBody>
                    <a:bodyPr/>
                    <a:lstStyle/>
                    <a:p>
                      <a:endParaRPr lang="es-BO"/>
                    </a:p>
                  </a:txBody>
                  <a:tcPr/>
                </a:tc>
                <a:extLst>
                  <a:ext uri="{0D108BD9-81ED-4DB2-BD59-A6C34878D82A}">
                    <a16:rowId xmlns:a16="http://schemas.microsoft.com/office/drawing/2014/main" val="400243634"/>
                  </a:ext>
                </a:extLst>
              </a:tr>
              <a:tr h="178656">
                <a:tc>
                  <a:txBody>
                    <a:bodyPr/>
                    <a:lstStyle/>
                    <a:p>
                      <a:pPr algn="l" fontAlgn="ctr"/>
                      <a:r>
                        <a:rPr lang="es-BO" sz="1400" u="none" strike="noStrike" dirty="0">
                          <a:effectLst/>
                        </a:rPr>
                        <a:t>Q (l/min)</a:t>
                      </a:r>
                      <a:endParaRPr lang="es-BO" sz="1400" b="1" i="0" u="none" strike="noStrike" dirty="0">
                        <a:solidFill>
                          <a:srgbClr val="000000"/>
                        </a:solidFill>
                        <a:effectLst/>
                        <a:latin typeface="Times New Roman" panose="02020603050405020304" pitchFamily="18" charset="0"/>
                      </a:endParaRPr>
                    </a:p>
                  </a:txBody>
                  <a:tcPr marL="8507" marR="8507" marT="8507" marB="0" anchor="ctr"/>
                </a:tc>
                <a:tc>
                  <a:txBody>
                    <a:bodyPr/>
                    <a:lstStyle/>
                    <a:p>
                      <a:pPr algn="l" fontAlgn="ctr"/>
                      <a:r>
                        <a:rPr lang="es-BO" sz="1400" u="none" strike="noStrike" dirty="0">
                          <a:effectLst/>
                        </a:rPr>
                        <a:t>20 / 90</a:t>
                      </a:r>
                      <a:endParaRPr lang="es-BO" sz="1400" b="0" i="0" u="none" strike="noStrike" dirty="0">
                        <a:solidFill>
                          <a:srgbClr val="000000"/>
                        </a:solidFill>
                        <a:effectLst/>
                        <a:latin typeface="Times New Roman" panose="02020603050405020304" pitchFamily="18" charset="0"/>
                      </a:endParaRPr>
                    </a:p>
                  </a:txBody>
                  <a:tcPr marL="8507" marR="8507" marT="8507" marB="0" anchor="ctr"/>
                </a:tc>
                <a:extLst>
                  <a:ext uri="{0D108BD9-81ED-4DB2-BD59-A6C34878D82A}">
                    <a16:rowId xmlns:a16="http://schemas.microsoft.com/office/drawing/2014/main" val="1894933589"/>
                  </a:ext>
                </a:extLst>
              </a:tr>
              <a:tr h="416865">
                <a:tc>
                  <a:txBody>
                    <a:bodyPr/>
                    <a:lstStyle/>
                    <a:p>
                      <a:pPr algn="l" defTabSz="762000" fontAlgn="ctr"/>
                      <a:r>
                        <a:rPr lang="es-BO" sz="1400" u="none" strike="noStrike" dirty="0">
                          <a:effectLst/>
                        </a:rPr>
                        <a:t>H (m)</a:t>
                      </a:r>
                      <a:endParaRPr lang="es-BO" sz="1400" b="1" i="0" u="none" strike="noStrike" dirty="0">
                        <a:solidFill>
                          <a:srgbClr val="000000"/>
                        </a:solidFill>
                        <a:effectLst/>
                        <a:latin typeface="Times New Roman" panose="02020603050405020304" pitchFamily="18" charset="0"/>
                      </a:endParaRPr>
                    </a:p>
                  </a:txBody>
                  <a:tcPr marL="8507" marR="8507" marT="8507" marB="0" anchor="ctr"/>
                </a:tc>
                <a:tc>
                  <a:txBody>
                    <a:bodyPr/>
                    <a:lstStyle/>
                    <a:p>
                      <a:pPr algn="l" fontAlgn="ctr"/>
                      <a:r>
                        <a:rPr lang="es-MX" sz="1400" u="none" strike="noStrike" dirty="0">
                          <a:effectLst/>
                        </a:rPr>
                        <a:t>32.5 / 25</a:t>
                      </a:r>
                      <a:endParaRPr lang="es-MX" sz="1400" b="0" i="0" u="none" strike="noStrike" dirty="0">
                        <a:solidFill>
                          <a:srgbClr val="000000"/>
                        </a:solidFill>
                        <a:effectLst/>
                        <a:latin typeface="Times New Roman" panose="02020603050405020304" pitchFamily="18" charset="0"/>
                      </a:endParaRPr>
                    </a:p>
                  </a:txBody>
                  <a:tcPr marL="8507" marR="8507" marT="8507" marB="0" anchor="ctr"/>
                </a:tc>
                <a:extLst>
                  <a:ext uri="{0D108BD9-81ED-4DB2-BD59-A6C34878D82A}">
                    <a16:rowId xmlns:a16="http://schemas.microsoft.com/office/drawing/2014/main" val="2661940272"/>
                  </a:ext>
                </a:extLst>
              </a:tr>
              <a:tr h="178656">
                <a:tc>
                  <a:txBody>
                    <a:bodyPr/>
                    <a:lstStyle/>
                    <a:p>
                      <a:pPr algn="l" fontAlgn="ctr"/>
                      <a:r>
                        <a:rPr lang="es-BO" sz="1400" u="none" strike="noStrike" dirty="0">
                          <a:effectLst/>
                        </a:rPr>
                        <a:t>HP</a:t>
                      </a:r>
                      <a:endParaRPr lang="es-BO" sz="1400" b="1" i="0" u="none" strike="noStrike" dirty="0">
                        <a:solidFill>
                          <a:srgbClr val="000000"/>
                        </a:solidFill>
                        <a:effectLst/>
                        <a:latin typeface="Times New Roman" panose="02020603050405020304" pitchFamily="18" charset="0"/>
                      </a:endParaRPr>
                    </a:p>
                  </a:txBody>
                  <a:tcPr marL="8507" marR="8507" marT="8507" marB="0" anchor="ctr"/>
                </a:tc>
                <a:tc>
                  <a:txBody>
                    <a:bodyPr/>
                    <a:lstStyle/>
                    <a:p>
                      <a:pPr marL="0" indent="0" algn="l" fontAlgn="ctr"/>
                      <a:r>
                        <a:rPr lang="es-BO" sz="1400" u="none" strike="noStrike" dirty="0">
                          <a:effectLst/>
                        </a:rPr>
                        <a:t>1</a:t>
                      </a:r>
                      <a:endParaRPr lang="es-BO" sz="1400" b="0" i="0" u="none" strike="noStrike" dirty="0">
                        <a:solidFill>
                          <a:srgbClr val="000000"/>
                        </a:solidFill>
                        <a:effectLst/>
                        <a:latin typeface="Times New Roman" panose="02020603050405020304" pitchFamily="18" charset="0"/>
                      </a:endParaRPr>
                    </a:p>
                  </a:txBody>
                  <a:tcPr marL="8507" marR="8507" marT="8507" marB="0" anchor="ctr"/>
                </a:tc>
                <a:extLst>
                  <a:ext uri="{0D108BD9-81ED-4DB2-BD59-A6C34878D82A}">
                    <a16:rowId xmlns:a16="http://schemas.microsoft.com/office/drawing/2014/main" val="2383324971"/>
                  </a:ext>
                </a:extLst>
              </a:tr>
              <a:tr h="178656">
                <a:tc>
                  <a:txBody>
                    <a:bodyPr/>
                    <a:lstStyle/>
                    <a:p>
                      <a:pPr algn="l" fontAlgn="ctr"/>
                      <a:r>
                        <a:rPr lang="es-BO" sz="1400" u="none" strike="noStrike" dirty="0">
                          <a:effectLst/>
                        </a:rPr>
                        <a:t>kW</a:t>
                      </a:r>
                      <a:endParaRPr lang="es-BO" sz="1400" b="1" i="0" u="none" strike="noStrike" dirty="0">
                        <a:solidFill>
                          <a:srgbClr val="000000"/>
                        </a:solidFill>
                        <a:effectLst/>
                        <a:latin typeface="Times New Roman" panose="02020603050405020304" pitchFamily="18" charset="0"/>
                      </a:endParaRPr>
                    </a:p>
                  </a:txBody>
                  <a:tcPr marL="8507" marR="8507" marT="8507" marB="0" anchor="ctr"/>
                </a:tc>
                <a:tc>
                  <a:txBody>
                    <a:bodyPr/>
                    <a:lstStyle/>
                    <a:p>
                      <a:pPr algn="l" fontAlgn="ctr"/>
                      <a:r>
                        <a:rPr lang="es-BO" sz="1400" u="none" strike="noStrike" dirty="0">
                          <a:effectLst/>
                        </a:rPr>
                        <a:t>0.74</a:t>
                      </a:r>
                      <a:endParaRPr lang="es-BO" sz="1400" b="0" i="0" u="none" strike="noStrike" dirty="0">
                        <a:solidFill>
                          <a:srgbClr val="000000"/>
                        </a:solidFill>
                        <a:effectLst/>
                        <a:latin typeface="Times New Roman" panose="02020603050405020304" pitchFamily="18" charset="0"/>
                      </a:endParaRPr>
                    </a:p>
                  </a:txBody>
                  <a:tcPr marL="8507" marR="8507" marT="8507" marB="0" anchor="ctr"/>
                </a:tc>
                <a:extLst>
                  <a:ext uri="{0D108BD9-81ED-4DB2-BD59-A6C34878D82A}">
                    <a16:rowId xmlns:a16="http://schemas.microsoft.com/office/drawing/2014/main" val="1758264605"/>
                  </a:ext>
                </a:extLst>
              </a:tr>
              <a:tr h="178656">
                <a:tc>
                  <a:txBody>
                    <a:bodyPr/>
                    <a:lstStyle/>
                    <a:p>
                      <a:pPr algn="l" fontAlgn="ctr"/>
                      <a:r>
                        <a:rPr lang="es-BO" sz="1400" u="none" strike="noStrike" dirty="0">
                          <a:effectLst/>
                        </a:rPr>
                        <a:t>V∆</a:t>
                      </a:r>
                      <a:endParaRPr lang="es-BO" sz="1400" b="1" i="0" u="none" strike="noStrike" dirty="0">
                        <a:solidFill>
                          <a:srgbClr val="000000"/>
                        </a:solidFill>
                        <a:effectLst/>
                        <a:latin typeface="Times New Roman" panose="02020603050405020304" pitchFamily="18" charset="0"/>
                      </a:endParaRPr>
                    </a:p>
                  </a:txBody>
                  <a:tcPr marL="8507" marR="8507" marT="8507" marB="0" anchor="ctr"/>
                </a:tc>
                <a:tc>
                  <a:txBody>
                    <a:bodyPr/>
                    <a:lstStyle/>
                    <a:p>
                      <a:pPr algn="l" fontAlgn="ctr"/>
                      <a:r>
                        <a:rPr lang="es-BO" sz="1400" u="none" strike="noStrike" dirty="0">
                          <a:effectLst/>
                        </a:rPr>
                        <a:t>230V</a:t>
                      </a:r>
                      <a:endParaRPr lang="es-BO" sz="1400" b="0" i="0" u="none" strike="noStrike" dirty="0">
                        <a:solidFill>
                          <a:srgbClr val="000000"/>
                        </a:solidFill>
                        <a:effectLst/>
                        <a:latin typeface="Times New Roman" panose="02020603050405020304" pitchFamily="18" charset="0"/>
                      </a:endParaRPr>
                    </a:p>
                  </a:txBody>
                  <a:tcPr marL="8507" marR="8507" marT="8507" marB="0" anchor="ctr"/>
                </a:tc>
                <a:extLst>
                  <a:ext uri="{0D108BD9-81ED-4DB2-BD59-A6C34878D82A}">
                    <a16:rowId xmlns:a16="http://schemas.microsoft.com/office/drawing/2014/main" val="615026007"/>
                  </a:ext>
                </a:extLst>
              </a:tr>
              <a:tr h="178656">
                <a:tc>
                  <a:txBody>
                    <a:bodyPr/>
                    <a:lstStyle/>
                    <a:p>
                      <a:pPr algn="l" fontAlgn="ctr"/>
                      <a:r>
                        <a:rPr lang="es-BO" sz="1400" u="none" strike="noStrike" dirty="0" err="1">
                          <a:effectLst/>
                        </a:rPr>
                        <a:t>Vℷ</a:t>
                      </a:r>
                      <a:endParaRPr lang="es-BO" sz="1400" b="1" i="0" u="none" strike="noStrike" dirty="0">
                        <a:solidFill>
                          <a:srgbClr val="000000"/>
                        </a:solidFill>
                        <a:effectLst/>
                        <a:latin typeface="Times New Roman" panose="02020603050405020304" pitchFamily="18" charset="0"/>
                      </a:endParaRPr>
                    </a:p>
                  </a:txBody>
                  <a:tcPr marL="8507" marR="8507" marT="8507" marB="0" anchor="ctr"/>
                </a:tc>
                <a:tc>
                  <a:txBody>
                    <a:bodyPr/>
                    <a:lstStyle/>
                    <a:p>
                      <a:pPr algn="l" fontAlgn="ctr"/>
                      <a:r>
                        <a:rPr lang="es-BO" sz="1400" u="none" strike="noStrike" dirty="0">
                          <a:effectLst/>
                        </a:rPr>
                        <a:t>400V</a:t>
                      </a:r>
                      <a:endParaRPr lang="es-BO" sz="1400" b="0" i="0" u="none" strike="noStrike" dirty="0">
                        <a:solidFill>
                          <a:srgbClr val="000000"/>
                        </a:solidFill>
                        <a:effectLst/>
                        <a:latin typeface="Times New Roman" panose="02020603050405020304" pitchFamily="18" charset="0"/>
                      </a:endParaRPr>
                    </a:p>
                  </a:txBody>
                  <a:tcPr marL="8507" marR="8507" marT="8507" marB="0" anchor="ctr"/>
                </a:tc>
                <a:extLst>
                  <a:ext uri="{0D108BD9-81ED-4DB2-BD59-A6C34878D82A}">
                    <a16:rowId xmlns:a16="http://schemas.microsoft.com/office/drawing/2014/main" val="1319570147"/>
                  </a:ext>
                </a:extLst>
              </a:tr>
              <a:tr h="357313">
                <a:tc>
                  <a:txBody>
                    <a:bodyPr/>
                    <a:lstStyle/>
                    <a:p>
                      <a:pPr algn="l" fontAlgn="ctr"/>
                      <a:r>
                        <a:rPr lang="es-BO" sz="1400" u="none" strike="noStrike" dirty="0">
                          <a:effectLst/>
                        </a:rPr>
                        <a:t>CL</a:t>
                      </a:r>
                      <a:endParaRPr lang="es-BO" sz="1400" b="1" i="0" u="none" strike="noStrike" dirty="0">
                        <a:solidFill>
                          <a:srgbClr val="000000"/>
                        </a:solidFill>
                        <a:effectLst/>
                        <a:latin typeface="Times New Roman" panose="02020603050405020304" pitchFamily="18" charset="0"/>
                      </a:endParaRPr>
                    </a:p>
                  </a:txBody>
                  <a:tcPr marL="8507" marR="8507" marT="8507" marB="0" anchor="ctr"/>
                </a:tc>
                <a:tc>
                  <a:txBody>
                    <a:bodyPr/>
                    <a:lstStyle/>
                    <a:p>
                      <a:pPr algn="l" fontAlgn="ctr"/>
                      <a:r>
                        <a:rPr lang="es-MX" sz="1400" u="none" strike="noStrike" dirty="0">
                          <a:effectLst/>
                        </a:rPr>
                        <a:t>Máxima temperatura de operación °F = 155°C</a:t>
                      </a:r>
                      <a:endParaRPr lang="es-MX" sz="1400" b="0" i="0" u="none" strike="noStrike" dirty="0">
                        <a:solidFill>
                          <a:srgbClr val="000000"/>
                        </a:solidFill>
                        <a:effectLst/>
                        <a:latin typeface="Times New Roman" panose="02020603050405020304" pitchFamily="18" charset="0"/>
                      </a:endParaRPr>
                    </a:p>
                  </a:txBody>
                  <a:tcPr marL="8507" marR="8507" marT="8507" marB="0" anchor="ctr"/>
                </a:tc>
                <a:extLst>
                  <a:ext uri="{0D108BD9-81ED-4DB2-BD59-A6C34878D82A}">
                    <a16:rowId xmlns:a16="http://schemas.microsoft.com/office/drawing/2014/main" val="3165780727"/>
                  </a:ext>
                </a:extLst>
              </a:tr>
              <a:tr h="178656">
                <a:tc>
                  <a:txBody>
                    <a:bodyPr/>
                    <a:lstStyle/>
                    <a:p>
                      <a:pPr algn="l" fontAlgn="ctr"/>
                      <a:r>
                        <a:rPr lang="es-BO" sz="1400" u="none" strike="noStrike" dirty="0">
                          <a:effectLst/>
                        </a:rPr>
                        <a:t>A</a:t>
                      </a:r>
                      <a:endParaRPr lang="es-BO" sz="1400" b="1" i="0" u="none" strike="noStrike" dirty="0">
                        <a:solidFill>
                          <a:srgbClr val="000000"/>
                        </a:solidFill>
                        <a:effectLst/>
                        <a:latin typeface="Times New Roman" panose="02020603050405020304" pitchFamily="18" charset="0"/>
                      </a:endParaRPr>
                    </a:p>
                  </a:txBody>
                  <a:tcPr marL="8507" marR="8507" marT="8507" marB="0" anchor="ctr"/>
                </a:tc>
                <a:tc>
                  <a:txBody>
                    <a:bodyPr/>
                    <a:lstStyle/>
                    <a:p>
                      <a:pPr algn="l" fontAlgn="ctr"/>
                      <a:r>
                        <a:rPr lang="es-BO" sz="1400" u="none" strike="noStrike" dirty="0">
                          <a:effectLst/>
                        </a:rPr>
                        <a:t>3.4   2</a:t>
                      </a:r>
                      <a:endParaRPr lang="es-BO" sz="1400" b="0" i="0" u="none" strike="noStrike" dirty="0">
                        <a:solidFill>
                          <a:srgbClr val="000000"/>
                        </a:solidFill>
                        <a:effectLst/>
                        <a:latin typeface="Times New Roman" panose="02020603050405020304" pitchFamily="18" charset="0"/>
                      </a:endParaRPr>
                    </a:p>
                  </a:txBody>
                  <a:tcPr marL="8507" marR="8507" marT="8507" marB="0" anchor="ctr"/>
                </a:tc>
                <a:extLst>
                  <a:ext uri="{0D108BD9-81ED-4DB2-BD59-A6C34878D82A}">
                    <a16:rowId xmlns:a16="http://schemas.microsoft.com/office/drawing/2014/main" val="2444070791"/>
                  </a:ext>
                </a:extLst>
              </a:tr>
              <a:tr h="357313">
                <a:tc>
                  <a:txBody>
                    <a:bodyPr/>
                    <a:lstStyle/>
                    <a:p>
                      <a:pPr algn="l" fontAlgn="ctr"/>
                      <a:r>
                        <a:rPr lang="es-BO" sz="1400" u="none" strike="noStrike" dirty="0">
                          <a:effectLst/>
                        </a:rPr>
                        <a:t>Hz</a:t>
                      </a:r>
                      <a:endParaRPr lang="es-BO" sz="1400" b="1" i="0" u="none" strike="noStrike" dirty="0">
                        <a:solidFill>
                          <a:srgbClr val="000000"/>
                        </a:solidFill>
                        <a:effectLst/>
                        <a:latin typeface="Times New Roman" panose="02020603050405020304" pitchFamily="18" charset="0"/>
                      </a:endParaRPr>
                    </a:p>
                  </a:txBody>
                  <a:tcPr marL="8507" marR="8507" marT="8507" marB="0" anchor="ctr"/>
                </a:tc>
                <a:tc>
                  <a:txBody>
                    <a:bodyPr/>
                    <a:lstStyle/>
                    <a:p>
                      <a:pPr algn="l" fontAlgn="ctr"/>
                      <a:r>
                        <a:rPr lang="es-BO" sz="1400" u="none" strike="noStrike" dirty="0">
                          <a:effectLst/>
                        </a:rPr>
                        <a:t>50</a:t>
                      </a:r>
                      <a:endParaRPr lang="es-BO" sz="1400" b="0" i="0" u="none" strike="noStrike" dirty="0">
                        <a:solidFill>
                          <a:srgbClr val="000000"/>
                        </a:solidFill>
                        <a:effectLst/>
                        <a:latin typeface="Times New Roman" panose="02020603050405020304" pitchFamily="18" charset="0"/>
                      </a:endParaRPr>
                    </a:p>
                  </a:txBody>
                  <a:tcPr marL="8507" marR="8507" marT="8507" marB="0" anchor="ctr"/>
                </a:tc>
                <a:extLst>
                  <a:ext uri="{0D108BD9-81ED-4DB2-BD59-A6C34878D82A}">
                    <a16:rowId xmlns:a16="http://schemas.microsoft.com/office/drawing/2014/main" val="4033018070"/>
                  </a:ext>
                </a:extLst>
              </a:tr>
              <a:tr h="178656">
                <a:tc>
                  <a:txBody>
                    <a:bodyPr/>
                    <a:lstStyle/>
                    <a:p>
                      <a:pPr algn="l" fontAlgn="ctr"/>
                      <a:r>
                        <a:rPr lang="es-BO" sz="1400" u="none" strike="noStrike" dirty="0">
                          <a:effectLst/>
                        </a:rPr>
                        <a:t>RPM del motor</a:t>
                      </a:r>
                      <a:endParaRPr lang="es-BO" sz="1400" b="0" i="0" u="none" strike="noStrike" dirty="0">
                        <a:solidFill>
                          <a:srgbClr val="000000"/>
                        </a:solidFill>
                        <a:effectLst/>
                        <a:latin typeface="Times New Roman" panose="02020603050405020304" pitchFamily="18" charset="0"/>
                      </a:endParaRPr>
                    </a:p>
                  </a:txBody>
                  <a:tcPr marL="8507" marR="8507" marT="8507" marB="0" anchor="ctr"/>
                </a:tc>
                <a:tc>
                  <a:txBody>
                    <a:bodyPr/>
                    <a:lstStyle/>
                    <a:p>
                      <a:pPr algn="l" fontAlgn="ctr"/>
                      <a:r>
                        <a:rPr lang="es-BO" sz="1400" u="none" strike="noStrike" dirty="0">
                          <a:effectLst/>
                        </a:rPr>
                        <a:t>2800</a:t>
                      </a:r>
                      <a:endParaRPr lang="es-BO" sz="1400" b="0" i="0" u="none" strike="noStrike" dirty="0">
                        <a:solidFill>
                          <a:srgbClr val="000000"/>
                        </a:solidFill>
                        <a:effectLst/>
                        <a:latin typeface="Times New Roman" panose="02020603050405020304" pitchFamily="18" charset="0"/>
                      </a:endParaRPr>
                    </a:p>
                  </a:txBody>
                  <a:tcPr marL="8507" marR="8507" marT="8507" marB="0" anchor="ctr"/>
                </a:tc>
                <a:extLst>
                  <a:ext uri="{0D108BD9-81ED-4DB2-BD59-A6C34878D82A}">
                    <a16:rowId xmlns:a16="http://schemas.microsoft.com/office/drawing/2014/main" val="297623641"/>
                  </a:ext>
                </a:extLst>
              </a:tr>
              <a:tr h="178656">
                <a:tc>
                  <a:txBody>
                    <a:bodyPr/>
                    <a:lstStyle/>
                    <a:p>
                      <a:pPr algn="l" fontAlgn="ctr"/>
                      <a:r>
                        <a:rPr lang="es-BO" sz="1400" u="none" strike="noStrike" dirty="0">
                          <a:effectLst/>
                        </a:rPr>
                        <a:t>IP  44</a:t>
                      </a:r>
                      <a:endParaRPr lang="es-BO" sz="1400" b="1" i="0" u="none" strike="noStrike" dirty="0">
                        <a:solidFill>
                          <a:srgbClr val="000000"/>
                        </a:solidFill>
                        <a:effectLst/>
                        <a:latin typeface="Times New Roman" panose="02020603050405020304" pitchFamily="18" charset="0"/>
                      </a:endParaRPr>
                    </a:p>
                  </a:txBody>
                  <a:tcPr marL="8507" marR="8507" marT="8507" marB="0" anchor="ctr"/>
                </a:tc>
                <a:tc>
                  <a:txBody>
                    <a:bodyPr/>
                    <a:lstStyle/>
                    <a:p>
                      <a:pPr algn="l" fontAlgn="ctr"/>
                      <a:r>
                        <a:rPr lang="es-BO" sz="1400" u="none" strike="noStrike" dirty="0">
                          <a:effectLst/>
                        </a:rPr>
                        <a:t>Protección (resistente al agua)</a:t>
                      </a:r>
                      <a:endParaRPr lang="es-BO" sz="1400" b="0" i="0" u="none" strike="noStrike" dirty="0">
                        <a:solidFill>
                          <a:srgbClr val="000000"/>
                        </a:solidFill>
                        <a:effectLst/>
                        <a:latin typeface="Times New Roman" panose="02020603050405020304" pitchFamily="18" charset="0"/>
                      </a:endParaRPr>
                    </a:p>
                  </a:txBody>
                  <a:tcPr marL="8507" marR="8507" marT="8507" marB="0" anchor="ctr"/>
                </a:tc>
                <a:extLst>
                  <a:ext uri="{0D108BD9-81ED-4DB2-BD59-A6C34878D82A}">
                    <a16:rowId xmlns:a16="http://schemas.microsoft.com/office/drawing/2014/main" val="1109336239"/>
                  </a:ext>
                </a:extLst>
              </a:tr>
              <a:tr h="357313">
                <a:tc>
                  <a:txBody>
                    <a:bodyPr/>
                    <a:lstStyle/>
                    <a:p>
                      <a:pPr algn="l" fontAlgn="ctr"/>
                      <a:r>
                        <a:rPr lang="es-BO" sz="1400" u="none" strike="noStrike" dirty="0" err="1">
                          <a:effectLst/>
                        </a:rPr>
                        <a:t>Continuous</a:t>
                      </a:r>
                      <a:r>
                        <a:rPr lang="es-BO" sz="1400" u="none" strike="noStrike" dirty="0">
                          <a:effectLst/>
                        </a:rPr>
                        <a:t> </a:t>
                      </a:r>
                      <a:r>
                        <a:rPr lang="es-BO" sz="1400" u="none" strike="noStrike" dirty="0" err="1">
                          <a:effectLst/>
                        </a:rPr>
                        <a:t>Duty</a:t>
                      </a:r>
                      <a:endParaRPr lang="es-BO" sz="1400" b="1" i="0" u="none" strike="noStrike" dirty="0">
                        <a:solidFill>
                          <a:srgbClr val="000000"/>
                        </a:solidFill>
                        <a:effectLst/>
                        <a:latin typeface="Times New Roman" panose="02020603050405020304" pitchFamily="18" charset="0"/>
                      </a:endParaRPr>
                    </a:p>
                  </a:txBody>
                  <a:tcPr marL="8507" marR="8507" marT="8507" marB="0" anchor="ctr"/>
                </a:tc>
                <a:tc>
                  <a:txBody>
                    <a:bodyPr/>
                    <a:lstStyle/>
                    <a:p>
                      <a:pPr algn="l" fontAlgn="ctr"/>
                      <a:r>
                        <a:rPr lang="es-BO" sz="1400" u="none" strike="noStrike" dirty="0">
                          <a:effectLst/>
                        </a:rPr>
                        <a:t>Funcionamiento de motor de forma continua</a:t>
                      </a:r>
                      <a:endParaRPr lang="es-BO" sz="1400" b="0" i="0" u="none" strike="noStrike" dirty="0">
                        <a:solidFill>
                          <a:srgbClr val="000000"/>
                        </a:solidFill>
                        <a:effectLst/>
                        <a:latin typeface="Times New Roman" panose="02020603050405020304" pitchFamily="18" charset="0"/>
                      </a:endParaRPr>
                    </a:p>
                  </a:txBody>
                  <a:tcPr marL="8507" marR="8507" marT="8507" marB="0" anchor="ctr"/>
                </a:tc>
                <a:extLst>
                  <a:ext uri="{0D108BD9-81ED-4DB2-BD59-A6C34878D82A}">
                    <a16:rowId xmlns:a16="http://schemas.microsoft.com/office/drawing/2014/main" val="3285072682"/>
                  </a:ext>
                </a:extLst>
              </a:tr>
              <a:tr h="178656">
                <a:tc>
                  <a:txBody>
                    <a:bodyPr/>
                    <a:lstStyle/>
                    <a:p>
                      <a:pPr algn="l" fontAlgn="ctr"/>
                      <a:r>
                        <a:rPr lang="es-BO" sz="1400" u="none" strike="noStrike" dirty="0">
                          <a:effectLst/>
                        </a:rPr>
                        <a:t>3 </a:t>
                      </a:r>
                      <a:r>
                        <a:rPr lang="es-BO" sz="1400" u="none" strike="noStrike" dirty="0" err="1">
                          <a:effectLst/>
                        </a:rPr>
                        <a:t>phase</a:t>
                      </a:r>
                      <a:endParaRPr lang="es-BO" sz="1400" b="1" i="0" u="none" strike="noStrike" dirty="0">
                        <a:solidFill>
                          <a:srgbClr val="000000"/>
                        </a:solidFill>
                        <a:effectLst/>
                        <a:latin typeface="Times New Roman" panose="02020603050405020304" pitchFamily="18" charset="0"/>
                      </a:endParaRPr>
                    </a:p>
                  </a:txBody>
                  <a:tcPr marL="8507" marR="8507" marT="8507" marB="0" anchor="ctr"/>
                </a:tc>
                <a:tc>
                  <a:txBody>
                    <a:bodyPr/>
                    <a:lstStyle/>
                    <a:p>
                      <a:pPr algn="l" fontAlgn="ctr"/>
                      <a:r>
                        <a:rPr lang="es-BO" sz="1400" u="none" strike="noStrike" dirty="0">
                          <a:effectLst/>
                        </a:rPr>
                        <a:t>Motor trifásico para CA</a:t>
                      </a:r>
                      <a:endParaRPr lang="es-BO" sz="1400" b="0" i="0" u="none" strike="noStrike" dirty="0">
                        <a:solidFill>
                          <a:srgbClr val="000000"/>
                        </a:solidFill>
                        <a:effectLst/>
                        <a:latin typeface="Times New Roman" panose="02020603050405020304" pitchFamily="18" charset="0"/>
                      </a:endParaRPr>
                    </a:p>
                  </a:txBody>
                  <a:tcPr marL="8507" marR="8507" marT="8507" marB="0" anchor="ctr"/>
                </a:tc>
                <a:extLst>
                  <a:ext uri="{0D108BD9-81ED-4DB2-BD59-A6C34878D82A}">
                    <a16:rowId xmlns:a16="http://schemas.microsoft.com/office/drawing/2014/main" val="2035176912"/>
                  </a:ext>
                </a:extLst>
              </a:tr>
              <a:tr h="357313">
                <a:tc>
                  <a:txBody>
                    <a:bodyPr/>
                    <a:lstStyle/>
                    <a:p>
                      <a:pPr algn="l" fontAlgn="ctr"/>
                      <a:r>
                        <a:rPr lang="es-BO" sz="1400" u="none" strike="noStrike" dirty="0">
                          <a:effectLst/>
                        </a:rPr>
                        <a:t>CMT</a:t>
                      </a:r>
                      <a:endParaRPr lang="es-BO" sz="1400" b="1" i="0" u="none" strike="noStrike" dirty="0">
                        <a:solidFill>
                          <a:srgbClr val="000000"/>
                        </a:solidFill>
                        <a:effectLst/>
                        <a:latin typeface="Times New Roman" panose="02020603050405020304" pitchFamily="18" charset="0"/>
                      </a:endParaRPr>
                    </a:p>
                  </a:txBody>
                  <a:tcPr marL="8507" marR="8507" marT="8507" marB="0" anchor="ctr"/>
                </a:tc>
                <a:tc>
                  <a:txBody>
                    <a:bodyPr/>
                    <a:lstStyle/>
                    <a:p>
                      <a:pPr algn="l" fontAlgn="ctr"/>
                      <a:r>
                        <a:rPr lang="es-BO" sz="1400" u="none" strike="noStrike" dirty="0">
                          <a:effectLst/>
                        </a:rPr>
                        <a:t>Motor Centrífugo - Trifásico</a:t>
                      </a:r>
                      <a:endParaRPr lang="es-BO" sz="1400" b="0" i="0" u="none" strike="noStrike" dirty="0">
                        <a:solidFill>
                          <a:srgbClr val="000000"/>
                        </a:solidFill>
                        <a:effectLst/>
                        <a:latin typeface="Times New Roman" panose="02020603050405020304" pitchFamily="18" charset="0"/>
                      </a:endParaRPr>
                    </a:p>
                  </a:txBody>
                  <a:tcPr marL="8507" marR="8507" marT="8507" marB="0" anchor="ctr"/>
                </a:tc>
                <a:extLst>
                  <a:ext uri="{0D108BD9-81ED-4DB2-BD59-A6C34878D82A}">
                    <a16:rowId xmlns:a16="http://schemas.microsoft.com/office/drawing/2014/main" val="3460257378"/>
                  </a:ext>
                </a:extLst>
              </a:tr>
              <a:tr h="178656">
                <a:tc>
                  <a:txBody>
                    <a:bodyPr/>
                    <a:lstStyle/>
                    <a:p>
                      <a:pPr algn="l" fontAlgn="ctr"/>
                      <a:r>
                        <a:rPr lang="es-BO" sz="1400" u="none" strike="noStrike" dirty="0">
                          <a:effectLst/>
                        </a:rPr>
                        <a:t>100</a:t>
                      </a:r>
                      <a:endParaRPr lang="es-BO" sz="1400" b="1" i="0" u="none" strike="noStrike" dirty="0">
                        <a:solidFill>
                          <a:srgbClr val="000000"/>
                        </a:solidFill>
                        <a:effectLst/>
                        <a:latin typeface="Times New Roman" panose="02020603050405020304" pitchFamily="18" charset="0"/>
                      </a:endParaRPr>
                    </a:p>
                  </a:txBody>
                  <a:tcPr marL="8507" marR="8507" marT="8507" marB="0" anchor="ctr"/>
                </a:tc>
                <a:tc>
                  <a:txBody>
                    <a:bodyPr/>
                    <a:lstStyle/>
                    <a:p>
                      <a:pPr algn="l" fontAlgn="ctr"/>
                      <a:r>
                        <a:rPr lang="es-BO" sz="1400" b="0" i="0" u="none" strike="noStrike" dirty="0">
                          <a:solidFill>
                            <a:schemeClr val="dk1"/>
                          </a:solidFill>
                          <a:effectLst/>
                          <a:latin typeface="+mn-lt"/>
                        </a:rPr>
                        <a:t>100</a:t>
                      </a:r>
                      <a:r>
                        <a:rPr lang="es-BO" sz="1400" b="0" i="0" u="none" strike="noStrike" baseline="0" dirty="0">
                          <a:solidFill>
                            <a:schemeClr val="dk1"/>
                          </a:solidFill>
                          <a:effectLst/>
                          <a:latin typeface="+mn-lt"/>
                        </a:rPr>
                        <a:t> pies </a:t>
                      </a:r>
                      <a:r>
                        <a:rPr lang="es-BO" sz="1400" b="0" i="0" u="none" strike="noStrike" baseline="0" dirty="0" err="1">
                          <a:solidFill>
                            <a:schemeClr val="dk1"/>
                          </a:solidFill>
                          <a:effectLst/>
                          <a:latin typeface="+mn-lt"/>
                        </a:rPr>
                        <a:t>max</a:t>
                      </a:r>
                      <a:endParaRPr lang="es-BO" sz="1400" b="0" i="0" u="none" strike="noStrike" dirty="0">
                        <a:solidFill>
                          <a:srgbClr val="000000"/>
                        </a:solidFill>
                        <a:effectLst/>
                        <a:latin typeface="Times New Roman" panose="02020603050405020304" pitchFamily="18" charset="0"/>
                      </a:endParaRPr>
                    </a:p>
                  </a:txBody>
                  <a:tcPr marL="8507" marR="8507" marT="8507" marB="0" anchor="ctr"/>
                </a:tc>
                <a:extLst>
                  <a:ext uri="{0D108BD9-81ED-4DB2-BD59-A6C34878D82A}">
                    <a16:rowId xmlns:a16="http://schemas.microsoft.com/office/drawing/2014/main" val="2924096380"/>
                  </a:ext>
                </a:extLst>
              </a:tr>
              <a:tr h="178656">
                <a:tc>
                  <a:txBody>
                    <a:bodyPr/>
                    <a:lstStyle/>
                    <a:p>
                      <a:pPr algn="l" fontAlgn="ctr"/>
                      <a:r>
                        <a:rPr lang="es-BO" sz="1400" u="none" strike="noStrike" dirty="0">
                          <a:effectLst/>
                        </a:rPr>
                        <a:t>00</a:t>
                      </a:r>
                      <a:endParaRPr lang="es-BO" sz="1400" b="1" i="0" u="none" strike="noStrike" dirty="0">
                        <a:solidFill>
                          <a:srgbClr val="000000"/>
                        </a:solidFill>
                        <a:effectLst/>
                        <a:latin typeface="Times New Roman" panose="02020603050405020304" pitchFamily="18" charset="0"/>
                      </a:endParaRPr>
                    </a:p>
                  </a:txBody>
                  <a:tcPr marL="8507" marR="8507" marT="8507" marB="0" anchor="ctr"/>
                </a:tc>
                <a:tc>
                  <a:txBody>
                    <a:bodyPr/>
                    <a:lstStyle/>
                    <a:p>
                      <a:pPr algn="l" fontAlgn="ctr"/>
                      <a:r>
                        <a:rPr lang="es-BO" sz="1400" b="0" i="0" u="none" strike="noStrike" dirty="0">
                          <a:solidFill>
                            <a:schemeClr val="dk1"/>
                          </a:solidFill>
                          <a:effectLst/>
                          <a:latin typeface="+mn-lt"/>
                        </a:rPr>
                        <a:t>Armazón</a:t>
                      </a:r>
                      <a:r>
                        <a:rPr lang="es-BO" sz="1400" b="0" i="0" u="none" strike="noStrike" baseline="0" dirty="0">
                          <a:solidFill>
                            <a:schemeClr val="dk1"/>
                          </a:solidFill>
                          <a:effectLst/>
                          <a:latin typeface="+mn-lt"/>
                        </a:rPr>
                        <a:t> de hierro/Impulsor de </a:t>
                      </a:r>
                      <a:r>
                        <a:rPr lang="es-BO" sz="1400" b="0" i="0" u="none" strike="noStrike" baseline="0" dirty="0" err="1">
                          <a:solidFill>
                            <a:schemeClr val="dk1"/>
                          </a:solidFill>
                          <a:effectLst/>
                          <a:latin typeface="+mn-lt"/>
                        </a:rPr>
                        <a:t>Noryl</a:t>
                      </a:r>
                      <a:endParaRPr lang="es-BO" sz="1400" b="0" i="0" u="none" strike="noStrike" dirty="0">
                        <a:solidFill>
                          <a:srgbClr val="000000"/>
                        </a:solidFill>
                        <a:effectLst/>
                        <a:latin typeface="Times New Roman" panose="02020603050405020304" pitchFamily="18" charset="0"/>
                      </a:endParaRPr>
                    </a:p>
                  </a:txBody>
                  <a:tcPr marL="8507" marR="8507" marT="8507" marB="0" anchor="ctr"/>
                </a:tc>
                <a:extLst>
                  <a:ext uri="{0D108BD9-81ED-4DB2-BD59-A6C34878D82A}">
                    <a16:rowId xmlns:a16="http://schemas.microsoft.com/office/drawing/2014/main" val="10016"/>
                  </a:ext>
                </a:extLst>
              </a:tr>
            </a:tbl>
          </a:graphicData>
        </a:graphic>
      </p:graphicFrame>
      <p:pic>
        <p:nvPicPr>
          <p:cNvPr id="8" name="Imagen 7"/>
          <p:cNvPicPr>
            <a:picLocks noChangeAspect="1"/>
          </p:cNvPicPr>
          <p:nvPr/>
        </p:nvPicPr>
        <p:blipFill>
          <a:blip r:embed="rId2"/>
          <a:stretch>
            <a:fillRect/>
          </a:stretch>
        </p:blipFill>
        <p:spPr>
          <a:xfrm>
            <a:off x="6960121" y="3313286"/>
            <a:ext cx="4165079" cy="3136508"/>
          </a:xfrm>
          <a:prstGeom prst="rect">
            <a:avLst/>
          </a:prstGeom>
        </p:spPr>
      </p:pic>
      <p:pic>
        <p:nvPicPr>
          <p:cNvPr id="9" name="Imagen 8"/>
          <p:cNvPicPr>
            <a:picLocks noChangeAspect="1"/>
          </p:cNvPicPr>
          <p:nvPr/>
        </p:nvPicPr>
        <p:blipFill>
          <a:blip r:embed="rId3"/>
          <a:stretch>
            <a:fillRect/>
          </a:stretch>
        </p:blipFill>
        <p:spPr>
          <a:xfrm>
            <a:off x="7421219" y="858423"/>
            <a:ext cx="3554082" cy="2348604"/>
          </a:xfrm>
          <a:prstGeom prst="rect">
            <a:avLst/>
          </a:prstGeom>
        </p:spPr>
      </p:pic>
    </p:spTree>
    <p:extLst>
      <p:ext uri="{BB962C8B-B14F-4D97-AF65-F5344CB8AC3E}">
        <p14:creationId xmlns:p14="http://schemas.microsoft.com/office/powerpoint/2010/main" val="38075916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42594"/>
            <a:ext cx="10058400" cy="868344"/>
          </a:xfrm>
        </p:spPr>
        <p:txBody>
          <a:bodyPr>
            <a:normAutofit/>
          </a:bodyPr>
          <a:lstStyle/>
          <a:p>
            <a:r>
              <a:rPr lang="es-BO" sz="4000" b="1" dirty="0"/>
              <a:t>Motor (Bomba de agua)</a:t>
            </a:r>
            <a:endParaRPr lang="en-US" sz="4000" b="1" dirty="0"/>
          </a:p>
        </p:txBody>
      </p:sp>
      <p:graphicFrame>
        <p:nvGraphicFramePr>
          <p:cNvPr id="4" name="Marcador de contenido 3"/>
          <p:cNvGraphicFramePr>
            <a:graphicFrameLocks noGrp="1"/>
          </p:cNvGraphicFramePr>
          <p:nvPr>
            <p:ph idx="1"/>
          </p:nvPr>
        </p:nvGraphicFramePr>
        <p:xfrm>
          <a:off x="2265792" y="2129473"/>
          <a:ext cx="2213316" cy="3217589"/>
        </p:xfrm>
        <a:graphic>
          <a:graphicData uri="http://schemas.openxmlformats.org/drawingml/2006/table">
            <a:tbl>
              <a:tblPr firstRow="1" bandRow="1">
                <a:tableStyleId>{5C22544A-7EE6-4342-B048-85BDC9FD1C3A}</a:tableStyleId>
              </a:tblPr>
              <a:tblGrid>
                <a:gridCol w="993378">
                  <a:extLst>
                    <a:ext uri="{9D8B030D-6E8A-4147-A177-3AD203B41FA5}">
                      <a16:colId xmlns:a16="http://schemas.microsoft.com/office/drawing/2014/main" val="40161033"/>
                    </a:ext>
                  </a:extLst>
                </a:gridCol>
                <a:gridCol w="1219938">
                  <a:extLst>
                    <a:ext uri="{9D8B030D-6E8A-4147-A177-3AD203B41FA5}">
                      <a16:colId xmlns:a16="http://schemas.microsoft.com/office/drawing/2014/main" val="447033004"/>
                    </a:ext>
                  </a:extLst>
                </a:gridCol>
              </a:tblGrid>
              <a:tr h="484619">
                <a:tc>
                  <a:txBody>
                    <a:bodyPr/>
                    <a:lstStyle/>
                    <a:p>
                      <a:pPr algn="ctr" fontAlgn="b"/>
                      <a:r>
                        <a:rPr lang="en-US" sz="1100" u="none" strike="noStrike" dirty="0">
                          <a:solidFill>
                            <a:schemeClr val="tx1"/>
                          </a:solidFill>
                          <a:effectLst/>
                        </a:rPr>
                        <a:t>FRECUENCIA</a:t>
                      </a:r>
                      <a:endParaRPr lang="en-US" sz="11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b"/>
                      <a:r>
                        <a:rPr lang="en-US" sz="1100" u="none" strike="noStrike" dirty="0">
                          <a:solidFill>
                            <a:schemeClr val="tx1"/>
                          </a:solidFill>
                          <a:effectLst/>
                        </a:rPr>
                        <a:t>CORRIENTE(SIN AGUA)</a:t>
                      </a:r>
                      <a:endParaRPr lang="en-US" sz="1100" b="0" i="0" u="none" strike="noStrike" dirty="0">
                        <a:solidFill>
                          <a:schemeClr val="tx1"/>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676131881"/>
                  </a:ext>
                </a:extLst>
              </a:tr>
              <a:tr h="255771">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0,9</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98269823"/>
                  </a:ext>
                </a:extLst>
              </a:tr>
              <a:tr h="255771">
                <a:tc>
                  <a:txBody>
                    <a:bodyPr/>
                    <a:lstStyle/>
                    <a:p>
                      <a:pPr algn="ctr" fontAlgn="b"/>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1,68</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67279134"/>
                  </a:ext>
                </a:extLst>
              </a:tr>
              <a:tr h="255771">
                <a:tc>
                  <a:txBody>
                    <a:bodyPr/>
                    <a:lstStyle/>
                    <a:p>
                      <a:pPr algn="ctr" fontAlgn="b"/>
                      <a:r>
                        <a:rPr lang="en-US" sz="1100" u="none" strike="noStrike">
                          <a:effectLst/>
                        </a:rPr>
                        <a:t>10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1,79</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84866773"/>
                  </a:ext>
                </a:extLst>
              </a:tr>
              <a:tr h="255771">
                <a:tc>
                  <a:txBody>
                    <a:bodyPr/>
                    <a:lstStyle/>
                    <a:p>
                      <a:pPr algn="ctr" fontAlgn="b"/>
                      <a:r>
                        <a:rPr lang="en-US" sz="1100" u="none" strike="noStrike">
                          <a:effectLst/>
                        </a:rPr>
                        <a:t>15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1,82</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10332340"/>
                  </a:ext>
                </a:extLst>
              </a:tr>
              <a:tr h="255771">
                <a:tc>
                  <a:txBody>
                    <a:bodyPr/>
                    <a:lstStyle/>
                    <a:p>
                      <a:pPr algn="ctr" fontAlgn="b"/>
                      <a:r>
                        <a:rPr lang="en-US" sz="1100" u="none" strike="noStrike">
                          <a:effectLst/>
                        </a:rPr>
                        <a:t>20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1,85</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11202899"/>
                  </a:ext>
                </a:extLst>
              </a:tr>
              <a:tr h="255771">
                <a:tc>
                  <a:txBody>
                    <a:bodyPr/>
                    <a:lstStyle/>
                    <a:p>
                      <a:pPr algn="ctr" fontAlgn="b"/>
                      <a:r>
                        <a:rPr lang="en-US" sz="1100" u="none" strike="noStrike">
                          <a:effectLst/>
                        </a:rPr>
                        <a:t>25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1,93</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94827308"/>
                  </a:ext>
                </a:extLst>
              </a:tr>
              <a:tr h="255771">
                <a:tc>
                  <a:txBody>
                    <a:bodyPr/>
                    <a:lstStyle/>
                    <a:p>
                      <a:pPr algn="ctr" fontAlgn="b"/>
                      <a:r>
                        <a:rPr lang="en-US" sz="1100" u="none" strike="noStrike">
                          <a:effectLst/>
                        </a:rPr>
                        <a:t>30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2,08</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97321020"/>
                  </a:ext>
                </a:extLst>
              </a:tr>
              <a:tr h="255771">
                <a:tc>
                  <a:txBody>
                    <a:bodyPr/>
                    <a:lstStyle/>
                    <a:p>
                      <a:pPr algn="ctr" fontAlgn="b"/>
                      <a:r>
                        <a:rPr lang="en-US" sz="1100" u="none" strike="noStrike">
                          <a:effectLst/>
                        </a:rPr>
                        <a:t>35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2,26</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88507557"/>
                  </a:ext>
                </a:extLst>
              </a:tr>
              <a:tr h="255771">
                <a:tc>
                  <a:txBody>
                    <a:bodyPr/>
                    <a:lstStyle/>
                    <a:p>
                      <a:pPr algn="ctr" fontAlgn="b"/>
                      <a:r>
                        <a:rPr lang="en-US" sz="1100" u="none" strike="noStrike" dirty="0">
                          <a:effectLst/>
                        </a:rPr>
                        <a:t>40</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a:effectLst/>
                        </a:rPr>
                        <a:t>2,47</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03295392"/>
                  </a:ext>
                </a:extLst>
              </a:tr>
              <a:tr h="255771">
                <a:tc>
                  <a:txBody>
                    <a:bodyPr/>
                    <a:lstStyle/>
                    <a:p>
                      <a:pPr algn="ctr" fontAlgn="b"/>
                      <a:r>
                        <a:rPr lang="en-US" sz="1100" u="none" strike="noStrike">
                          <a:effectLst/>
                        </a:rPr>
                        <a:t>45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2,75</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02618758"/>
                  </a:ext>
                </a:extLst>
              </a:tr>
              <a:tr h="174331">
                <a:tc>
                  <a:txBody>
                    <a:bodyPr/>
                    <a:lstStyle/>
                    <a:p>
                      <a:pPr algn="ctr" fontAlgn="b"/>
                      <a:r>
                        <a:rPr lang="en-US" sz="1100" u="none" strike="noStrike">
                          <a:effectLst/>
                        </a:rPr>
                        <a:t>50</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100" u="none" strike="noStrike" dirty="0">
                          <a:effectLst/>
                        </a:rPr>
                        <a:t>2,95</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84932096"/>
                  </a:ext>
                </a:extLst>
              </a:tr>
            </a:tbl>
          </a:graphicData>
        </a:graphic>
      </p:graphicFrame>
      <p:graphicFrame>
        <p:nvGraphicFramePr>
          <p:cNvPr id="5" name="Chart 3" title="Gráfico"/>
          <p:cNvGraphicFramePr>
            <a:graphicFrameLocks/>
          </p:cNvGraphicFramePr>
          <p:nvPr/>
        </p:nvGraphicFramePr>
        <p:xfrm>
          <a:off x="5123543" y="1757907"/>
          <a:ext cx="6001657" cy="396072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059988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normAutofit/>
          </a:bodyPr>
          <a:lstStyle/>
          <a:p>
            <a:pPr algn="ctr"/>
            <a:r>
              <a:rPr lang="es-ES" sz="4000" b="1" dirty="0"/>
              <a:t>E</a:t>
            </a:r>
            <a:r>
              <a:rPr lang="es-BO" sz="4000" b="1" dirty="0"/>
              <a:t>LECTROVALVULA</a:t>
            </a:r>
            <a:endParaRPr lang="en-US" sz="4000" b="1" dirty="0"/>
          </a:p>
        </p:txBody>
      </p:sp>
      <p:graphicFrame>
        <p:nvGraphicFramePr>
          <p:cNvPr id="4" name="Marcador de contenido 3"/>
          <p:cNvGraphicFramePr>
            <a:graphicFrameLocks noGrp="1"/>
          </p:cNvGraphicFramePr>
          <p:nvPr>
            <p:ph idx="1"/>
          </p:nvPr>
        </p:nvGraphicFramePr>
        <p:xfrm>
          <a:off x="666206" y="1175657"/>
          <a:ext cx="10058400"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B225EDB0-A549-C853-2502-2090D1E4E99A}"/>
              </a:ext>
            </a:extLst>
          </p:cNvPr>
          <p:cNvPicPr>
            <a:picLocks noChangeAspect="1"/>
          </p:cNvPicPr>
          <p:nvPr/>
        </p:nvPicPr>
        <p:blipFill>
          <a:blip r:embed="rId7"/>
          <a:stretch>
            <a:fillRect/>
          </a:stretch>
        </p:blipFill>
        <p:spPr>
          <a:xfrm>
            <a:off x="9098079" y="1502229"/>
            <a:ext cx="2595531" cy="1649186"/>
          </a:xfrm>
          <a:prstGeom prst="rect">
            <a:avLst/>
          </a:prstGeom>
        </p:spPr>
      </p:pic>
      <p:sp>
        <p:nvSpPr>
          <p:cNvPr id="7" name="CuadroTexto 6">
            <a:extLst>
              <a:ext uri="{FF2B5EF4-FFF2-40B4-BE49-F238E27FC236}">
                <a16:creationId xmlns:a16="http://schemas.microsoft.com/office/drawing/2014/main" id="{91112C81-3132-B29D-EC23-235A04CAADD2}"/>
              </a:ext>
            </a:extLst>
          </p:cNvPr>
          <p:cNvSpPr txBox="1"/>
          <p:nvPr/>
        </p:nvSpPr>
        <p:spPr>
          <a:xfrm>
            <a:off x="9991357" y="3151415"/>
            <a:ext cx="1879514" cy="2031325"/>
          </a:xfrm>
          <a:prstGeom prst="rect">
            <a:avLst/>
          </a:prstGeom>
          <a:noFill/>
        </p:spPr>
        <p:txBody>
          <a:bodyPr wrap="square">
            <a:spAutoFit/>
          </a:bodyPr>
          <a:lstStyle/>
          <a:p>
            <a:r>
              <a:rPr lang="es-BO" b="0" i="1" dirty="0">
                <a:solidFill>
                  <a:srgbClr val="333333"/>
                </a:solidFill>
                <a:effectLst/>
                <a:latin typeface="Hind" panose="020B0502040204020203" pitchFamily="2" charset="0"/>
              </a:rPr>
              <a:t>bobina (A); armadura (B); anillo de sombra (C); muelle (D); émbolo (E); junta (F); cuerpo de la válvula (G)</a:t>
            </a:r>
            <a:endParaRPr lang="es-BO" dirty="0"/>
          </a:p>
        </p:txBody>
      </p:sp>
    </p:spTree>
    <p:extLst>
      <p:ext uri="{BB962C8B-B14F-4D97-AF65-F5344CB8AC3E}">
        <p14:creationId xmlns:p14="http://schemas.microsoft.com/office/powerpoint/2010/main" val="35545045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1449E317-F822-B07A-F0C2-B553968ADD62}"/>
              </a:ext>
            </a:extLst>
          </p:cNvPr>
          <p:cNvSpPr>
            <a:spLocks noGrp="1"/>
          </p:cNvSpPr>
          <p:nvPr>
            <p:ph type="title"/>
          </p:nvPr>
        </p:nvSpPr>
        <p:spPr/>
        <p:txBody>
          <a:bodyPr/>
          <a:lstStyle/>
          <a:p>
            <a:r>
              <a:rPr lang="es-ES" dirty="0"/>
              <a:t>ELECTROVALVULA</a:t>
            </a:r>
            <a:endParaRPr lang="es-BO" dirty="0"/>
          </a:p>
        </p:txBody>
      </p:sp>
      <p:sp>
        <p:nvSpPr>
          <p:cNvPr id="5" name="Marcador de contenido 4">
            <a:extLst>
              <a:ext uri="{FF2B5EF4-FFF2-40B4-BE49-F238E27FC236}">
                <a16:creationId xmlns:a16="http://schemas.microsoft.com/office/drawing/2014/main" id="{B68E61FA-070A-FE70-1898-A4F160208282}"/>
              </a:ext>
            </a:extLst>
          </p:cNvPr>
          <p:cNvSpPr>
            <a:spLocks noGrp="1"/>
          </p:cNvSpPr>
          <p:nvPr>
            <p:ph idx="1"/>
          </p:nvPr>
        </p:nvSpPr>
        <p:spPr>
          <a:xfrm>
            <a:off x="1066800" y="2103120"/>
            <a:ext cx="5676900" cy="3931920"/>
          </a:xfrm>
        </p:spPr>
        <p:txBody>
          <a:bodyPr>
            <a:normAutofit/>
          </a:bodyPr>
          <a:lstStyle/>
          <a:p>
            <a:pPr marL="0" indent="0">
              <a:buNone/>
            </a:pPr>
            <a:r>
              <a:rPr lang="es-ES" b="1" dirty="0"/>
              <a:t>CARACTERISTICAS </a:t>
            </a:r>
          </a:p>
          <a:p>
            <a:pPr>
              <a:buFont typeface="Wingdings" panose="05000000000000000000" pitchFamily="2" charset="2"/>
              <a:buChar char="Ø"/>
            </a:pPr>
            <a:r>
              <a:rPr lang="es-ES" sz="2000" dirty="0"/>
              <a:t>Tipo de electroválvula:  2/2 NC (2 posiciones, 2 vías, normalmente cerrado )</a:t>
            </a:r>
          </a:p>
          <a:p>
            <a:pPr>
              <a:buFont typeface="Wingdings" panose="05000000000000000000" pitchFamily="2" charset="2"/>
              <a:buChar char="Ø"/>
            </a:pPr>
            <a:r>
              <a:rPr lang="es-ES" sz="2000" dirty="0"/>
              <a:t>Suministro de voltaje: 230 V AC</a:t>
            </a:r>
          </a:p>
          <a:p>
            <a:pPr>
              <a:buFont typeface="Wingdings" panose="05000000000000000000" pitchFamily="2" charset="2"/>
              <a:buChar char="Ø"/>
            </a:pPr>
            <a:r>
              <a:rPr lang="es-ES" sz="2000" dirty="0"/>
              <a:t>Orificio: 13.0mm </a:t>
            </a:r>
          </a:p>
          <a:p>
            <a:pPr>
              <a:buFont typeface="Wingdings" panose="05000000000000000000" pitchFamily="2" charset="2"/>
              <a:buChar char="Ø"/>
            </a:pPr>
            <a:r>
              <a:rPr lang="es-ES" sz="2000" dirty="0"/>
              <a:t>Material de sellado: NBR</a:t>
            </a:r>
          </a:p>
          <a:p>
            <a:pPr>
              <a:buFont typeface="Wingdings" panose="05000000000000000000" pitchFamily="2" charset="2"/>
              <a:buChar char="Ø"/>
            </a:pPr>
            <a:r>
              <a:rPr lang="es-ES" sz="2000" dirty="0"/>
              <a:t>Presión nominal: 5 – 10 bar</a:t>
            </a:r>
          </a:p>
          <a:p>
            <a:pPr>
              <a:buFont typeface="Wingdings" panose="05000000000000000000" pitchFamily="2" charset="2"/>
              <a:buChar char="Ø"/>
            </a:pPr>
            <a:r>
              <a:rPr lang="es-ES" sz="2000" dirty="0"/>
              <a:t>Potencia de consumo: 4W</a:t>
            </a:r>
          </a:p>
          <a:p>
            <a:pPr>
              <a:buFont typeface="Wingdings" panose="05000000000000000000" pitchFamily="2" charset="2"/>
              <a:buChar char="Ø"/>
            </a:pPr>
            <a:r>
              <a:rPr lang="es-ES" sz="2000" dirty="0"/>
              <a:t>Temperatura de funcionamiento: 0 – 70</a:t>
            </a:r>
            <a:r>
              <a:rPr lang="es-BO" sz="2000" b="0" i="0" dirty="0">
                <a:solidFill>
                  <a:srgbClr val="4D5156"/>
                </a:solidFill>
                <a:effectLst/>
                <a:latin typeface="arial" panose="020B0604020202020204" pitchFamily="34" charset="0"/>
              </a:rPr>
              <a:t>°</a:t>
            </a:r>
            <a:r>
              <a:rPr lang="es-ES" sz="2000" dirty="0"/>
              <a:t>C</a:t>
            </a:r>
            <a:endParaRPr lang="es-BO" sz="2000" dirty="0"/>
          </a:p>
          <a:p>
            <a:endParaRPr lang="es-BO" dirty="0"/>
          </a:p>
        </p:txBody>
      </p:sp>
      <p:pic>
        <p:nvPicPr>
          <p:cNvPr id="10" name="Imagen 9">
            <a:extLst>
              <a:ext uri="{FF2B5EF4-FFF2-40B4-BE49-F238E27FC236}">
                <a16:creationId xmlns:a16="http://schemas.microsoft.com/office/drawing/2014/main" id="{6E4D4FDC-55E9-6468-66A7-EB1953226362}"/>
              </a:ext>
            </a:extLst>
          </p:cNvPr>
          <p:cNvPicPr>
            <a:picLocks noChangeAspect="1"/>
          </p:cNvPicPr>
          <p:nvPr/>
        </p:nvPicPr>
        <p:blipFill>
          <a:blip r:embed="rId2"/>
          <a:stretch>
            <a:fillRect/>
          </a:stretch>
        </p:blipFill>
        <p:spPr>
          <a:xfrm>
            <a:off x="7060607" y="2449977"/>
            <a:ext cx="4064593" cy="3048445"/>
          </a:xfrm>
          <a:prstGeom prst="rect">
            <a:avLst/>
          </a:prstGeom>
        </p:spPr>
      </p:pic>
    </p:spTree>
    <p:extLst>
      <p:ext uri="{BB962C8B-B14F-4D97-AF65-F5344CB8AC3E}">
        <p14:creationId xmlns:p14="http://schemas.microsoft.com/office/powerpoint/2010/main" val="41574254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AAF3E0-48EF-AA14-7F53-4ECD459FC559}"/>
              </a:ext>
            </a:extLst>
          </p:cNvPr>
          <p:cNvSpPr>
            <a:spLocks noGrp="1"/>
          </p:cNvSpPr>
          <p:nvPr>
            <p:ph type="title"/>
          </p:nvPr>
        </p:nvSpPr>
        <p:spPr/>
        <p:txBody>
          <a:bodyPr/>
          <a:lstStyle/>
          <a:p>
            <a:r>
              <a:rPr lang="es-ES" dirty="0"/>
              <a:t>ELECTROVALVULA</a:t>
            </a:r>
            <a:endParaRPr lang="es-BO" dirty="0"/>
          </a:p>
        </p:txBody>
      </p:sp>
      <p:sp>
        <p:nvSpPr>
          <p:cNvPr id="3" name="Marcador de contenido 2">
            <a:extLst>
              <a:ext uri="{FF2B5EF4-FFF2-40B4-BE49-F238E27FC236}">
                <a16:creationId xmlns:a16="http://schemas.microsoft.com/office/drawing/2014/main" id="{BD45FEF0-91A7-ACE3-7BA4-C58975445F7A}"/>
              </a:ext>
            </a:extLst>
          </p:cNvPr>
          <p:cNvSpPr>
            <a:spLocks noGrp="1"/>
          </p:cNvSpPr>
          <p:nvPr>
            <p:ph idx="1"/>
          </p:nvPr>
        </p:nvSpPr>
        <p:spPr/>
        <p:txBody>
          <a:bodyPr/>
          <a:lstStyle/>
          <a:p>
            <a:r>
              <a:rPr lang="es-ES" sz="3200" dirty="0"/>
              <a:t>Esquema interno</a:t>
            </a:r>
          </a:p>
          <a:p>
            <a:endParaRPr lang="es-BO" dirty="0"/>
          </a:p>
        </p:txBody>
      </p:sp>
      <p:pic>
        <p:nvPicPr>
          <p:cNvPr id="6" name="Imagen 5">
            <a:extLst>
              <a:ext uri="{FF2B5EF4-FFF2-40B4-BE49-F238E27FC236}">
                <a16:creationId xmlns:a16="http://schemas.microsoft.com/office/drawing/2014/main" id="{7ED24E67-2F8B-CE28-3A41-984679112AA0}"/>
              </a:ext>
            </a:extLst>
          </p:cNvPr>
          <p:cNvPicPr>
            <a:picLocks noChangeAspect="1"/>
          </p:cNvPicPr>
          <p:nvPr/>
        </p:nvPicPr>
        <p:blipFill>
          <a:blip r:embed="rId2"/>
          <a:stretch>
            <a:fillRect/>
          </a:stretch>
        </p:blipFill>
        <p:spPr>
          <a:xfrm>
            <a:off x="948689" y="2710270"/>
            <a:ext cx="2977664" cy="3505136"/>
          </a:xfrm>
          <a:prstGeom prst="rect">
            <a:avLst/>
          </a:prstGeom>
        </p:spPr>
      </p:pic>
      <p:pic>
        <p:nvPicPr>
          <p:cNvPr id="8" name="Imagen 7">
            <a:extLst>
              <a:ext uri="{FF2B5EF4-FFF2-40B4-BE49-F238E27FC236}">
                <a16:creationId xmlns:a16="http://schemas.microsoft.com/office/drawing/2014/main" id="{61D48CE7-4C5F-72A1-F1AD-89346B1F82C3}"/>
              </a:ext>
            </a:extLst>
          </p:cNvPr>
          <p:cNvPicPr>
            <a:picLocks noChangeAspect="1"/>
          </p:cNvPicPr>
          <p:nvPr/>
        </p:nvPicPr>
        <p:blipFill>
          <a:blip r:embed="rId3"/>
          <a:stretch>
            <a:fillRect/>
          </a:stretch>
        </p:blipFill>
        <p:spPr>
          <a:xfrm>
            <a:off x="7862573" y="2385644"/>
            <a:ext cx="3584260" cy="3612820"/>
          </a:xfrm>
          <a:prstGeom prst="rect">
            <a:avLst/>
          </a:prstGeom>
        </p:spPr>
      </p:pic>
      <p:pic>
        <p:nvPicPr>
          <p:cNvPr id="5" name="Imagen 4">
            <a:extLst>
              <a:ext uri="{FF2B5EF4-FFF2-40B4-BE49-F238E27FC236}">
                <a16:creationId xmlns:a16="http://schemas.microsoft.com/office/drawing/2014/main" id="{00335C41-14C1-EEFE-3007-161EF2A4EF95}"/>
              </a:ext>
            </a:extLst>
          </p:cNvPr>
          <p:cNvPicPr>
            <a:picLocks noChangeAspect="1"/>
          </p:cNvPicPr>
          <p:nvPr/>
        </p:nvPicPr>
        <p:blipFill>
          <a:blip r:embed="rId4"/>
          <a:stretch>
            <a:fillRect/>
          </a:stretch>
        </p:blipFill>
        <p:spPr>
          <a:xfrm>
            <a:off x="3969044" y="3690147"/>
            <a:ext cx="3762900" cy="1657581"/>
          </a:xfrm>
          <a:prstGeom prst="rect">
            <a:avLst/>
          </a:prstGeom>
        </p:spPr>
      </p:pic>
    </p:spTree>
    <p:extLst>
      <p:ext uri="{BB962C8B-B14F-4D97-AF65-F5344CB8AC3E}">
        <p14:creationId xmlns:p14="http://schemas.microsoft.com/office/powerpoint/2010/main" val="19130294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lstStyle/>
          <a:p>
            <a:pPr algn="ctr"/>
            <a:r>
              <a:rPr lang="es-BO" b="1" dirty="0"/>
              <a:t>ELECTROVALVULA</a:t>
            </a:r>
            <a:endParaRPr lang="en-US" b="1" dirty="0"/>
          </a:p>
        </p:txBody>
      </p:sp>
      <p:graphicFrame>
        <p:nvGraphicFramePr>
          <p:cNvPr id="4" name="Marcador de contenido 3"/>
          <p:cNvGraphicFramePr>
            <a:graphicFrameLocks noGrp="1"/>
          </p:cNvGraphicFramePr>
          <p:nvPr>
            <p:ph idx="1"/>
          </p:nvPr>
        </p:nvGraphicFramePr>
        <p:xfrm>
          <a:off x="666206" y="1175657"/>
          <a:ext cx="10058400"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D442A83F-8140-57F0-8B99-B5161A59F804}"/>
              </a:ext>
            </a:extLst>
          </p:cNvPr>
          <p:cNvPicPr>
            <a:picLocks noChangeAspect="1"/>
          </p:cNvPicPr>
          <p:nvPr/>
        </p:nvPicPr>
        <p:blipFill>
          <a:blip r:embed="rId7"/>
          <a:stretch>
            <a:fillRect/>
          </a:stretch>
        </p:blipFill>
        <p:spPr>
          <a:xfrm>
            <a:off x="10043752" y="3224084"/>
            <a:ext cx="836420" cy="1115226"/>
          </a:xfrm>
          <a:prstGeom prst="rect">
            <a:avLst/>
          </a:prstGeom>
        </p:spPr>
      </p:pic>
      <p:pic>
        <p:nvPicPr>
          <p:cNvPr id="7" name="Imagen 6">
            <a:extLst>
              <a:ext uri="{FF2B5EF4-FFF2-40B4-BE49-F238E27FC236}">
                <a16:creationId xmlns:a16="http://schemas.microsoft.com/office/drawing/2014/main" id="{6BA9FF22-845A-80F2-D54F-4ED8CE1FD4D8}"/>
              </a:ext>
            </a:extLst>
          </p:cNvPr>
          <p:cNvPicPr>
            <a:picLocks noChangeAspect="1"/>
          </p:cNvPicPr>
          <p:nvPr/>
        </p:nvPicPr>
        <p:blipFill>
          <a:blip r:embed="rId8"/>
          <a:stretch>
            <a:fillRect/>
          </a:stretch>
        </p:blipFill>
        <p:spPr>
          <a:xfrm>
            <a:off x="9207332" y="1859938"/>
            <a:ext cx="836420" cy="1115226"/>
          </a:xfrm>
          <a:prstGeom prst="rect">
            <a:avLst/>
          </a:prstGeom>
        </p:spPr>
      </p:pic>
      <p:pic>
        <p:nvPicPr>
          <p:cNvPr id="8" name="Imagen 7">
            <a:extLst>
              <a:ext uri="{FF2B5EF4-FFF2-40B4-BE49-F238E27FC236}">
                <a16:creationId xmlns:a16="http://schemas.microsoft.com/office/drawing/2014/main" id="{05585537-6B6D-65C2-D643-B495CF4EEDB5}"/>
              </a:ext>
            </a:extLst>
          </p:cNvPr>
          <p:cNvPicPr>
            <a:picLocks noChangeAspect="1"/>
          </p:cNvPicPr>
          <p:nvPr/>
        </p:nvPicPr>
        <p:blipFill>
          <a:blip r:embed="rId9"/>
          <a:stretch>
            <a:fillRect/>
          </a:stretch>
        </p:blipFill>
        <p:spPr>
          <a:xfrm>
            <a:off x="10977154" y="4482802"/>
            <a:ext cx="716082" cy="954776"/>
          </a:xfrm>
          <a:prstGeom prst="rect">
            <a:avLst/>
          </a:prstGeom>
        </p:spPr>
      </p:pic>
    </p:spTree>
    <p:extLst>
      <p:ext uri="{BB962C8B-B14F-4D97-AF65-F5344CB8AC3E}">
        <p14:creationId xmlns:p14="http://schemas.microsoft.com/office/powerpoint/2010/main" val="34122775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3019E99-17B8-8F01-32D9-C579672F79FF}"/>
              </a:ext>
            </a:extLst>
          </p:cNvPr>
          <p:cNvSpPr>
            <a:spLocks noGrp="1"/>
          </p:cNvSpPr>
          <p:nvPr>
            <p:ph type="title"/>
          </p:nvPr>
        </p:nvSpPr>
        <p:spPr>
          <a:xfrm>
            <a:off x="1563623" y="2324099"/>
            <a:ext cx="9070848" cy="2357961"/>
          </a:xfrm>
        </p:spPr>
        <p:txBody>
          <a:bodyPr/>
          <a:lstStyle/>
          <a:p>
            <a:r>
              <a:rPr lang="es-BO" dirty="0"/>
              <a:t>SENSORES</a:t>
            </a:r>
          </a:p>
        </p:txBody>
      </p:sp>
    </p:spTree>
    <p:extLst>
      <p:ext uri="{BB962C8B-B14F-4D97-AF65-F5344CB8AC3E}">
        <p14:creationId xmlns:p14="http://schemas.microsoft.com/office/powerpoint/2010/main" val="39474836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normAutofit/>
          </a:bodyPr>
          <a:lstStyle/>
          <a:p>
            <a:pPr algn="ctr"/>
            <a:r>
              <a:rPr lang="es-BO" sz="4000" b="1" dirty="0"/>
              <a:t>SENSOR DE VIBRACION</a:t>
            </a:r>
            <a:endParaRPr lang="en-US" sz="4000" b="1" dirty="0"/>
          </a:p>
        </p:txBody>
      </p:sp>
      <p:graphicFrame>
        <p:nvGraphicFramePr>
          <p:cNvPr id="4" name="Marcador de contenido 3"/>
          <p:cNvGraphicFramePr>
            <a:graphicFrameLocks noGrp="1"/>
          </p:cNvGraphicFramePr>
          <p:nvPr>
            <p:ph idx="1"/>
          </p:nvPr>
        </p:nvGraphicFramePr>
        <p:xfrm>
          <a:off x="122962" y="1159328"/>
          <a:ext cx="10058400" cy="52414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815D0CB8-DB14-3B6E-0CA3-890A60BA5B7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414157" y="1159328"/>
            <a:ext cx="2190489" cy="3006879"/>
          </a:xfrm>
          <a:prstGeom prst="rect">
            <a:avLst/>
          </a:prstGeom>
        </p:spPr>
      </p:pic>
      <p:pic>
        <p:nvPicPr>
          <p:cNvPr id="6" name="Imagen 5">
            <a:extLst>
              <a:ext uri="{FF2B5EF4-FFF2-40B4-BE49-F238E27FC236}">
                <a16:creationId xmlns:a16="http://schemas.microsoft.com/office/drawing/2014/main" id="{22A98913-1A6D-A8C9-AA9E-065A7458901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989750" y="4352591"/>
            <a:ext cx="660809" cy="930912"/>
          </a:xfrm>
          <a:prstGeom prst="rect">
            <a:avLst/>
          </a:prstGeom>
        </p:spPr>
      </p:pic>
      <p:pic>
        <p:nvPicPr>
          <p:cNvPr id="7" name="Imagen 6">
            <a:extLst>
              <a:ext uri="{FF2B5EF4-FFF2-40B4-BE49-F238E27FC236}">
                <a16:creationId xmlns:a16="http://schemas.microsoft.com/office/drawing/2014/main" id="{E091176C-D607-FC9C-A9E9-AF061FDC562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943836" y="4341481"/>
            <a:ext cx="660810" cy="930913"/>
          </a:xfrm>
          <a:prstGeom prst="rect">
            <a:avLst/>
          </a:prstGeom>
        </p:spPr>
      </p:pic>
      <p:pic>
        <p:nvPicPr>
          <p:cNvPr id="8" name="Imagen 7">
            <a:extLst>
              <a:ext uri="{FF2B5EF4-FFF2-40B4-BE49-F238E27FC236}">
                <a16:creationId xmlns:a16="http://schemas.microsoft.com/office/drawing/2014/main" id="{14A0B7CD-557D-058A-F9E8-3CA0DD2BF4B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119757" y="5556148"/>
            <a:ext cx="660809" cy="842238"/>
          </a:xfrm>
          <a:prstGeom prst="rect">
            <a:avLst/>
          </a:prstGeom>
        </p:spPr>
      </p:pic>
      <p:pic>
        <p:nvPicPr>
          <p:cNvPr id="10" name="Imagen 9">
            <a:extLst>
              <a:ext uri="{FF2B5EF4-FFF2-40B4-BE49-F238E27FC236}">
                <a16:creationId xmlns:a16="http://schemas.microsoft.com/office/drawing/2014/main" id="{4C384B85-0ACF-89EB-CC38-2E423F43FF8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304544" y="5556147"/>
            <a:ext cx="692031" cy="842238"/>
          </a:xfrm>
          <a:prstGeom prst="rect">
            <a:avLst/>
          </a:prstGeom>
        </p:spPr>
      </p:pic>
    </p:spTree>
    <p:extLst>
      <p:ext uri="{BB962C8B-B14F-4D97-AF65-F5344CB8AC3E}">
        <p14:creationId xmlns:p14="http://schemas.microsoft.com/office/powerpoint/2010/main" val="14487809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0F4611-8F30-93CB-CB29-19EE6F04208A}"/>
              </a:ext>
            </a:extLst>
          </p:cNvPr>
          <p:cNvSpPr>
            <a:spLocks noGrp="1"/>
          </p:cNvSpPr>
          <p:nvPr>
            <p:ph type="title"/>
          </p:nvPr>
        </p:nvSpPr>
        <p:spPr/>
        <p:txBody>
          <a:bodyPr/>
          <a:lstStyle/>
          <a:p>
            <a:r>
              <a:rPr lang="es-ES" dirty="0"/>
              <a:t>SENSOR DE VIBRACION</a:t>
            </a:r>
            <a:endParaRPr lang="es-BO" dirty="0"/>
          </a:p>
        </p:txBody>
      </p:sp>
      <p:sp>
        <p:nvSpPr>
          <p:cNvPr id="3" name="Marcador de contenido 2">
            <a:extLst>
              <a:ext uri="{FF2B5EF4-FFF2-40B4-BE49-F238E27FC236}">
                <a16:creationId xmlns:a16="http://schemas.microsoft.com/office/drawing/2014/main" id="{34929885-D004-412B-81DB-1F182BB239B4}"/>
              </a:ext>
            </a:extLst>
          </p:cNvPr>
          <p:cNvSpPr>
            <a:spLocks noGrp="1"/>
          </p:cNvSpPr>
          <p:nvPr>
            <p:ph idx="1"/>
          </p:nvPr>
        </p:nvSpPr>
        <p:spPr>
          <a:xfrm>
            <a:off x="1064080" y="1748118"/>
            <a:ext cx="10058400" cy="3931920"/>
          </a:xfrm>
        </p:spPr>
        <p:txBody>
          <a:bodyPr>
            <a:normAutofit/>
          </a:bodyPr>
          <a:lstStyle/>
          <a:p>
            <a:pPr marL="0" indent="0">
              <a:buNone/>
            </a:pPr>
            <a:r>
              <a:rPr lang="es-ES" sz="3200" dirty="0"/>
              <a:t>CARACTERISTICAS</a:t>
            </a:r>
          </a:p>
          <a:p>
            <a:r>
              <a:rPr lang="es-BO" dirty="0"/>
              <a:t>Suministro: 10-35 [V] DC</a:t>
            </a:r>
          </a:p>
          <a:p>
            <a:r>
              <a:rPr lang="es-BO" dirty="0"/>
              <a:t>Temperatura del proceso: -40C – 150C</a:t>
            </a:r>
          </a:p>
          <a:p>
            <a:r>
              <a:rPr lang="es-BO" dirty="0"/>
              <a:t>Presión de proceso absoluta: vacío 40 [Bar]</a:t>
            </a:r>
          </a:p>
          <a:p>
            <a:r>
              <a:rPr lang="es-BO" dirty="0"/>
              <a:t>Densidad mínima del medio: 0.7 [g/cm^3]</a:t>
            </a:r>
          </a:p>
          <a:p>
            <a:r>
              <a:rPr lang="es-BO" dirty="0"/>
              <a:t>Longitud del sensor: 64 [mm]</a:t>
            </a:r>
          </a:p>
          <a:p>
            <a:r>
              <a:rPr lang="es-BO" dirty="0"/>
              <a:t>Frecuencia de medición: 1100Hz aprox. en aire</a:t>
            </a:r>
          </a:p>
          <a:p>
            <a:r>
              <a:rPr lang="es-BO" dirty="0"/>
              <a:t>Tiempo de estabilización: 2 [</a:t>
            </a:r>
            <a:r>
              <a:rPr lang="es-BO" dirty="0" err="1"/>
              <a:t>seg</a:t>
            </a:r>
            <a:r>
              <a:rPr lang="es-BO" dirty="0"/>
              <a:t>]</a:t>
            </a:r>
          </a:p>
          <a:p>
            <a:endParaRPr lang="es-BO" dirty="0"/>
          </a:p>
        </p:txBody>
      </p:sp>
      <p:pic>
        <p:nvPicPr>
          <p:cNvPr id="7" name="Imagen 6">
            <a:extLst>
              <a:ext uri="{FF2B5EF4-FFF2-40B4-BE49-F238E27FC236}">
                <a16:creationId xmlns:a16="http://schemas.microsoft.com/office/drawing/2014/main" id="{A634C994-E01B-DEF2-5C71-C2422D98D2EB}"/>
              </a:ext>
            </a:extLst>
          </p:cNvPr>
          <p:cNvPicPr>
            <a:picLocks noChangeAspect="1"/>
          </p:cNvPicPr>
          <p:nvPr/>
        </p:nvPicPr>
        <p:blipFill>
          <a:blip r:embed="rId2"/>
          <a:stretch>
            <a:fillRect/>
          </a:stretch>
        </p:blipFill>
        <p:spPr>
          <a:xfrm>
            <a:off x="5654742" y="2585170"/>
            <a:ext cx="3011516" cy="2258637"/>
          </a:xfrm>
          <a:prstGeom prst="rect">
            <a:avLst/>
          </a:prstGeom>
        </p:spPr>
      </p:pic>
      <p:pic>
        <p:nvPicPr>
          <p:cNvPr id="8" name="Imagen 7">
            <a:extLst>
              <a:ext uri="{FF2B5EF4-FFF2-40B4-BE49-F238E27FC236}">
                <a16:creationId xmlns:a16="http://schemas.microsoft.com/office/drawing/2014/main" id="{2DBC590F-81D0-FF3E-78E4-9F819B35F83E}"/>
              </a:ext>
            </a:extLst>
          </p:cNvPr>
          <p:cNvPicPr>
            <a:picLocks noChangeAspect="1"/>
          </p:cNvPicPr>
          <p:nvPr/>
        </p:nvPicPr>
        <p:blipFill>
          <a:blip r:embed="rId3"/>
          <a:stretch>
            <a:fillRect/>
          </a:stretch>
        </p:blipFill>
        <p:spPr>
          <a:xfrm>
            <a:off x="8734747" y="2585171"/>
            <a:ext cx="3011513" cy="2258636"/>
          </a:xfrm>
          <a:prstGeom prst="rect">
            <a:avLst/>
          </a:prstGeom>
        </p:spPr>
      </p:pic>
      <p:sp>
        <p:nvSpPr>
          <p:cNvPr id="12" name="CuadroTexto 11">
            <a:extLst>
              <a:ext uri="{FF2B5EF4-FFF2-40B4-BE49-F238E27FC236}">
                <a16:creationId xmlns:a16="http://schemas.microsoft.com/office/drawing/2014/main" id="{DBC06A4D-B15C-C198-6F44-79F31DCE2DF3}"/>
              </a:ext>
            </a:extLst>
          </p:cNvPr>
          <p:cNvSpPr txBox="1"/>
          <p:nvPr/>
        </p:nvSpPr>
        <p:spPr>
          <a:xfrm>
            <a:off x="5785369" y="4974755"/>
            <a:ext cx="2507066" cy="369332"/>
          </a:xfrm>
          <a:prstGeom prst="rect">
            <a:avLst/>
          </a:prstGeom>
          <a:noFill/>
        </p:spPr>
        <p:txBody>
          <a:bodyPr wrap="square">
            <a:spAutoFit/>
          </a:bodyPr>
          <a:lstStyle/>
          <a:p>
            <a:pPr algn="ctr"/>
            <a:r>
              <a:rPr lang="es-ES" dirty="0"/>
              <a:t>S</a:t>
            </a:r>
            <a:r>
              <a:rPr lang="es-BO" dirty="0" err="1"/>
              <a:t>ensor</a:t>
            </a:r>
            <a:r>
              <a:rPr lang="es-BO" dirty="0"/>
              <a:t> vibratorio superior</a:t>
            </a:r>
          </a:p>
        </p:txBody>
      </p:sp>
      <p:sp>
        <p:nvSpPr>
          <p:cNvPr id="13" name="CuadroTexto 12">
            <a:extLst>
              <a:ext uri="{FF2B5EF4-FFF2-40B4-BE49-F238E27FC236}">
                <a16:creationId xmlns:a16="http://schemas.microsoft.com/office/drawing/2014/main" id="{050BDED7-A093-90CB-CDD4-CF004B49AE9E}"/>
              </a:ext>
            </a:extLst>
          </p:cNvPr>
          <p:cNvSpPr txBox="1"/>
          <p:nvPr/>
        </p:nvSpPr>
        <p:spPr>
          <a:xfrm>
            <a:off x="9103433" y="4974755"/>
            <a:ext cx="2515960" cy="369332"/>
          </a:xfrm>
          <a:prstGeom prst="rect">
            <a:avLst/>
          </a:prstGeom>
          <a:noFill/>
        </p:spPr>
        <p:txBody>
          <a:bodyPr wrap="square">
            <a:spAutoFit/>
          </a:bodyPr>
          <a:lstStyle/>
          <a:p>
            <a:pPr algn="ctr"/>
            <a:r>
              <a:rPr lang="es-ES" dirty="0"/>
              <a:t>S</a:t>
            </a:r>
            <a:r>
              <a:rPr lang="es-BO" dirty="0" err="1"/>
              <a:t>ensor</a:t>
            </a:r>
            <a:r>
              <a:rPr lang="es-BO" dirty="0"/>
              <a:t> vibratorio inferior</a:t>
            </a:r>
          </a:p>
        </p:txBody>
      </p:sp>
    </p:spTree>
    <p:extLst>
      <p:ext uri="{BB962C8B-B14F-4D97-AF65-F5344CB8AC3E}">
        <p14:creationId xmlns:p14="http://schemas.microsoft.com/office/powerpoint/2010/main" val="11923133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A61532-879B-401E-697B-B67E9197B432}"/>
              </a:ext>
            </a:extLst>
          </p:cNvPr>
          <p:cNvSpPr>
            <a:spLocks noGrp="1"/>
          </p:cNvSpPr>
          <p:nvPr>
            <p:ph type="title"/>
          </p:nvPr>
        </p:nvSpPr>
        <p:spPr/>
        <p:txBody>
          <a:bodyPr/>
          <a:lstStyle/>
          <a:p>
            <a:r>
              <a:rPr lang="es-ES" dirty="0"/>
              <a:t>SENSOR DE VIBRACION</a:t>
            </a:r>
            <a:endParaRPr lang="es-BO" dirty="0"/>
          </a:p>
        </p:txBody>
      </p:sp>
      <p:sp>
        <p:nvSpPr>
          <p:cNvPr id="3" name="Marcador de contenido 2">
            <a:extLst>
              <a:ext uri="{FF2B5EF4-FFF2-40B4-BE49-F238E27FC236}">
                <a16:creationId xmlns:a16="http://schemas.microsoft.com/office/drawing/2014/main" id="{450A387B-0F7F-719D-19F9-38C0B121D659}"/>
              </a:ext>
            </a:extLst>
          </p:cNvPr>
          <p:cNvSpPr>
            <a:spLocks noGrp="1"/>
          </p:cNvSpPr>
          <p:nvPr>
            <p:ph idx="1"/>
          </p:nvPr>
        </p:nvSpPr>
        <p:spPr/>
        <p:txBody>
          <a:bodyPr/>
          <a:lstStyle/>
          <a:p>
            <a:r>
              <a:rPr lang="es-ES" dirty="0"/>
              <a:t>ESQUEMA DE CONEXION</a:t>
            </a:r>
            <a:endParaRPr lang="es-BO" dirty="0"/>
          </a:p>
        </p:txBody>
      </p:sp>
      <p:pic>
        <p:nvPicPr>
          <p:cNvPr id="5" name="Imagen 4">
            <a:extLst>
              <a:ext uri="{FF2B5EF4-FFF2-40B4-BE49-F238E27FC236}">
                <a16:creationId xmlns:a16="http://schemas.microsoft.com/office/drawing/2014/main" id="{CAD15CD6-1B92-1173-4C1A-5D4AC546405B}"/>
              </a:ext>
            </a:extLst>
          </p:cNvPr>
          <p:cNvPicPr>
            <a:picLocks noChangeAspect="1"/>
          </p:cNvPicPr>
          <p:nvPr/>
        </p:nvPicPr>
        <p:blipFill>
          <a:blip r:embed="rId2"/>
          <a:stretch>
            <a:fillRect/>
          </a:stretch>
        </p:blipFill>
        <p:spPr>
          <a:xfrm>
            <a:off x="627278" y="2808513"/>
            <a:ext cx="4286468" cy="2425959"/>
          </a:xfrm>
          <a:prstGeom prst="rect">
            <a:avLst/>
          </a:prstGeom>
        </p:spPr>
      </p:pic>
      <p:pic>
        <p:nvPicPr>
          <p:cNvPr id="9" name="Imagen 8">
            <a:extLst>
              <a:ext uri="{FF2B5EF4-FFF2-40B4-BE49-F238E27FC236}">
                <a16:creationId xmlns:a16="http://schemas.microsoft.com/office/drawing/2014/main" id="{195C8E1E-56B5-73C6-52F0-145B5462B6B8}"/>
              </a:ext>
            </a:extLst>
          </p:cNvPr>
          <p:cNvPicPr>
            <a:picLocks noChangeAspect="1"/>
          </p:cNvPicPr>
          <p:nvPr/>
        </p:nvPicPr>
        <p:blipFill>
          <a:blip r:embed="rId3"/>
          <a:stretch>
            <a:fillRect/>
          </a:stretch>
        </p:blipFill>
        <p:spPr>
          <a:xfrm>
            <a:off x="5197151" y="2297562"/>
            <a:ext cx="6288831" cy="4030975"/>
          </a:xfrm>
          <a:prstGeom prst="rect">
            <a:avLst/>
          </a:prstGeom>
        </p:spPr>
      </p:pic>
    </p:spTree>
    <p:extLst>
      <p:ext uri="{BB962C8B-B14F-4D97-AF65-F5344CB8AC3E}">
        <p14:creationId xmlns:p14="http://schemas.microsoft.com/office/powerpoint/2010/main" val="29769985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normAutofit/>
          </a:bodyPr>
          <a:lstStyle/>
          <a:p>
            <a:pPr algn="ctr"/>
            <a:r>
              <a:rPr lang="es-BO" sz="4000" b="1" dirty="0"/>
              <a:t>SENSOR DE PRESION</a:t>
            </a:r>
            <a:endParaRPr lang="en-US" sz="4000" b="1" dirty="0"/>
          </a:p>
        </p:txBody>
      </p:sp>
      <p:graphicFrame>
        <p:nvGraphicFramePr>
          <p:cNvPr id="4" name="Marcador de contenido 3"/>
          <p:cNvGraphicFramePr>
            <a:graphicFrameLocks noGrp="1"/>
          </p:cNvGraphicFramePr>
          <p:nvPr>
            <p:ph idx="1"/>
          </p:nvPr>
        </p:nvGraphicFramePr>
        <p:xfrm>
          <a:off x="573335" y="1144838"/>
          <a:ext cx="10058400" cy="5212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28" name="Picture 4" descr="Cómo funciona un transmisor de presión? - Blog de WIKA">
            <a:extLst>
              <a:ext uri="{FF2B5EF4-FFF2-40B4-BE49-F238E27FC236}">
                <a16:creationId xmlns:a16="http://schemas.microsoft.com/office/drawing/2014/main" id="{EB55C060-D655-E53E-920F-920227C0FE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96137" y="1843472"/>
            <a:ext cx="2013968" cy="113195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Cómo funciona un transmisor de presión? - Blog de WIKA">
            <a:extLst>
              <a:ext uri="{FF2B5EF4-FFF2-40B4-BE49-F238E27FC236}">
                <a16:creationId xmlns:a16="http://schemas.microsoft.com/office/drawing/2014/main" id="{71AEE594-2F74-4358-A943-58732706C26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7500" y="1494155"/>
            <a:ext cx="6884925" cy="3869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5103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1449E317-F822-B07A-F0C2-B553968ADD62}"/>
              </a:ext>
            </a:extLst>
          </p:cNvPr>
          <p:cNvSpPr>
            <a:spLocks noGrp="1"/>
          </p:cNvSpPr>
          <p:nvPr>
            <p:ph type="title"/>
          </p:nvPr>
        </p:nvSpPr>
        <p:spPr/>
        <p:txBody>
          <a:bodyPr/>
          <a:lstStyle/>
          <a:p>
            <a:r>
              <a:rPr lang="es-ES" dirty="0"/>
              <a:t>SENSOR DE PRESION</a:t>
            </a:r>
            <a:endParaRPr lang="es-BO" dirty="0"/>
          </a:p>
        </p:txBody>
      </p:sp>
      <p:sp>
        <p:nvSpPr>
          <p:cNvPr id="5" name="Marcador de contenido 4">
            <a:extLst>
              <a:ext uri="{FF2B5EF4-FFF2-40B4-BE49-F238E27FC236}">
                <a16:creationId xmlns:a16="http://schemas.microsoft.com/office/drawing/2014/main" id="{B68E61FA-070A-FE70-1898-A4F160208282}"/>
              </a:ext>
            </a:extLst>
          </p:cNvPr>
          <p:cNvSpPr>
            <a:spLocks noGrp="1"/>
          </p:cNvSpPr>
          <p:nvPr>
            <p:ph idx="1"/>
          </p:nvPr>
        </p:nvSpPr>
        <p:spPr/>
        <p:txBody>
          <a:bodyPr>
            <a:normAutofit/>
          </a:bodyPr>
          <a:lstStyle/>
          <a:p>
            <a:pPr marL="0" indent="0">
              <a:buNone/>
            </a:pPr>
            <a:r>
              <a:rPr lang="es-ES" b="1" dirty="0"/>
              <a:t>CARACTERISTICAS</a:t>
            </a:r>
          </a:p>
          <a:p>
            <a:pPr marL="0" indent="0">
              <a:buNone/>
            </a:pPr>
            <a:r>
              <a:rPr lang="es-BO" sz="1800" b="1" i="1" dirty="0">
                <a:effectLst/>
                <a:latin typeface="Calibri" panose="020F0502020204030204" pitchFamily="34" charset="0"/>
                <a:ea typeface="Times New Roman" panose="02020603050405020304" pitchFamily="18" charset="0"/>
              </a:rPr>
              <a:t>CERABAR T-PMC131</a:t>
            </a:r>
            <a:endParaRPr lang="es-ES" b="1" i="1" dirty="0"/>
          </a:p>
          <a:p>
            <a:pPr>
              <a:buFont typeface="Wingdings" panose="05000000000000000000" pitchFamily="2" charset="2"/>
              <a:buChar char="Ø"/>
            </a:pPr>
            <a:r>
              <a:rPr lang="es-ES" dirty="0"/>
              <a:t>Tipo de sensor de presión: sensor capacitivo de cerámica</a:t>
            </a:r>
          </a:p>
          <a:p>
            <a:pPr>
              <a:buFont typeface="Wingdings" panose="05000000000000000000" pitchFamily="2" charset="2"/>
              <a:buChar char="Ø"/>
            </a:pPr>
            <a:r>
              <a:rPr lang="es-ES" dirty="0"/>
              <a:t>Suministro de voltaje: 11 – 30 [V] DC</a:t>
            </a:r>
          </a:p>
          <a:p>
            <a:pPr>
              <a:buFont typeface="Wingdings" panose="05000000000000000000" pitchFamily="2" charset="2"/>
              <a:buChar char="Ø"/>
            </a:pPr>
            <a:r>
              <a:rPr lang="es-ES" dirty="0"/>
              <a:t>Temperatura del proceso: -20C – 100C</a:t>
            </a:r>
          </a:p>
          <a:p>
            <a:pPr>
              <a:buFont typeface="Wingdings" panose="05000000000000000000" pitchFamily="2" charset="2"/>
              <a:buChar char="Ø"/>
            </a:pPr>
            <a:r>
              <a:rPr lang="es-ES" dirty="0"/>
              <a:t>Celda de medición: 100 mbar – 40 Bar</a:t>
            </a:r>
          </a:p>
          <a:p>
            <a:pPr>
              <a:buFont typeface="Wingdings" panose="05000000000000000000" pitchFamily="2" charset="2"/>
              <a:buChar char="Ø"/>
            </a:pPr>
            <a:r>
              <a:rPr lang="es-ES" dirty="0"/>
              <a:t>Limite máx.. de sobre presión: 60 bar</a:t>
            </a:r>
          </a:p>
          <a:p>
            <a:pPr>
              <a:buFont typeface="Wingdings" panose="05000000000000000000" pitchFamily="2" charset="2"/>
              <a:buChar char="Ø"/>
            </a:pPr>
            <a:r>
              <a:rPr lang="es-ES" dirty="0"/>
              <a:t>Comunicación: 4- 20mA (analógico)</a:t>
            </a:r>
          </a:p>
          <a:p>
            <a:pPr>
              <a:buFont typeface="Wingdings" panose="05000000000000000000" pitchFamily="2" charset="2"/>
              <a:buChar char="Ø"/>
            </a:pPr>
            <a:r>
              <a:rPr lang="es-BO" dirty="0"/>
              <a:t>Potencia máxima 6W</a:t>
            </a:r>
          </a:p>
          <a:p>
            <a:endParaRPr lang="es-BO" dirty="0"/>
          </a:p>
        </p:txBody>
      </p:sp>
      <p:pic>
        <p:nvPicPr>
          <p:cNvPr id="7" name="Imagen 6">
            <a:extLst>
              <a:ext uri="{FF2B5EF4-FFF2-40B4-BE49-F238E27FC236}">
                <a16:creationId xmlns:a16="http://schemas.microsoft.com/office/drawing/2014/main" id="{CBBCAD35-668D-4F67-07DF-668FB94E373C}"/>
              </a:ext>
            </a:extLst>
          </p:cNvPr>
          <p:cNvPicPr>
            <a:picLocks noChangeAspect="1"/>
          </p:cNvPicPr>
          <p:nvPr/>
        </p:nvPicPr>
        <p:blipFill>
          <a:blip r:embed="rId2"/>
          <a:stretch>
            <a:fillRect/>
          </a:stretch>
        </p:blipFill>
        <p:spPr>
          <a:xfrm>
            <a:off x="6871607" y="1663752"/>
            <a:ext cx="3413741" cy="4551654"/>
          </a:xfrm>
          <a:prstGeom prst="rect">
            <a:avLst/>
          </a:prstGeom>
        </p:spPr>
      </p:pic>
    </p:spTree>
    <p:extLst>
      <p:ext uri="{BB962C8B-B14F-4D97-AF65-F5344CB8AC3E}">
        <p14:creationId xmlns:p14="http://schemas.microsoft.com/office/powerpoint/2010/main" val="5968501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E9334B-3CE4-232B-2CD3-356EFF82DE66}"/>
              </a:ext>
            </a:extLst>
          </p:cNvPr>
          <p:cNvSpPr>
            <a:spLocks noGrp="1"/>
          </p:cNvSpPr>
          <p:nvPr>
            <p:ph type="title"/>
          </p:nvPr>
        </p:nvSpPr>
        <p:spPr/>
        <p:txBody>
          <a:bodyPr/>
          <a:lstStyle/>
          <a:p>
            <a:r>
              <a:rPr lang="es-ES" dirty="0"/>
              <a:t>SENSOR DE PRESIÓN</a:t>
            </a:r>
            <a:endParaRPr lang="es-BO" dirty="0"/>
          </a:p>
        </p:txBody>
      </p:sp>
      <p:sp>
        <p:nvSpPr>
          <p:cNvPr id="3" name="Marcador de contenido 2">
            <a:extLst>
              <a:ext uri="{FF2B5EF4-FFF2-40B4-BE49-F238E27FC236}">
                <a16:creationId xmlns:a16="http://schemas.microsoft.com/office/drawing/2014/main" id="{5990F384-5066-DF84-27D5-01A5BC03F11E}"/>
              </a:ext>
            </a:extLst>
          </p:cNvPr>
          <p:cNvSpPr>
            <a:spLocks noGrp="1"/>
          </p:cNvSpPr>
          <p:nvPr>
            <p:ph idx="1"/>
          </p:nvPr>
        </p:nvSpPr>
        <p:spPr>
          <a:xfrm>
            <a:off x="1066800" y="1682205"/>
            <a:ext cx="10058400" cy="3931920"/>
          </a:xfrm>
        </p:spPr>
        <p:txBody>
          <a:bodyPr/>
          <a:lstStyle/>
          <a:p>
            <a:pPr marL="0" indent="0">
              <a:buNone/>
            </a:pPr>
            <a:r>
              <a:rPr lang="es-ES" b="1" dirty="0"/>
              <a:t>ESQUEMA DE CONEXIÓN</a:t>
            </a:r>
            <a:endParaRPr lang="es-BO" b="1" dirty="0"/>
          </a:p>
        </p:txBody>
      </p:sp>
      <p:pic>
        <p:nvPicPr>
          <p:cNvPr id="7" name="Imagen 6">
            <a:extLst>
              <a:ext uri="{FF2B5EF4-FFF2-40B4-BE49-F238E27FC236}">
                <a16:creationId xmlns:a16="http://schemas.microsoft.com/office/drawing/2014/main" id="{1A2A4D9F-003D-ADA2-469E-1E57F7004E9C}"/>
              </a:ext>
            </a:extLst>
          </p:cNvPr>
          <p:cNvPicPr>
            <a:picLocks noChangeAspect="1"/>
          </p:cNvPicPr>
          <p:nvPr/>
        </p:nvPicPr>
        <p:blipFill>
          <a:blip r:embed="rId2"/>
          <a:stretch>
            <a:fillRect/>
          </a:stretch>
        </p:blipFill>
        <p:spPr>
          <a:xfrm>
            <a:off x="6945504" y="2202422"/>
            <a:ext cx="3374764" cy="2671688"/>
          </a:xfrm>
          <a:prstGeom prst="rect">
            <a:avLst/>
          </a:prstGeom>
        </p:spPr>
      </p:pic>
      <p:pic>
        <p:nvPicPr>
          <p:cNvPr id="2050" name="Picture 2" descr="12. Esquema de un sensor capacitivo de presión con su encapsulado. |  Download Scientific Diagram">
            <a:extLst>
              <a:ext uri="{FF2B5EF4-FFF2-40B4-BE49-F238E27FC236}">
                <a16:creationId xmlns:a16="http://schemas.microsoft.com/office/drawing/2014/main" id="{6B4B5B0B-8F9E-0300-C6DC-804C464D62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8538" y="2202422"/>
            <a:ext cx="5659855" cy="2725614"/>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D1230FF4-2DBA-3D5A-6EE0-5A0AFE796BFA}"/>
              </a:ext>
            </a:extLst>
          </p:cNvPr>
          <p:cNvSpPr txBox="1"/>
          <p:nvPr/>
        </p:nvSpPr>
        <p:spPr>
          <a:xfrm>
            <a:off x="1133052" y="5219506"/>
            <a:ext cx="9597250" cy="923330"/>
          </a:xfrm>
          <a:prstGeom prst="rect">
            <a:avLst/>
          </a:prstGeom>
          <a:noFill/>
        </p:spPr>
        <p:txBody>
          <a:bodyPr wrap="square">
            <a:spAutoFit/>
          </a:bodyPr>
          <a:lstStyle/>
          <a:p>
            <a:r>
              <a:rPr lang="es-ES" b="1" dirty="0"/>
              <a:t>DIAGNÓSTICO</a:t>
            </a:r>
          </a:p>
          <a:p>
            <a:r>
              <a:rPr lang="es-ES" dirty="0"/>
              <a:t>No se encontró ninguna observación visual, externa e interna, debido a ello se procedió a realizar pruebas de funcionamiento y obtener una tabla de valores respecto con el llenado del liquido.</a:t>
            </a:r>
            <a:endParaRPr lang="es-BO" dirty="0"/>
          </a:p>
        </p:txBody>
      </p:sp>
    </p:spTree>
    <p:extLst>
      <p:ext uri="{BB962C8B-B14F-4D97-AF65-F5344CB8AC3E}">
        <p14:creationId xmlns:p14="http://schemas.microsoft.com/office/powerpoint/2010/main" val="2255201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42594"/>
            <a:ext cx="10058400" cy="837863"/>
          </a:xfrm>
        </p:spPr>
        <p:txBody>
          <a:bodyPr>
            <a:normAutofit/>
          </a:bodyPr>
          <a:lstStyle/>
          <a:p>
            <a:r>
              <a:rPr lang="es-BO" sz="4400" b="1" dirty="0"/>
              <a:t>SENSOR DE PRESIÓN</a:t>
            </a:r>
            <a:endParaRPr lang="en-US" sz="4400" dirty="0"/>
          </a:p>
        </p:txBody>
      </p:sp>
      <p:graphicFrame>
        <p:nvGraphicFramePr>
          <p:cNvPr id="4" name="Tabla 3"/>
          <p:cNvGraphicFramePr>
            <a:graphicFrameLocks noGrp="1"/>
          </p:cNvGraphicFramePr>
          <p:nvPr>
            <p:extLst>
              <p:ext uri="{D42A27DB-BD31-4B8C-83A1-F6EECF244321}">
                <p14:modId xmlns:p14="http://schemas.microsoft.com/office/powerpoint/2010/main" val="1635694341"/>
              </p:ext>
            </p:extLst>
          </p:nvPr>
        </p:nvGraphicFramePr>
        <p:xfrm>
          <a:off x="1066800" y="2061391"/>
          <a:ext cx="4278812" cy="3017520"/>
        </p:xfrm>
        <a:graphic>
          <a:graphicData uri="http://schemas.openxmlformats.org/drawingml/2006/table">
            <a:tbl>
              <a:tblPr firstRow="1" firstCol="1" lastRow="1" lastCol="1" bandRow="1" bandCol="1">
                <a:tableStyleId>{775DCB02-9BB8-47FD-8907-85C794F793BA}</a:tableStyleId>
              </a:tblPr>
              <a:tblGrid>
                <a:gridCol w="1651471">
                  <a:extLst>
                    <a:ext uri="{9D8B030D-6E8A-4147-A177-3AD203B41FA5}">
                      <a16:colId xmlns:a16="http://schemas.microsoft.com/office/drawing/2014/main" val="3896731784"/>
                    </a:ext>
                  </a:extLst>
                </a:gridCol>
                <a:gridCol w="1516351">
                  <a:extLst>
                    <a:ext uri="{9D8B030D-6E8A-4147-A177-3AD203B41FA5}">
                      <a16:colId xmlns:a16="http://schemas.microsoft.com/office/drawing/2014/main" val="825837877"/>
                    </a:ext>
                  </a:extLst>
                </a:gridCol>
                <a:gridCol w="1110990">
                  <a:extLst>
                    <a:ext uri="{9D8B030D-6E8A-4147-A177-3AD203B41FA5}">
                      <a16:colId xmlns:a16="http://schemas.microsoft.com/office/drawing/2014/main" val="1974131081"/>
                    </a:ext>
                  </a:extLst>
                </a:gridCol>
              </a:tblGrid>
              <a:tr h="144780">
                <a:tc>
                  <a:txBody>
                    <a:bodyPr/>
                    <a:lstStyle/>
                    <a:p>
                      <a:pPr algn="ctr" rtl="0" fontAlgn="b"/>
                      <a:r>
                        <a:rPr lang="en-US" dirty="0">
                          <a:effectLst/>
                        </a:rPr>
                        <a:t>ALTURA[CM]</a:t>
                      </a:r>
                    </a:p>
                  </a:txBody>
                  <a:tcPr marL="22860" marR="22860" marT="0" marB="0" anchor="ctr"/>
                </a:tc>
                <a:tc>
                  <a:txBody>
                    <a:bodyPr/>
                    <a:lstStyle/>
                    <a:p>
                      <a:pPr algn="ctr" rtl="0" fontAlgn="b"/>
                      <a:r>
                        <a:rPr lang="en-US">
                          <a:effectLst/>
                        </a:rPr>
                        <a:t>CORRIENTE[Ma]</a:t>
                      </a:r>
                    </a:p>
                  </a:txBody>
                  <a:tcPr marL="22860" marR="22860" marT="0" marB="0" anchor="ctr"/>
                </a:tc>
                <a:tc>
                  <a:txBody>
                    <a:bodyPr/>
                    <a:lstStyle/>
                    <a:p>
                      <a:pPr algn="ctr" rtl="0" fontAlgn="b"/>
                      <a:r>
                        <a:rPr lang="en-US" dirty="0" err="1">
                          <a:effectLst/>
                        </a:rPr>
                        <a:t>Corriente</a:t>
                      </a:r>
                      <a:r>
                        <a:rPr lang="en-US" dirty="0">
                          <a:effectLst/>
                        </a:rPr>
                        <a:t> </a:t>
                      </a:r>
                      <a:r>
                        <a:rPr lang="en-US" dirty="0" err="1">
                          <a:effectLst/>
                        </a:rPr>
                        <a:t>prueba</a:t>
                      </a:r>
                      <a:endParaRPr lang="en-US" dirty="0">
                        <a:effectLst/>
                      </a:endParaRPr>
                    </a:p>
                  </a:txBody>
                  <a:tcPr marL="22860" marR="22860" marT="0" marB="0" anchor="ctr"/>
                </a:tc>
                <a:extLst>
                  <a:ext uri="{0D108BD9-81ED-4DB2-BD59-A6C34878D82A}">
                    <a16:rowId xmlns:a16="http://schemas.microsoft.com/office/drawing/2014/main" val="2493131588"/>
                  </a:ext>
                </a:extLst>
              </a:tr>
              <a:tr h="144780">
                <a:tc>
                  <a:txBody>
                    <a:bodyPr/>
                    <a:lstStyle/>
                    <a:p>
                      <a:pPr algn="ctr" rtl="0" fontAlgn="b"/>
                      <a:r>
                        <a:rPr lang="en-US" dirty="0">
                          <a:effectLst/>
                        </a:rPr>
                        <a:t>0</a:t>
                      </a:r>
                    </a:p>
                  </a:txBody>
                  <a:tcPr marL="22860" marR="22860" marT="0" marB="0" anchor="b"/>
                </a:tc>
                <a:tc>
                  <a:txBody>
                    <a:bodyPr/>
                    <a:lstStyle/>
                    <a:p>
                      <a:pPr algn="ctr" rtl="0" fontAlgn="b"/>
                      <a:r>
                        <a:rPr lang="en-US" dirty="0">
                          <a:effectLst/>
                        </a:rPr>
                        <a:t>3,8</a:t>
                      </a:r>
                    </a:p>
                  </a:txBody>
                  <a:tcPr marL="22860" marR="22860" marT="0" marB="0" anchor="b"/>
                </a:tc>
                <a:tc>
                  <a:txBody>
                    <a:bodyPr/>
                    <a:lstStyle/>
                    <a:p>
                      <a:pPr algn="ctr" rtl="0" fontAlgn="b"/>
                      <a:r>
                        <a:rPr lang="en-US">
                          <a:effectLst/>
                        </a:rPr>
                        <a:t>3,8</a:t>
                      </a:r>
                    </a:p>
                  </a:txBody>
                  <a:tcPr marL="22860" marR="22860" marT="0" marB="0" anchor="b"/>
                </a:tc>
                <a:extLst>
                  <a:ext uri="{0D108BD9-81ED-4DB2-BD59-A6C34878D82A}">
                    <a16:rowId xmlns:a16="http://schemas.microsoft.com/office/drawing/2014/main" val="4044940515"/>
                  </a:ext>
                </a:extLst>
              </a:tr>
              <a:tr h="144780">
                <a:tc>
                  <a:txBody>
                    <a:bodyPr/>
                    <a:lstStyle/>
                    <a:p>
                      <a:pPr algn="ctr" rtl="0" fontAlgn="b"/>
                      <a:r>
                        <a:rPr lang="en-US">
                          <a:effectLst/>
                        </a:rPr>
                        <a:t>5</a:t>
                      </a:r>
                    </a:p>
                  </a:txBody>
                  <a:tcPr marL="22860" marR="22860" marT="0" marB="0" anchor="b"/>
                </a:tc>
                <a:tc>
                  <a:txBody>
                    <a:bodyPr/>
                    <a:lstStyle/>
                    <a:p>
                      <a:pPr algn="ctr" rtl="0" fontAlgn="b"/>
                      <a:r>
                        <a:rPr lang="en-US">
                          <a:effectLst/>
                        </a:rPr>
                        <a:t>4,2</a:t>
                      </a:r>
                    </a:p>
                  </a:txBody>
                  <a:tcPr marL="22860" marR="22860" marT="0" marB="0" anchor="b"/>
                </a:tc>
                <a:tc>
                  <a:txBody>
                    <a:bodyPr/>
                    <a:lstStyle/>
                    <a:p>
                      <a:pPr algn="ctr" rtl="0" fontAlgn="b"/>
                      <a:r>
                        <a:rPr lang="en-US">
                          <a:effectLst/>
                        </a:rPr>
                        <a:t>3,97</a:t>
                      </a:r>
                    </a:p>
                  </a:txBody>
                  <a:tcPr marL="22860" marR="22860" marT="0" marB="0" anchor="b"/>
                </a:tc>
                <a:extLst>
                  <a:ext uri="{0D108BD9-81ED-4DB2-BD59-A6C34878D82A}">
                    <a16:rowId xmlns:a16="http://schemas.microsoft.com/office/drawing/2014/main" val="2671252264"/>
                  </a:ext>
                </a:extLst>
              </a:tr>
              <a:tr h="144780">
                <a:tc>
                  <a:txBody>
                    <a:bodyPr/>
                    <a:lstStyle/>
                    <a:p>
                      <a:pPr algn="ctr" rtl="0" fontAlgn="b"/>
                      <a:r>
                        <a:rPr lang="en-US" dirty="0">
                          <a:effectLst/>
                        </a:rPr>
                        <a:t>10</a:t>
                      </a:r>
                    </a:p>
                  </a:txBody>
                  <a:tcPr marL="22860" marR="22860" marT="0" marB="0" anchor="b"/>
                </a:tc>
                <a:tc>
                  <a:txBody>
                    <a:bodyPr/>
                    <a:lstStyle/>
                    <a:p>
                      <a:pPr algn="ctr" rtl="0" fontAlgn="b"/>
                      <a:r>
                        <a:rPr lang="en-US">
                          <a:effectLst/>
                        </a:rPr>
                        <a:t>4,2</a:t>
                      </a:r>
                    </a:p>
                  </a:txBody>
                  <a:tcPr marL="22860" marR="22860" marT="0" marB="0" anchor="b"/>
                </a:tc>
                <a:tc>
                  <a:txBody>
                    <a:bodyPr/>
                    <a:lstStyle/>
                    <a:p>
                      <a:pPr algn="ctr" rtl="0" fontAlgn="b"/>
                      <a:r>
                        <a:rPr lang="en-US">
                          <a:effectLst/>
                        </a:rPr>
                        <a:t>4,36</a:t>
                      </a:r>
                    </a:p>
                  </a:txBody>
                  <a:tcPr marL="22860" marR="22860" marT="0" marB="0" anchor="b"/>
                </a:tc>
                <a:extLst>
                  <a:ext uri="{0D108BD9-81ED-4DB2-BD59-A6C34878D82A}">
                    <a16:rowId xmlns:a16="http://schemas.microsoft.com/office/drawing/2014/main" val="2084539901"/>
                  </a:ext>
                </a:extLst>
              </a:tr>
              <a:tr h="144780">
                <a:tc>
                  <a:txBody>
                    <a:bodyPr/>
                    <a:lstStyle/>
                    <a:p>
                      <a:pPr algn="ctr" rtl="0" fontAlgn="b"/>
                      <a:r>
                        <a:rPr lang="en-US">
                          <a:effectLst/>
                        </a:rPr>
                        <a:t>15</a:t>
                      </a:r>
                    </a:p>
                  </a:txBody>
                  <a:tcPr marL="22860" marR="22860" marT="0" marB="0" anchor="b"/>
                </a:tc>
                <a:tc>
                  <a:txBody>
                    <a:bodyPr/>
                    <a:lstStyle/>
                    <a:p>
                      <a:pPr algn="ctr" rtl="0" fontAlgn="b"/>
                      <a:r>
                        <a:rPr lang="en-US" dirty="0">
                          <a:effectLst/>
                        </a:rPr>
                        <a:t>4,7</a:t>
                      </a:r>
                    </a:p>
                  </a:txBody>
                  <a:tcPr marL="22860" marR="22860" marT="0" marB="0" anchor="b"/>
                </a:tc>
                <a:tc>
                  <a:txBody>
                    <a:bodyPr/>
                    <a:lstStyle/>
                    <a:p>
                      <a:pPr algn="ctr" rtl="0" fontAlgn="b"/>
                      <a:r>
                        <a:rPr lang="en-US" dirty="0">
                          <a:effectLst/>
                        </a:rPr>
                        <a:t>4,75</a:t>
                      </a:r>
                    </a:p>
                  </a:txBody>
                  <a:tcPr marL="22860" marR="22860" marT="0" marB="0" anchor="b"/>
                </a:tc>
                <a:extLst>
                  <a:ext uri="{0D108BD9-81ED-4DB2-BD59-A6C34878D82A}">
                    <a16:rowId xmlns:a16="http://schemas.microsoft.com/office/drawing/2014/main" val="2689793767"/>
                  </a:ext>
                </a:extLst>
              </a:tr>
              <a:tr h="144780">
                <a:tc>
                  <a:txBody>
                    <a:bodyPr/>
                    <a:lstStyle/>
                    <a:p>
                      <a:pPr algn="ctr" rtl="0" fontAlgn="b"/>
                      <a:r>
                        <a:rPr lang="en-US">
                          <a:effectLst/>
                        </a:rPr>
                        <a:t>20</a:t>
                      </a:r>
                    </a:p>
                  </a:txBody>
                  <a:tcPr marL="22860" marR="22860" marT="0" marB="0" anchor="b"/>
                </a:tc>
                <a:tc>
                  <a:txBody>
                    <a:bodyPr/>
                    <a:lstStyle/>
                    <a:p>
                      <a:pPr algn="ctr" rtl="0" fontAlgn="b"/>
                      <a:r>
                        <a:rPr lang="en-US">
                          <a:effectLst/>
                        </a:rPr>
                        <a:t>5,19</a:t>
                      </a:r>
                    </a:p>
                  </a:txBody>
                  <a:tcPr marL="22860" marR="22860" marT="0" marB="0" anchor="b"/>
                </a:tc>
                <a:tc>
                  <a:txBody>
                    <a:bodyPr/>
                    <a:lstStyle/>
                    <a:p>
                      <a:pPr algn="ctr" rtl="0" fontAlgn="b"/>
                      <a:r>
                        <a:rPr lang="en-US">
                          <a:effectLst/>
                        </a:rPr>
                        <a:t>5,15</a:t>
                      </a:r>
                    </a:p>
                  </a:txBody>
                  <a:tcPr marL="22860" marR="22860" marT="0" marB="0" anchor="b"/>
                </a:tc>
                <a:extLst>
                  <a:ext uri="{0D108BD9-81ED-4DB2-BD59-A6C34878D82A}">
                    <a16:rowId xmlns:a16="http://schemas.microsoft.com/office/drawing/2014/main" val="3773406536"/>
                  </a:ext>
                </a:extLst>
              </a:tr>
              <a:tr h="144780">
                <a:tc>
                  <a:txBody>
                    <a:bodyPr/>
                    <a:lstStyle/>
                    <a:p>
                      <a:pPr algn="ctr" rtl="0" fontAlgn="b"/>
                      <a:r>
                        <a:rPr lang="en-US">
                          <a:effectLst/>
                        </a:rPr>
                        <a:t>25</a:t>
                      </a:r>
                    </a:p>
                  </a:txBody>
                  <a:tcPr marL="22860" marR="22860" marT="0" marB="0" anchor="b"/>
                </a:tc>
                <a:tc>
                  <a:txBody>
                    <a:bodyPr/>
                    <a:lstStyle/>
                    <a:p>
                      <a:pPr algn="ctr" rtl="0" fontAlgn="b"/>
                      <a:r>
                        <a:rPr lang="en-US" dirty="0">
                          <a:effectLst/>
                        </a:rPr>
                        <a:t>5,4</a:t>
                      </a:r>
                    </a:p>
                  </a:txBody>
                  <a:tcPr marL="22860" marR="22860" marT="0" marB="0" anchor="b"/>
                </a:tc>
                <a:tc>
                  <a:txBody>
                    <a:bodyPr/>
                    <a:lstStyle/>
                    <a:p>
                      <a:pPr algn="ctr" rtl="0" fontAlgn="b"/>
                      <a:r>
                        <a:rPr lang="en-US">
                          <a:effectLst/>
                        </a:rPr>
                        <a:t>5,54</a:t>
                      </a:r>
                    </a:p>
                  </a:txBody>
                  <a:tcPr marL="22860" marR="22860" marT="0" marB="0" anchor="b"/>
                </a:tc>
                <a:extLst>
                  <a:ext uri="{0D108BD9-81ED-4DB2-BD59-A6C34878D82A}">
                    <a16:rowId xmlns:a16="http://schemas.microsoft.com/office/drawing/2014/main" val="896701882"/>
                  </a:ext>
                </a:extLst>
              </a:tr>
              <a:tr h="144780">
                <a:tc>
                  <a:txBody>
                    <a:bodyPr/>
                    <a:lstStyle/>
                    <a:p>
                      <a:pPr algn="ctr" rtl="0" fontAlgn="b"/>
                      <a:r>
                        <a:rPr lang="en-US">
                          <a:effectLst/>
                        </a:rPr>
                        <a:t>30</a:t>
                      </a:r>
                    </a:p>
                  </a:txBody>
                  <a:tcPr marL="22860" marR="22860" marT="0" marB="0" anchor="b"/>
                </a:tc>
                <a:tc>
                  <a:txBody>
                    <a:bodyPr/>
                    <a:lstStyle/>
                    <a:p>
                      <a:pPr algn="ctr" rtl="0" fontAlgn="b"/>
                      <a:r>
                        <a:rPr lang="en-US" dirty="0">
                          <a:effectLst/>
                        </a:rPr>
                        <a:t>5,8</a:t>
                      </a:r>
                    </a:p>
                  </a:txBody>
                  <a:tcPr marL="22860" marR="22860" marT="0" marB="0" anchor="b"/>
                </a:tc>
                <a:tc>
                  <a:txBody>
                    <a:bodyPr/>
                    <a:lstStyle/>
                    <a:p>
                      <a:pPr algn="ctr" rtl="0" fontAlgn="b"/>
                      <a:r>
                        <a:rPr lang="en-US" dirty="0">
                          <a:effectLst/>
                        </a:rPr>
                        <a:t>5,92</a:t>
                      </a:r>
                    </a:p>
                  </a:txBody>
                  <a:tcPr marL="22860" marR="22860" marT="0" marB="0" anchor="b"/>
                </a:tc>
                <a:extLst>
                  <a:ext uri="{0D108BD9-81ED-4DB2-BD59-A6C34878D82A}">
                    <a16:rowId xmlns:a16="http://schemas.microsoft.com/office/drawing/2014/main" val="3786825600"/>
                  </a:ext>
                </a:extLst>
              </a:tr>
              <a:tr h="144780">
                <a:tc>
                  <a:txBody>
                    <a:bodyPr/>
                    <a:lstStyle/>
                    <a:p>
                      <a:pPr algn="ctr" rtl="0" fontAlgn="b"/>
                      <a:r>
                        <a:rPr lang="en-US">
                          <a:effectLst/>
                        </a:rPr>
                        <a:t>35</a:t>
                      </a:r>
                    </a:p>
                  </a:txBody>
                  <a:tcPr marL="22860" marR="22860" marT="0" marB="0" anchor="b"/>
                </a:tc>
                <a:tc>
                  <a:txBody>
                    <a:bodyPr/>
                    <a:lstStyle/>
                    <a:p>
                      <a:pPr algn="ctr" rtl="0" fontAlgn="b"/>
                      <a:r>
                        <a:rPr lang="en-US">
                          <a:effectLst/>
                        </a:rPr>
                        <a:t>6,3</a:t>
                      </a:r>
                    </a:p>
                  </a:txBody>
                  <a:tcPr marL="22860" marR="22860" marT="0" marB="0" anchor="b"/>
                </a:tc>
                <a:tc>
                  <a:txBody>
                    <a:bodyPr/>
                    <a:lstStyle/>
                    <a:p>
                      <a:pPr algn="ctr" rtl="0" fontAlgn="b"/>
                      <a:r>
                        <a:rPr lang="en-US" dirty="0">
                          <a:effectLst/>
                        </a:rPr>
                        <a:t>6,31</a:t>
                      </a:r>
                    </a:p>
                  </a:txBody>
                  <a:tcPr marL="22860" marR="22860" marT="0" marB="0" anchor="b"/>
                </a:tc>
                <a:extLst>
                  <a:ext uri="{0D108BD9-81ED-4DB2-BD59-A6C34878D82A}">
                    <a16:rowId xmlns:a16="http://schemas.microsoft.com/office/drawing/2014/main" val="1125565679"/>
                  </a:ext>
                </a:extLst>
              </a:tr>
              <a:tr h="144780">
                <a:tc>
                  <a:txBody>
                    <a:bodyPr/>
                    <a:lstStyle/>
                    <a:p>
                      <a:pPr algn="ctr" rtl="0" fontAlgn="b"/>
                      <a:r>
                        <a:rPr lang="en-US">
                          <a:effectLst/>
                        </a:rPr>
                        <a:t>40</a:t>
                      </a:r>
                    </a:p>
                  </a:txBody>
                  <a:tcPr marL="22860" marR="22860" marT="0" marB="0" anchor="b"/>
                </a:tc>
                <a:tc>
                  <a:txBody>
                    <a:bodyPr/>
                    <a:lstStyle/>
                    <a:p>
                      <a:pPr algn="ctr" rtl="0" fontAlgn="b"/>
                      <a:r>
                        <a:rPr lang="en-US">
                          <a:effectLst/>
                        </a:rPr>
                        <a:t>6,72</a:t>
                      </a:r>
                    </a:p>
                  </a:txBody>
                  <a:tcPr marL="22860" marR="22860" marT="0" marB="0" anchor="b"/>
                </a:tc>
                <a:tc>
                  <a:txBody>
                    <a:bodyPr/>
                    <a:lstStyle/>
                    <a:p>
                      <a:pPr algn="ctr" rtl="0" fontAlgn="b"/>
                      <a:r>
                        <a:rPr lang="en-US" dirty="0">
                          <a:effectLst/>
                        </a:rPr>
                        <a:t>6,72</a:t>
                      </a:r>
                    </a:p>
                  </a:txBody>
                  <a:tcPr marL="22860" marR="22860" marT="0" marB="0" anchor="b"/>
                </a:tc>
                <a:extLst>
                  <a:ext uri="{0D108BD9-81ED-4DB2-BD59-A6C34878D82A}">
                    <a16:rowId xmlns:a16="http://schemas.microsoft.com/office/drawing/2014/main" val="1057629418"/>
                  </a:ext>
                </a:extLst>
              </a:tr>
            </a:tbl>
          </a:graphicData>
        </a:graphic>
      </p:graphicFrame>
      <p:graphicFrame>
        <p:nvGraphicFramePr>
          <p:cNvPr id="5" name="Gráfico 4"/>
          <p:cNvGraphicFramePr>
            <a:graphicFrameLocks/>
          </p:cNvGraphicFramePr>
          <p:nvPr>
            <p:extLst>
              <p:ext uri="{D42A27DB-BD31-4B8C-83A1-F6EECF244321}">
                <p14:modId xmlns:p14="http://schemas.microsoft.com/office/powerpoint/2010/main" val="3689076267"/>
              </p:ext>
            </p:extLst>
          </p:nvPr>
        </p:nvGraphicFramePr>
        <p:xfrm>
          <a:off x="5345612" y="1493881"/>
          <a:ext cx="6209212" cy="41521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877552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normAutofit/>
          </a:bodyPr>
          <a:lstStyle/>
          <a:p>
            <a:pPr algn="ctr"/>
            <a:r>
              <a:rPr lang="es-BO" sz="4000" b="1" dirty="0"/>
              <a:t>SENSOR TC</a:t>
            </a:r>
            <a:endParaRPr lang="en-US" sz="4000"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1081182553"/>
              </p:ext>
            </p:extLst>
          </p:nvPr>
        </p:nvGraphicFramePr>
        <p:xfrm>
          <a:off x="456445" y="1172994"/>
          <a:ext cx="10058400"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trabajo de fin de grado">
            <a:extLst>
              <a:ext uri="{FF2B5EF4-FFF2-40B4-BE49-F238E27FC236}">
                <a16:creationId xmlns:a16="http://schemas.microsoft.com/office/drawing/2014/main" id="{80BCA9F9-CE01-297E-C053-1A37B2558BB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90597" y="1808248"/>
            <a:ext cx="2527100" cy="119013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iencia, inventos y experimentos en casa: Efecto Seebeck Peltier">
            <a:extLst>
              <a:ext uri="{FF2B5EF4-FFF2-40B4-BE49-F238E27FC236}">
                <a16:creationId xmlns:a16="http://schemas.microsoft.com/office/drawing/2014/main" id="{9B24FB84-3FC4-11AA-C53E-0CB449D4FBA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38704" y="3124919"/>
            <a:ext cx="1478993" cy="1044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89268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1449E317-F822-B07A-F0C2-B553968ADD62}"/>
              </a:ext>
            </a:extLst>
          </p:cNvPr>
          <p:cNvSpPr>
            <a:spLocks noGrp="1"/>
          </p:cNvSpPr>
          <p:nvPr>
            <p:ph type="title"/>
          </p:nvPr>
        </p:nvSpPr>
        <p:spPr/>
        <p:txBody>
          <a:bodyPr/>
          <a:lstStyle/>
          <a:p>
            <a:r>
              <a:rPr lang="es-ES" dirty="0"/>
              <a:t>SENSOR DE TEMPERATURA TC</a:t>
            </a:r>
            <a:endParaRPr lang="es-BO" dirty="0"/>
          </a:p>
        </p:txBody>
      </p:sp>
      <p:sp>
        <p:nvSpPr>
          <p:cNvPr id="5" name="Marcador de contenido 4">
            <a:extLst>
              <a:ext uri="{FF2B5EF4-FFF2-40B4-BE49-F238E27FC236}">
                <a16:creationId xmlns:a16="http://schemas.microsoft.com/office/drawing/2014/main" id="{B68E61FA-070A-FE70-1898-A4F160208282}"/>
              </a:ext>
            </a:extLst>
          </p:cNvPr>
          <p:cNvSpPr>
            <a:spLocks noGrp="1"/>
          </p:cNvSpPr>
          <p:nvPr>
            <p:ph idx="1"/>
          </p:nvPr>
        </p:nvSpPr>
        <p:spPr>
          <a:xfrm>
            <a:off x="1066800" y="2103120"/>
            <a:ext cx="5676900" cy="3931920"/>
          </a:xfrm>
        </p:spPr>
        <p:txBody>
          <a:bodyPr>
            <a:normAutofit/>
          </a:bodyPr>
          <a:lstStyle/>
          <a:p>
            <a:pPr marL="0" indent="0">
              <a:buNone/>
            </a:pPr>
            <a:r>
              <a:rPr lang="es-ES" b="1" dirty="0"/>
              <a:t>CARACTERISTICAS</a:t>
            </a:r>
          </a:p>
          <a:p>
            <a:pPr marL="0" indent="0">
              <a:buNone/>
            </a:pPr>
            <a:r>
              <a:rPr lang="es-ES" b="1" i="1" dirty="0"/>
              <a:t>TERMOCUPLA TD12</a:t>
            </a:r>
          </a:p>
          <a:p>
            <a:r>
              <a:rPr lang="es-ES" dirty="0"/>
              <a:t>Tipo de sensor: TC12 “J” termómetro TC modular</a:t>
            </a:r>
          </a:p>
          <a:p>
            <a:r>
              <a:rPr lang="es-ES" dirty="0"/>
              <a:t>Rango de temperatura de </a:t>
            </a:r>
            <a:r>
              <a:rPr lang="es-ES" dirty="0" err="1"/>
              <a:t>operacion</a:t>
            </a:r>
            <a:r>
              <a:rPr lang="es-ES" dirty="0"/>
              <a:t>: -40</a:t>
            </a:r>
            <a:r>
              <a:rPr lang="es-BO" b="0" i="0" dirty="0">
                <a:solidFill>
                  <a:srgbClr val="333333"/>
                </a:solidFill>
                <a:effectLst/>
                <a:latin typeface="E+H_Sans-Light"/>
              </a:rPr>
              <a:t>°</a:t>
            </a:r>
            <a:r>
              <a:rPr lang="es-ES" dirty="0"/>
              <a:t>C – 750</a:t>
            </a:r>
            <a:r>
              <a:rPr lang="es-BO" b="0" i="0" dirty="0">
                <a:solidFill>
                  <a:srgbClr val="333333"/>
                </a:solidFill>
                <a:effectLst/>
                <a:latin typeface="E+H_Sans-Light"/>
              </a:rPr>
              <a:t>°</a:t>
            </a:r>
            <a:r>
              <a:rPr lang="es-ES" dirty="0"/>
              <a:t>C</a:t>
            </a:r>
          </a:p>
          <a:p>
            <a:r>
              <a:rPr lang="es-ES" dirty="0"/>
              <a:t>Máxima presión de proceso: a 20</a:t>
            </a:r>
            <a:r>
              <a:rPr lang="es-BO" b="0" i="0" dirty="0">
                <a:solidFill>
                  <a:srgbClr val="333333"/>
                </a:solidFill>
                <a:effectLst/>
                <a:latin typeface="E+H_Sans-Light"/>
              </a:rPr>
              <a:t>°</a:t>
            </a:r>
            <a:r>
              <a:rPr lang="es-BO" b="0" i="0" dirty="0">
                <a:solidFill>
                  <a:srgbClr val="333333"/>
                </a:solidFill>
                <a:effectLst/>
                <a:latin typeface="Times New Roman" panose="02020603050405020304" pitchFamily="18" charset="0"/>
                <a:cs typeface="Times New Roman" panose="02020603050405020304" pitchFamily="18" charset="0"/>
              </a:rPr>
              <a:t>C es 40 bar (580psi)</a:t>
            </a:r>
            <a:endParaRPr lang="es-ES" dirty="0">
              <a:latin typeface="Times New Roman" panose="02020603050405020304" pitchFamily="18" charset="0"/>
              <a:cs typeface="Times New Roman" panose="02020603050405020304" pitchFamily="18" charset="0"/>
            </a:endParaRPr>
          </a:p>
          <a:p>
            <a:r>
              <a:rPr lang="es-ES" dirty="0"/>
              <a:t>Consumo de corriente: &lt; 50mA</a:t>
            </a:r>
          </a:p>
          <a:p>
            <a:r>
              <a:rPr lang="es-ES" dirty="0"/>
              <a:t>Rango de temperatura: - 20 </a:t>
            </a:r>
            <a:r>
              <a:rPr lang="es-BO" b="0" i="0" dirty="0">
                <a:solidFill>
                  <a:srgbClr val="333333"/>
                </a:solidFill>
                <a:effectLst/>
                <a:latin typeface="E+H_Sans-Light"/>
              </a:rPr>
              <a:t>°C</a:t>
            </a:r>
            <a:r>
              <a:rPr lang="es-ES" dirty="0"/>
              <a:t>– 70</a:t>
            </a:r>
            <a:r>
              <a:rPr lang="es-BO" b="0" i="0" dirty="0">
                <a:solidFill>
                  <a:srgbClr val="333333"/>
                </a:solidFill>
                <a:effectLst/>
                <a:latin typeface="E+H_Sans-Light"/>
              </a:rPr>
              <a:t> ° </a:t>
            </a:r>
            <a:r>
              <a:rPr lang="es-ES" dirty="0"/>
              <a:t>C</a:t>
            </a:r>
          </a:p>
          <a:p>
            <a:r>
              <a:rPr lang="es-ES" dirty="0"/>
              <a:t>Material: plástico - PBT</a:t>
            </a:r>
          </a:p>
        </p:txBody>
      </p:sp>
      <p:pic>
        <p:nvPicPr>
          <p:cNvPr id="3" name="Imagen 2">
            <a:extLst>
              <a:ext uri="{FF2B5EF4-FFF2-40B4-BE49-F238E27FC236}">
                <a16:creationId xmlns:a16="http://schemas.microsoft.com/office/drawing/2014/main" id="{A01D8B15-3C19-8C89-B1C9-65308903A2D4}"/>
              </a:ext>
            </a:extLst>
          </p:cNvPr>
          <p:cNvPicPr>
            <a:picLocks noChangeAspect="1"/>
          </p:cNvPicPr>
          <p:nvPr/>
        </p:nvPicPr>
        <p:blipFill>
          <a:blip r:embed="rId2"/>
          <a:stretch>
            <a:fillRect/>
          </a:stretch>
        </p:blipFill>
        <p:spPr>
          <a:xfrm>
            <a:off x="6333744" y="2007108"/>
            <a:ext cx="5370576" cy="4027932"/>
          </a:xfrm>
          <a:prstGeom prst="rect">
            <a:avLst/>
          </a:prstGeom>
        </p:spPr>
      </p:pic>
    </p:spTree>
    <p:extLst>
      <p:ext uri="{BB962C8B-B14F-4D97-AF65-F5344CB8AC3E}">
        <p14:creationId xmlns:p14="http://schemas.microsoft.com/office/powerpoint/2010/main" val="6642965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1449E317-F822-B07A-F0C2-B553968ADD62}"/>
              </a:ext>
            </a:extLst>
          </p:cNvPr>
          <p:cNvSpPr>
            <a:spLocks noGrp="1"/>
          </p:cNvSpPr>
          <p:nvPr>
            <p:ph type="title"/>
          </p:nvPr>
        </p:nvSpPr>
        <p:spPr/>
        <p:txBody>
          <a:bodyPr/>
          <a:lstStyle/>
          <a:p>
            <a:r>
              <a:rPr lang="es-ES" dirty="0"/>
              <a:t>SENSOR DE TEMPERATURA TC</a:t>
            </a:r>
            <a:endParaRPr lang="es-BO" dirty="0"/>
          </a:p>
        </p:txBody>
      </p:sp>
      <p:sp>
        <p:nvSpPr>
          <p:cNvPr id="5" name="Marcador de contenido 4">
            <a:extLst>
              <a:ext uri="{FF2B5EF4-FFF2-40B4-BE49-F238E27FC236}">
                <a16:creationId xmlns:a16="http://schemas.microsoft.com/office/drawing/2014/main" id="{B68E61FA-070A-FE70-1898-A4F160208282}"/>
              </a:ext>
            </a:extLst>
          </p:cNvPr>
          <p:cNvSpPr>
            <a:spLocks noGrp="1"/>
          </p:cNvSpPr>
          <p:nvPr>
            <p:ph idx="1"/>
          </p:nvPr>
        </p:nvSpPr>
        <p:spPr>
          <a:xfrm>
            <a:off x="1066800" y="2103120"/>
            <a:ext cx="5676900" cy="3931920"/>
          </a:xfrm>
        </p:spPr>
        <p:txBody>
          <a:bodyPr>
            <a:normAutofit/>
          </a:bodyPr>
          <a:lstStyle/>
          <a:p>
            <a:pPr marL="0" indent="0">
              <a:buNone/>
            </a:pPr>
            <a:r>
              <a:rPr lang="es-ES" b="1" dirty="0"/>
              <a:t>DIAGNOSTICO</a:t>
            </a:r>
          </a:p>
          <a:p>
            <a:pPr marL="0" indent="0">
              <a:buNone/>
            </a:pPr>
            <a:r>
              <a:rPr lang="es-ES" dirty="0"/>
              <a:t>El sensor no presentaba daños visualmente, por lo que se procede a realizar las pruebas de funcionamiento.</a:t>
            </a:r>
          </a:p>
          <a:p>
            <a:pPr marL="0" indent="0">
              <a:buNone/>
            </a:pPr>
            <a:r>
              <a:rPr lang="es-ES" dirty="0"/>
              <a:t>Por lo que procedemos a conectar el los pines del sensor un termómetro digital para obtener los datos de salida.</a:t>
            </a:r>
          </a:p>
          <a:p>
            <a:pPr marL="0" indent="0">
              <a:buNone/>
            </a:pPr>
            <a:r>
              <a:rPr lang="es-ES" dirty="0"/>
              <a:t>Para poder obtener </a:t>
            </a:r>
          </a:p>
        </p:txBody>
      </p:sp>
      <p:pic>
        <p:nvPicPr>
          <p:cNvPr id="8" name="Imagen 7">
            <a:extLst>
              <a:ext uri="{FF2B5EF4-FFF2-40B4-BE49-F238E27FC236}">
                <a16:creationId xmlns:a16="http://schemas.microsoft.com/office/drawing/2014/main" id="{95E67F8F-4AF3-9134-B3F5-D68EDBB18D16}"/>
              </a:ext>
            </a:extLst>
          </p:cNvPr>
          <p:cNvPicPr>
            <a:picLocks noChangeAspect="1"/>
          </p:cNvPicPr>
          <p:nvPr/>
        </p:nvPicPr>
        <p:blipFill>
          <a:blip r:embed="rId2"/>
          <a:stretch>
            <a:fillRect/>
          </a:stretch>
        </p:blipFill>
        <p:spPr>
          <a:xfrm>
            <a:off x="6999732" y="2103120"/>
            <a:ext cx="3706368" cy="2779776"/>
          </a:xfrm>
          <a:prstGeom prst="rect">
            <a:avLst/>
          </a:prstGeom>
        </p:spPr>
      </p:pic>
    </p:spTree>
    <p:extLst>
      <p:ext uri="{BB962C8B-B14F-4D97-AF65-F5344CB8AC3E}">
        <p14:creationId xmlns:p14="http://schemas.microsoft.com/office/powerpoint/2010/main" val="18145501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42594"/>
            <a:ext cx="10058400" cy="939463"/>
          </a:xfrm>
        </p:spPr>
        <p:txBody>
          <a:bodyPr>
            <a:normAutofit fontScale="90000"/>
          </a:bodyPr>
          <a:lstStyle/>
          <a:p>
            <a:r>
              <a:rPr lang="es-BO" sz="4400" b="1" dirty="0"/>
              <a:t>SENSOR DE TEMPERATURA</a:t>
            </a:r>
            <a:br>
              <a:rPr lang="es-BO" sz="4400" b="1" dirty="0"/>
            </a:br>
            <a:r>
              <a:rPr lang="es-BO" sz="3600" b="1" dirty="0"/>
              <a:t>Termocupla TC </a:t>
            </a:r>
            <a:endParaRPr lang="en-US" sz="4400"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813778237"/>
              </p:ext>
            </p:extLst>
          </p:nvPr>
        </p:nvGraphicFramePr>
        <p:xfrm>
          <a:off x="1193800" y="1988457"/>
          <a:ext cx="3947839" cy="4028411"/>
        </p:xfrm>
        <a:graphic>
          <a:graphicData uri="http://schemas.openxmlformats.org/drawingml/2006/table">
            <a:tbl>
              <a:tblPr firstRow="1" firstCol="1" lastCol="1" bandRow="1">
                <a:tableStyleId>{5C22544A-7EE6-4342-B048-85BDC9FD1C3A}</a:tableStyleId>
              </a:tblPr>
              <a:tblGrid>
                <a:gridCol w="1739900">
                  <a:extLst>
                    <a:ext uri="{9D8B030D-6E8A-4147-A177-3AD203B41FA5}">
                      <a16:colId xmlns:a16="http://schemas.microsoft.com/office/drawing/2014/main" val="2411717301"/>
                    </a:ext>
                  </a:extLst>
                </a:gridCol>
                <a:gridCol w="1181147">
                  <a:extLst>
                    <a:ext uri="{9D8B030D-6E8A-4147-A177-3AD203B41FA5}">
                      <a16:colId xmlns:a16="http://schemas.microsoft.com/office/drawing/2014/main" val="415443785"/>
                    </a:ext>
                  </a:extLst>
                </a:gridCol>
                <a:gridCol w="1026792">
                  <a:extLst>
                    <a:ext uri="{9D8B030D-6E8A-4147-A177-3AD203B41FA5}">
                      <a16:colId xmlns:a16="http://schemas.microsoft.com/office/drawing/2014/main" val="2166580353"/>
                    </a:ext>
                  </a:extLst>
                </a:gridCol>
              </a:tblGrid>
              <a:tr h="194825">
                <a:tc gridSpan="3">
                  <a:txBody>
                    <a:bodyPr/>
                    <a:lstStyle/>
                    <a:p>
                      <a:pPr algn="ctr" fontAlgn="b"/>
                      <a:r>
                        <a:rPr lang="en-US" sz="1600" u="none" strike="noStrike" dirty="0">
                          <a:effectLst/>
                        </a:rPr>
                        <a:t> SENSOR TC</a:t>
                      </a:r>
                    </a:p>
                  </a:txBody>
                  <a:tcPr marL="7620" marR="7620" marT="7620" marB="0" anchor="b"/>
                </a:tc>
                <a:tc hMerge="1">
                  <a:txBody>
                    <a:bodyPr/>
                    <a:lstStyle/>
                    <a:p>
                      <a:pPr algn="ctr" fontAlgn="b"/>
                      <a:r>
                        <a:rPr lang="en-US" sz="1600" u="none" strike="noStrike" dirty="0">
                          <a:effectLst/>
                        </a:rPr>
                        <a:t>SENSOR TC</a:t>
                      </a:r>
                      <a:endParaRPr lang="en-US" sz="1600" b="0" i="0" u="none" strike="noStrike" dirty="0">
                        <a:solidFill>
                          <a:srgbClr val="000000"/>
                        </a:solidFill>
                        <a:effectLst/>
                        <a:latin typeface="Calibri" panose="020F0502020204030204" pitchFamily="34" charset="0"/>
                      </a:endParaRPr>
                    </a:p>
                  </a:txBody>
                  <a:tcPr marL="7620" marR="7620" marT="7620" marB="0" anchor="b"/>
                </a:tc>
                <a:tc hMerge="1">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78327917"/>
                  </a:ext>
                </a:extLst>
              </a:tr>
              <a:tr h="194825">
                <a:tc>
                  <a:txBody>
                    <a:bodyPr/>
                    <a:lstStyle/>
                    <a:p>
                      <a:pPr algn="ctr" fontAlgn="b"/>
                      <a:r>
                        <a:rPr lang="en-US" sz="1600" u="none" strike="noStrike" dirty="0">
                          <a:effectLst/>
                        </a:rPr>
                        <a:t>MULTIMETRO °C</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T [°C]</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V [mV]</a:t>
                      </a:r>
                      <a:endParaRPr lang="en-US"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95225045"/>
                  </a:ext>
                </a:extLst>
              </a:tr>
              <a:tr h="194825">
                <a:tc>
                  <a:txBody>
                    <a:bodyPr/>
                    <a:lstStyle/>
                    <a:p>
                      <a:pPr algn="ctr" fontAlgn="b"/>
                      <a:r>
                        <a:rPr lang="en-US" sz="1600" u="none" strike="noStrike">
                          <a:effectLst/>
                        </a:rPr>
                        <a:t>24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86460269"/>
                  </a:ext>
                </a:extLst>
              </a:tr>
              <a:tr h="194825">
                <a:tc>
                  <a:txBody>
                    <a:bodyPr/>
                    <a:lstStyle/>
                    <a:p>
                      <a:pPr algn="ctr" fontAlgn="b"/>
                      <a:r>
                        <a:rPr lang="en-US" sz="1600" u="none" strike="noStrike">
                          <a:effectLst/>
                        </a:rPr>
                        <a:t>30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0,1</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87365794"/>
                  </a:ext>
                </a:extLst>
              </a:tr>
              <a:tr h="194825">
                <a:tc>
                  <a:txBody>
                    <a:bodyPr/>
                    <a:lstStyle/>
                    <a:p>
                      <a:pPr algn="ctr" fontAlgn="b"/>
                      <a:r>
                        <a:rPr lang="en-US" sz="1600" u="none" strike="noStrike">
                          <a:effectLst/>
                        </a:rPr>
                        <a:t>40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0,1</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78667195"/>
                  </a:ext>
                </a:extLst>
              </a:tr>
              <a:tr h="194825">
                <a:tc>
                  <a:txBody>
                    <a:bodyPr/>
                    <a:lstStyle/>
                    <a:p>
                      <a:pPr algn="ctr" fontAlgn="b"/>
                      <a:r>
                        <a:rPr lang="en-US" sz="1600" u="none" strike="noStrike">
                          <a:effectLst/>
                        </a:rPr>
                        <a:t>50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0,3</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75211763"/>
                  </a:ext>
                </a:extLst>
              </a:tr>
              <a:tr h="194825">
                <a:tc>
                  <a:txBody>
                    <a:bodyPr/>
                    <a:lstStyle/>
                    <a:p>
                      <a:pPr algn="ctr" fontAlgn="b"/>
                      <a:r>
                        <a:rPr lang="en-US" sz="1600" u="none" strike="noStrike">
                          <a:effectLst/>
                        </a:rPr>
                        <a:t>60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78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0,6</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33773682"/>
                  </a:ext>
                </a:extLst>
              </a:tr>
              <a:tr h="194825">
                <a:tc>
                  <a:txBody>
                    <a:bodyPr/>
                    <a:lstStyle/>
                    <a:p>
                      <a:pPr algn="ctr" fontAlgn="b"/>
                      <a:r>
                        <a:rPr lang="en-US" sz="1600" u="none" strike="noStrike">
                          <a:effectLst/>
                        </a:rPr>
                        <a:t>70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97</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0,8</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84738716"/>
                  </a:ext>
                </a:extLst>
              </a:tr>
              <a:tr h="194825">
                <a:tc>
                  <a:txBody>
                    <a:bodyPr/>
                    <a:lstStyle/>
                    <a:p>
                      <a:pPr algn="ctr" fontAlgn="b"/>
                      <a:r>
                        <a:rPr lang="en-US" sz="1600" u="none" strike="noStrike">
                          <a:effectLst/>
                        </a:rPr>
                        <a:t>80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86173125"/>
                  </a:ext>
                </a:extLst>
              </a:tr>
              <a:tr h="194825">
                <a:tc>
                  <a:txBody>
                    <a:bodyPr/>
                    <a:lstStyle/>
                    <a:p>
                      <a:pPr algn="ctr" fontAlgn="b"/>
                      <a:r>
                        <a:rPr lang="en-US" sz="1600" u="none" strike="noStrike">
                          <a:effectLst/>
                        </a:rPr>
                        <a:t>90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124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1,3</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01157755"/>
                  </a:ext>
                </a:extLst>
              </a:tr>
              <a:tr h="194825">
                <a:tc>
                  <a:txBody>
                    <a:bodyPr/>
                    <a:lstStyle/>
                    <a:p>
                      <a:pPr algn="ctr" fontAlgn="b"/>
                      <a:r>
                        <a:rPr lang="en-US" sz="1600" u="none" strike="noStrike">
                          <a:effectLst/>
                        </a:rPr>
                        <a:t>100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137</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1,4</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03392418"/>
                  </a:ext>
                </a:extLst>
              </a:tr>
              <a:tr h="194825">
                <a:tc>
                  <a:txBody>
                    <a:bodyPr/>
                    <a:lstStyle/>
                    <a:p>
                      <a:pPr algn="ctr" fontAlgn="b"/>
                      <a:r>
                        <a:rPr lang="en-US" sz="1600" u="none" strike="noStrike">
                          <a:effectLst/>
                        </a:rPr>
                        <a:t>110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150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1,7</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72718357"/>
                  </a:ext>
                </a:extLst>
              </a:tr>
              <a:tr h="194825">
                <a:tc>
                  <a:txBody>
                    <a:bodyPr/>
                    <a:lstStyle/>
                    <a:p>
                      <a:pPr algn="ctr" fontAlgn="b"/>
                      <a:r>
                        <a:rPr lang="en-US" sz="1600" u="none" strike="noStrike">
                          <a:effectLst/>
                        </a:rPr>
                        <a:t>120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172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2,2</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60803828"/>
                  </a:ext>
                </a:extLst>
              </a:tr>
              <a:tr h="194825">
                <a:tc>
                  <a:txBody>
                    <a:bodyPr/>
                    <a:lstStyle/>
                    <a:p>
                      <a:pPr algn="ctr" fontAlgn="b"/>
                      <a:r>
                        <a:rPr lang="en-US" sz="1600" u="none" strike="noStrike">
                          <a:effectLst/>
                        </a:rPr>
                        <a:t>130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182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2,3</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07608812"/>
                  </a:ext>
                </a:extLst>
              </a:tr>
              <a:tr h="256511">
                <a:tc>
                  <a:txBody>
                    <a:bodyPr/>
                    <a:lstStyle/>
                    <a:p>
                      <a:pPr algn="ctr" fontAlgn="b"/>
                      <a:r>
                        <a:rPr lang="en-US" sz="1600" u="none" strike="noStrike">
                          <a:effectLst/>
                        </a:rPr>
                        <a:t>140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190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2,4</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72362530"/>
                  </a:ext>
                </a:extLst>
              </a:tr>
              <a:tr h="194825">
                <a:tc>
                  <a:txBody>
                    <a:bodyPr/>
                    <a:lstStyle/>
                    <a:p>
                      <a:pPr algn="ctr" fontAlgn="b"/>
                      <a:r>
                        <a:rPr lang="en-US" sz="1600" u="none" strike="noStrike" dirty="0">
                          <a:effectLst/>
                        </a:rPr>
                        <a:t>150</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200</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2,5</a:t>
                      </a:r>
                      <a:endParaRPr lang="en-US"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30864085"/>
                  </a:ext>
                </a:extLst>
              </a:tr>
            </a:tbl>
          </a:graphicData>
        </a:graphic>
      </p:graphicFrame>
      <p:graphicFrame>
        <p:nvGraphicFramePr>
          <p:cNvPr id="5" name="Chart 5" title="Gráfico"/>
          <p:cNvGraphicFramePr>
            <a:graphicFrameLocks/>
          </p:cNvGraphicFramePr>
          <p:nvPr>
            <p:extLst>
              <p:ext uri="{D42A27DB-BD31-4B8C-83A1-F6EECF244321}">
                <p14:modId xmlns:p14="http://schemas.microsoft.com/office/powerpoint/2010/main" val="3604798266"/>
              </p:ext>
            </p:extLst>
          </p:nvPr>
        </p:nvGraphicFramePr>
        <p:xfrm>
          <a:off x="5446439" y="1988457"/>
          <a:ext cx="6034360" cy="379984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17704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normAutofit/>
          </a:bodyPr>
          <a:lstStyle/>
          <a:p>
            <a:pPr algn="ctr"/>
            <a:r>
              <a:rPr lang="es-BO" sz="4000" b="1" dirty="0"/>
              <a:t>SENSOR RTD</a:t>
            </a:r>
            <a:endParaRPr lang="en-US" sz="4000"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502384770"/>
              </p:ext>
            </p:extLst>
          </p:nvPr>
        </p:nvGraphicFramePr>
        <p:xfrm>
          <a:off x="456445" y="1172994"/>
          <a:ext cx="10058400"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RTD sensor – Industrias GSL">
            <a:extLst>
              <a:ext uri="{FF2B5EF4-FFF2-40B4-BE49-F238E27FC236}">
                <a16:creationId xmlns:a16="http://schemas.microsoft.com/office/drawing/2014/main" id="{FF940609-DB47-4A20-71F4-5BFDAC53700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53611" y="1113726"/>
            <a:ext cx="2286000" cy="1009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14455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C6995C-E0D0-8535-4FB3-4A07C7FDC28B}"/>
              </a:ext>
            </a:extLst>
          </p:cNvPr>
          <p:cNvSpPr>
            <a:spLocks noGrp="1"/>
          </p:cNvSpPr>
          <p:nvPr>
            <p:ph type="title"/>
          </p:nvPr>
        </p:nvSpPr>
        <p:spPr/>
        <p:txBody>
          <a:bodyPr/>
          <a:lstStyle/>
          <a:p>
            <a:r>
              <a:rPr lang="es-ES" dirty="0"/>
              <a:t>SENSOR RTD</a:t>
            </a:r>
            <a:endParaRPr lang="es-BO" dirty="0"/>
          </a:p>
        </p:txBody>
      </p:sp>
      <p:sp>
        <p:nvSpPr>
          <p:cNvPr id="3" name="Marcador de contenido 2">
            <a:extLst>
              <a:ext uri="{FF2B5EF4-FFF2-40B4-BE49-F238E27FC236}">
                <a16:creationId xmlns:a16="http://schemas.microsoft.com/office/drawing/2014/main" id="{125D53AE-C8BC-57B1-E0F0-D7F348E092DE}"/>
              </a:ext>
            </a:extLst>
          </p:cNvPr>
          <p:cNvSpPr>
            <a:spLocks noGrp="1"/>
          </p:cNvSpPr>
          <p:nvPr>
            <p:ph idx="1"/>
          </p:nvPr>
        </p:nvSpPr>
        <p:spPr>
          <a:xfrm>
            <a:off x="1066800" y="2118110"/>
            <a:ext cx="6068518" cy="3931920"/>
          </a:xfrm>
        </p:spPr>
        <p:txBody>
          <a:bodyPr/>
          <a:lstStyle/>
          <a:p>
            <a:pPr marL="0" indent="0">
              <a:buNone/>
            </a:pPr>
            <a:r>
              <a:rPr lang="es-ES" b="1" dirty="0">
                <a:latin typeface="Times New Roman" panose="02020603050405020304" pitchFamily="18" charset="0"/>
                <a:cs typeface="Times New Roman" panose="02020603050405020304" pitchFamily="18" charset="0"/>
              </a:rPr>
              <a:t>CARACTERISTICAS</a:t>
            </a:r>
          </a:p>
          <a:p>
            <a:pPr marL="0" indent="0">
              <a:buNone/>
            </a:pPr>
            <a:r>
              <a:rPr lang="es-ES" sz="2000" b="1" i="1" dirty="0">
                <a:effectLst/>
                <a:ea typeface="Times New Roman" panose="02020603050405020304" pitchFamily="18" charset="0"/>
              </a:rPr>
              <a:t>RTD OMNIGRAND T TST487</a:t>
            </a:r>
            <a:endParaRPr lang="es-ES" sz="2000" b="1" i="1" dirty="0">
              <a:cs typeface="Times New Roman" panose="02020603050405020304" pitchFamily="18" charset="0"/>
            </a:endParaRPr>
          </a:p>
          <a:p>
            <a:pPr>
              <a:buFont typeface="Wingdings" panose="05000000000000000000" pitchFamily="2" charset="2"/>
              <a:buChar char="Ø"/>
            </a:pPr>
            <a:r>
              <a:rPr lang="es-ES" dirty="0">
                <a:latin typeface="Times New Roman" panose="02020603050405020304" pitchFamily="18" charset="0"/>
                <a:cs typeface="Times New Roman" panose="02020603050405020304" pitchFamily="18" charset="0"/>
              </a:rPr>
              <a:t>Tipo:  A, Métrico, porta sondas de temperatura modular conexión a proceso roscada sin cuello</a:t>
            </a:r>
          </a:p>
          <a:p>
            <a:pPr>
              <a:buFont typeface="Wingdings" panose="05000000000000000000" pitchFamily="2" charset="2"/>
              <a:buChar char="Ø"/>
            </a:pPr>
            <a:r>
              <a:rPr lang="es-ES" dirty="0">
                <a:latin typeface="Times New Roman" panose="02020603050405020304" pitchFamily="18" charset="0"/>
                <a:cs typeface="Times New Roman" panose="02020603050405020304" pitchFamily="18" charset="0"/>
              </a:rPr>
              <a:t>Elemento sensible: resistencia de platino</a:t>
            </a:r>
          </a:p>
          <a:p>
            <a:pPr>
              <a:buFont typeface="Wingdings" panose="05000000000000000000" pitchFamily="2" charset="2"/>
              <a:buChar char="Ø"/>
            </a:pPr>
            <a:r>
              <a:rPr lang="es-ES" dirty="0">
                <a:latin typeface="Times New Roman" panose="02020603050405020304" pitchFamily="18" charset="0"/>
                <a:cs typeface="Times New Roman" panose="02020603050405020304" pitchFamily="18" charset="0"/>
              </a:rPr>
              <a:t>Conexión a proceso: rosca macho G1/2</a:t>
            </a:r>
          </a:p>
          <a:p>
            <a:pPr>
              <a:buFont typeface="Wingdings" panose="05000000000000000000" pitchFamily="2" charset="2"/>
              <a:buChar char="Ø"/>
            </a:pPr>
            <a:r>
              <a:rPr lang="es-ES" dirty="0">
                <a:latin typeface="Times New Roman" panose="02020603050405020304" pitchFamily="18" charset="0"/>
                <a:cs typeface="Times New Roman" panose="02020603050405020304" pitchFamily="18" charset="0"/>
              </a:rPr>
              <a:t>Rango de temperatura: -50</a:t>
            </a:r>
            <a:r>
              <a:rPr lang="es-BO" b="0" i="0" dirty="0">
                <a:solidFill>
                  <a:srgbClr val="333333"/>
                </a:solidFill>
                <a:effectLst/>
                <a:latin typeface="Times New Roman" panose="02020603050405020304" pitchFamily="18" charset="0"/>
                <a:cs typeface="Times New Roman" panose="02020603050405020304" pitchFamily="18" charset="0"/>
              </a:rPr>
              <a:t>°</a:t>
            </a:r>
            <a:r>
              <a:rPr lang="es-ES" dirty="0">
                <a:latin typeface="Times New Roman" panose="02020603050405020304" pitchFamily="18" charset="0"/>
                <a:cs typeface="Times New Roman" panose="02020603050405020304" pitchFamily="18" charset="0"/>
              </a:rPr>
              <a:t>C – 300</a:t>
            </a:r>
            <a:r>
              <a:rPr lang="es-BO" b="0" i="0" dirty="0">
                <a:solidFill>
                  <a:srgbClr val="333333"/>
                </a:solidFill>
                <a:effectLst/>
                <a:latin typeface="Times New Roman" panose="02020603050405020304" pitchFamily="18" charset="0"/>
                <a:cs typeface="Times New Roman" panose="02020603050405020304" pitchFamily="18" charset="0"/>
              </a:rPr>
              <a:t>°</a:t>
            </a:r>
            <a:r>
              <a:rPr lang="es-ES" dirty="0">
                <a:latin typeface="Times New Roman" panose="02020603050405020304" pitchFamily="18" charset="0"/>
                <a:cs typeface="Times New Roman" panose="02020603050405020304" pitchFamily="18" charset="0"/>
              </a:rPr>
              <a:t>C </a:t>
            </a:r>
          </a:p>
          <a:p>
            <a:pPr>
              <a:buFont typeface="Wingdings" panose="05000000000000000000" pitchFamily="2" charset="2"/>
              <a:buChar char="Ø"/>
            </a:pPr>
            <a:r>
              <a:rPr lang="es-ES" dirty="0">
                <a:latin typeface="Times New Roman" panose="02020603050405020304" pitchFamily="18" charset="0"/>
                <a:cs typeface="Times New Roman" panose="02020603050405020304" pitchFamily="18" charset="0"/>
              </a:rPr>
              <a:t>Max. Presión de proceso: a 20</a:t>
            </a:r>
            <a:r>
              <a:rPr lang="es-BO" b="0" i="0" dirty="0">
                <a:solidFill>
                  <a:srgbClr val="333333"/>
                </a:solidFill>
                <a:effectLst/>
                <a:latin typeface="Times New Roman" panose="02020603050405020304" pitchFamily="18" charset="0"/>
                <a:cs typeface="Times New Roman" panose="02020603050405020304" pitchFamily="18" charset="0"/>
              </a:rPr>
              <a:t>°</a:t>
            </a:r>
            <a:r>
              <a:rPr lang="es-ES" dirty="0">
                <a:solidFill>
                  <a:srgbClr val="333333"/>
                </a:solidFill>
                <a:latin typeface="Times New Roman" panose="02020603050405020304" pitchFamily="18" charset="0"/>
                <a:cs typeface="Times New Roman" panose="02020603050405020304" pitchFamily="18" charset="0"/>
              </a:rPr>
              <a:t>C 20bar</a:t>
            </a:r>
          </a:p>
          <a:p>
            <a:pPr>
              <a:buFont typeface="Wingdings" panose="05000000000000000000" pitchFamily="2" charset="2"/>
              <a:buChar char="Ø"/>
            </a:pPr>
            <a:r>
              <a:rPr lang="es-ES" dirty="0">
                <a:latin typeface="Times New Roman" panose="02020603050405020304" pitchFamily="18" charset="0"/>
                <a:cs typeface="Times New Roman" panose="02020603050405020304" pitchFamily="18" charset="0"/>
              </a:rPr>
              <a:t>Alambrado: conexión de 4 hilos, aislamiento de fibra de vidrio.</a:t>
            </a:r>
          </a:p>
        </p:txBody>
      </p:sp>
      <p:pic>
        <p:nvPicPr>
          <p:cNvPr id="5" name="Imagen 4">
            <a:extLst>
              <a:ext uri="{FF2B5EF4-FFF2-40B4-BE49-F238E27FC236}">
                <a16:creationId xmlns:a16="http://schemas.microsoft.com/office/drawing/2014/main" id="{11D65E83-E0F4-51EF-250F-3CD3F3F8E5C6}"/>
              </a:ext>
            </a:extLst>
          </p:cNvPr>
          <p:cNvPicPr>
            <a:picLocks noChangeAspect="1"/>
          </p:cNvPicPr>
          <p:nvPr/>
        </p:nvPicPr>
        <p:blipFill rotWithShape="1">
          <a:blip r:embed="rId2"/>
          <a:srcRect l="25508"/>
          <a:stretch/>
        </p:blipFill>
        <p:spPr>
          <a:xfrm>
            <a:off x="7741920" y="1158241"/>
            <a:ext cx="3576320" cy="3600690"/>
          </a:xfrm>
          <a:prstGeom prst="rect">
            <a:avLst/>
          </a:prstGeom>
        </p:spPr>
      </p:pic>
      <p:pic>
        <p:nvPicPr>
          <p:cNvPr id="7" name="Imagen 6">
            <a:extLst>
              <a:ext uri="{FF2B5EF4-FFF2-40B4-BE49-F238E27FC236}">
                <a16:creationId xmlns:a16="http://schemas.microsoft.com/office/drawing/2014/main" id="{8C97AD65-22F1-617B-7C42-E2EF24AB66F2}"/>
              </a:ext>
            </a:extLst>
          </p:cNvPr>
          <p:cNvPicPr>
            <a:picLocks noChangeAspect="1"/>
          </p:cNvPicPr>
          <p:nvPr/>
        </p:nvPicPr>
        <p:blipFill>
          <a:blip r:embed="rId3"/>
          <a:stretch>
            <a:fillRect/>
          </a:stretch>
        </p:blipFill>
        <p:spPr>
          <a:xfrm rot="5400000">
            <a:off x="8480932" y="3486419"/>
            <a:ext cx="2098294" cy="3576319"/>
          </a:xfrm>
          <a:prstGeom prst="rect">
            <a:avLst/>
          </a:prstGeom>
        </p:spPr>
      </p:pic>
    </p:spTree>
    <p:extLst>
      <p:ext uri="{BB962C8B-B14F-4D97-AF65-F5344CB8AC3E}">
        <p14:creationId xmlns:p14="http://schemas.microsoft.com/office/powerpoint/2010/main" val="3144329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Marcador de contenido 4"/>
          <p:cNvGraphicFramePr>
            <a:graphicFrameLocks noGrp="1"/>
          </p:cNvGraphicFramePr>
          <p:nvPr>
            <p:ph idx="1"/>
            <p:extLst>
              <p:ext uri="{D42A27DB-BD31-4B8C-83A1-F6EECF244321}">
                <p14:modId xmlns:p14="http://schemas.microsoft.com/office/powerpoint/2010/main" val="784954083"/>
              </p:ext>
            </p:extLst>
          </p:nvPr>
        </p:nvGraphicFramePr>
        <p:xfrm>
          <a:off x="885826" y="1689659"/>
          <a:ext cx="4359274" cy="4643784"/>
        </p:xfrm>
        <a:graphic>
          <a:graphicData uri="http://schemas.openxmlformats.org/drawingml/2006/table">
            <a:tbl>
              <a:tblPr firstRow="1" firstCol="1" bandRow="1">
                <a:tableStyleId>{5C22544A-7EE6-4342-B048-85BDC9FD1C3A}</a:tableStyleId>
              </a:tblPr>
              <a:tblGrid>
                <a:gridCol w="1683399">
                  <a:extLst>
                    <a:ext uri="{9D8B030D-6E8A-4147-A177-3AD203B41FA5}">
                      <a16:colId xmlns:a16="http://schemas.microsoft.com/office/drawing/2014/main" val="1014165390"/>
                    </a:ext>
                  </a:extLst>
                </a:gridCol>
                <a:gridCol w="544333">
                  <a:extLst>
                    <a:ext uri="{9D8B030D-6E8A-4147-A177-3AD203B41FA5}">
                      <a16:colId xmlns:a16="http://schemas.microsoft.com/office/drawing/2014/main" val="844771091"/>
                    </a:ext>
                  </a:extLst>
                </a:gridCol>
                <a:gridCol w="682211">
                  <a:extLst>
                    <a:ext uri="{9D8B030D-6E8A-4147-A177-3AD203B41FA5}">
                      <a16:colId xmlns:a16="http://schemas.microsoft.com/office/drawing/2014/main" val="3888503471"/>
                    </a:ext>
                  </a:extLst>
                </a:gridCol>
                <a:gridCol w="631518">
                  <a:extLst>
                    <a:ext uri="{9D8B030D-6E8A-4147-A177-3AD203B41FA5}">
                      <a16:colId xmlns:a16="http://schemas.microsoft.com/office/drawing/2014/main" val="2771123276"/>
                    </a:ext>
                  </a:extLst>
                </a:gridCol>
                <a:gridCol w="817813">
                  <a:extLst>
                    <a:ext uri="{9D8B030D-6E8A-4147-A177-3AD203B41FA5}">
                      <a16:colId xmlns:a16="http://schemas.microsoft.com/office/drawing/2014/main" val="892017766"/>
                    </a:ext>
                  </a:extLst>
                </a:gridCol>
              </a:tblGrid>
              <a:tr h="376584">
                <a:tc gridSpan="5">
                  <a:txBody>
                    <a:bodyPr/>
                    <a:lstStyle/>
                    <a:p>
                      <a:pPr algn="ctr" fontAlgn="b"/>
                      <a:r>
                        <a:rPr lang="en-US" sz="1600" b="1" u="none" strike="noStrike" dirty="0">
                          <a:effectLst/>
                        </a:rPr>
                        <a:t>SENSOR RTD</a:t>
                      </a:r>
                    </a:p>
                  </a:txBody>
                  <a:tcPr marL="7620" marR="7620" marT="7620" marB="0" anchor="ctr"/>
                </a:tc>
                <a:tc hMerge="1">
                  <a:txBody>
                    <a:bodyPr/>
                    <a:lstStyle/>
                    <a:p>
                      <a:pPr algn="l" fontAlgn="b"/>
                      <a:r>
                        <a:rPr lang="en-US" sz="1100" u="none" strike="noStrike" dirty="0">
                          <a:effectLst/>
                        </a:rPr>
                        <a:t>SENSOR RTD</a:t>
                      </a:r>
                      <a:endParaRPr lang="en-US" sz="1100" b="0" i="0" u="none" strike="noStrike" dirty="0">
                        <a:solidFill>
                          <a:srgbClr val="000000"/>
                        </a:solidFill>
                        <a:effectLst/>
                        <a:latin typeface="Calibri" panose="020F0502020204030204" pitchFamily="34" charset="0"/>
                      </a:endParaRPr>
                    </a:p>
                  </a:txBody>
                  <a:tcPr marL="7620" marR="7620" marT="7620" marB="0" anchor="b"/>
                </a:tc>
                <a:tc hMerge="1">
                  <a:txBody>
                    <a:bodyPr/>
                    <a:lstStyle/>
                    <a:p>
                      <a:pPr algn="l" fontAlgn="b"/>
                      <a:r>
                        <a:rPr lang="en-US" sz="1100" u="none" strike="noStrike" dirty="0">
                          <a:effectLst/>
                        </a:rPr>
                        <a:t> </a:t>
                      </a:r>
                      <a:endParaRPr lang="en-US" sz="1100" b="0" i="0" u="none" strike="noStrike" dirty="0">
                        <a:solidFill>
                          <a:srgbClr val="000000"/>
                        </a:solidFill>
                        <a:effectLst/>
                        <a:latin typeface="Calibri" panose="020F0502020204030204" pitchFamily="34" charset="0"/>
                      </a:endParaRPr>
                    </a:p>
                  </a:txBody>
                  <a:tcPr marL="7620" marR="7620" marT="7620" marB="0" anchor="b"/>
                </a:tc>
                <a:tc hMerge="1">
                  <a:txBody>
                    <a:bodyPr/>
                    <a:lstStyle/>
                    <a:p>
                      <a:pPr algn="ctr" fontAlgn="b"/>
                      <a:endParaRPr lang="en-US" sz="1600" u="none" strike="noStrike" dirty="0">
                        <a:effectLst/>
                      </a:endParaRPr>
                    </a:p>
                  </a:txBody>
                  <a:tcPr marL="7620" marR="7620" marT="7620" marB="0" anchor="ctr"/>
                </a:tc>
                <a:tc hMerge="1">
                  <a:txBody>
                    <a:bodyPr/>
                    <a:lstStyle/>
                    <a:p>
                      <a:pPr algn="ctr" fontAlgn="b"/>
                      <a:endParaRPr lang="en-US" sz="1600" u="none" strike="noStrike" dirty="0">
                        <a:effectLst/>
                      </a:endParaRPr>
                    </a:p>
                  </a:txBody>
                  <a:tcPr marL="7620" marR="7620" marT="7620" marB="0" anchor="ctr"/>
                </a:tc>
                <a:extLst>
                  <a:ext uri="{0D108BD9-81ED-4DB2-BD59-A6C34878D82A}">
                    <a16:rowId xmlns:a16="http://schemas.microsoft.com/office/drawing/2014/main" val="1501910704"/>
                  </a:ext>
                </a:extLst>
              </a:tr>
              <a:tr h="361161">
                <a:tc>
                  <a:txBody>
                    <a:bodyPr/>
                    <a:lstStyle/>
                    <a:p>
                      <a:pPr algn="ctr" fontAlgn="b"/>
                      <a:r>
                        <a:rPr lang="en-US" sz="1600" b="1" u="none" strike="noStrike" dirty="0">
                          <a:solidFill>
                            <a:schemeClr val="tx1"/>
                          </a:solidFill>
                          <a:effectLst/>
                          <a:latin typeface="+mn-lt"/>
                        </a:rPr>
                        <a:t>MULTIMETRO </a:t>
                      </a:r>
                    </a:p>
                    <a:p>
                      <a:pPr algn="ctr" fontAlgn="b"/>
                      <a:r>
                        <a:rPr lang="en-US" sz="1600" b="1" i="0" u="none" strike="noStrike" dirty="0">
                          <a:solidFill>
                            <a:schemeClr val="tx1"/>
                          </a:solidFill>
                          <a:effectLst/>
                          <a:latin typeface="+mn-lt"/>
                        </a:rPr>
                        <a:t>°C</a:t>
                      </a:r>
                    </a:p>
                  </a:txBody>
                  <a:tcPr marL="7620" marR="7620" marT="7620" marB="0" anchor="ctr">
                    <a:solidFill>
                      <a:schemeClr val="accent1">
                        <a:lumMod val="20000"/>
                        <a:lumOff val="80000"/>
                      </a:schemeClr>
                    </a:solidFill>
                  </a:tcPr>
                </a:tc>
                <a:tc>
                  <a:txBody>
                    <a:bodyPr/>
                    <a:lstStyle/>
                    <a:p>
                      <a:pPr algn="ctr" fontAlgn="b"/>
                      <a:r>
                        <a:rPr lang="en-US" sz="1600" b="1" u="none" strike="noStrike" dirty="0">
                          <a:effectLst/>
                          <a:latin typeface="+mn-lt"/>
                        </a:rPr>
                        <a:t>T[°C]</a:t>
                      </a:r>
                      <a:endParaRPr lang="en-US" sz="1600" b="1" i="0" u="none" strike="noStrike" dirty="0">
                        <a:solidFill>
                          <a:srgbClr val="000000"/>
                        </a:solidFill>
                        <a:effectLst/>
                        <a:latin typeface="+mn-lt"/>
                      </a:endParaRPr>
                    </a:p>
                  </a:txBody>
                  <a:tcPr marL="7620" marR="7620" marT="7620" marB="0" anchor="ctr">
                    <a:solidFill>
                      <a:schemeClr val="accent1">
                        <a:lumMod val="60000"/>
                        <a:lumOff val="40000"/>
                      </a:schemeClr>
                    </a:solidFill>
                  </a:tcPr>
                </a:tc>
                <a:tc>
                  <a:txBody>
                    <a:bodyPr/>
                    <a:lstStyle/>
                    <a:p>
                      <a:pPr algn="ctr" fontAlgn="b"/>
                      <a:r>
                        <a:rPr lang="en-US" sz="1600" b="1" u="none" strike="noStrike" dirty="0">
                          <a:effectLst/>
                          <a:latin typeface="+mn-lt"/>
                        </a:rPr>
                        <a:t>V [mV]</a:t>
                      </a:r>
                      <a:endParaRPr lang="en-US" sz="1600" b="1" i="0" u="none" strike="noStrike" dirty="0">
                        <a:solidFill>
                          <a:srgbClr val="000000"/>
                        </a:solidFill>
                        <a:effectLst/>
                        <a:latin typeface="+mn-lt"/>
                      </a:endParaRPr>
                    </a:p>
                  </a:txBody>
                  <a:tcPr marL="7620" marR="7620" marT="7620" marB="0" anchor="ctr">
                    <a:solidFill>
                      <a:schemeClr val="accent1">
                        <a:lumMod val="20000"/>
                        <a:lumOff val="80000"/>
                      </a:schemeClr>
                    </a:solidFill>
                  </a:tcPr>
                </a:tc>
                <a:tc>
                  <a:txBody>
                    <a:bodyPr/>
                    <a:lstStyle/>
                    <a:p>
                      <a:pPr algn="ctr" fontAlgn="b"/>
                      <a:r>
                        <a:rPr lang="en-US" sz="1600" b="1" i="0" u="none" strike="noStrike" dirty="0">
                          <a:solidFill>
                            <a:srgbClr val="000000"/>
                          </a:solidFill>
                          <a:effectLst/>
                          <a:latin typeface="+mn-lt"/>
                        </a:rPr>
                        <a:t>I[mA]</a:t>
                      </a:r>
                    </a:p>
                  </a:txBody>
                  <a:tcPr marL="7620" marR="7620" marT="7620" marB="0" anchor="ctr">
                    <a:solidFill>
                      <a:schemeClr val="accent1">
                        <a:lumMod val="20000"/>
                        <a:lumOff val="80000"/>
                      </a:schemeClr>
                    </a:solidFill>
                  </a:tcPr>
                </a:tc>
                <a:tc>
                  <a:txBody>
                    <a:bodyPr/>
                    <a:lstStyle/>
                    <a:p>
                      <a:pPr algn="ctr" fontAlgn="b"/>
                      <a:r>
                        <a:rPr lang="en-US" sz="1600" b="1" i="0" u="none" strike="noStrike" dirty="0">
                          <a:solidFill>
                            <a:srgbClr val="000000"/>
                          </a:solidFill>
                          <a:effectLst/>
                          <a:latin typeface="+mn-lt"/>
                        </a:rPr>
                        <a:t>R[</a:t>
                      </a:r>
                      <a:r>
                        <a:rPr lang="el-GR" sz="1600" b="1" i="0" u="none" strike="noStrike" dirty="0">
                          <a:solidFill>
                            <a:srgbClr val="000000"/>
                          </a:solidFill>
                          <a:effectLst/>
                          <a:latin typeface="+mn-lt"/>
                        </a:rPr>
                        <a:t>Ω</a:t>
                      </a:r>
                      <a:r>
                        <a:rPr lang="en-US" sz="1600" b="1" i="0" u="none" strike="noStrike" dirty="0">
                          <a:solidFill>
                            <a:srgbClr val="000000"/>
                          </a:solidFill>
                          <a:effectLst/>
                          <a:latin typeface="+mn-lt"/>
                        </a:rPr>
                        <a:t>]</a:t>
                      </a:r>
                    </a:p>
                  </a:txBody>
                  <a:tcPr marL="7620" marR="7620" marT="7620" marB="0" anchor="ctr">
                    <a:solidFill>
                      <a:schemeClr val="accent1">
                        <a:lumMod val="60000"/>
                        <a:lumOff val="40000"/>
                      </a:schemeClr>
                    </a:solidFill>
                  </a:tcPr>
                </a:tc>
                <a:extLst>
                  <a:ext uri="{0D108BD9-81ED-4DB2-BD59-A6C34878D82A}">
                    <a16:rowId xmlns:a16="http://schemas.microsoft.com/office/drawing/2014/main" val="1052023065"/>
                  </a:ext>
                </a:extLst>
              </a:tr>
              <a:tr h="215448">
                <a:tc>
                  <a:txBody>
                    <a:bodyPr/>
                    <a:lstStyle/>
                    <a:p>
                      <a:pPr algn="ctr" fontAlgn="b"/>
                      <a:r>
                        <a:rPr lang="en-US" sz="1600" u="none" strike="noStrike">
                          <a:solidFill>
                            <a:schemeClr val="tx1"/>
                          </a:solidFill>
                          <a:effectLst/>
                          <a:latin typeface="+mn-lt"/>
                        </a:rPr>
                        <a:t>40</a:t>
                      </a:r>
                      <a:endParaRPr lang="en-US" sz="1600" b="0" i="0" u="none" strike="noStrike">
                        <a:solidFill>
                          <a:schemeClr val="tx1"/>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44</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tc>
                  <a:txBody>
                    <a:bodyPr/>
                    <a:lstStyle/>
                    <a:p>
                      <a:pPr algn="ctr" fontAlgn="b"/>
                      <a:r>
                        <a:rPr lang="en-US" sz="1600" u="none" strike="noStrike" dirty="0">
                          <a:effectLst/>
                          <a:latin typeface="+mn-lt"/>
                        </a:rPr>
                        <a:t>118</a:t>
                      </a:r>
                      <a:endParaRPr lang="en-US" sz="1600" b="0" i="0" u="none" strike="noStrike" dirty="0">
                        <a:solidFill>
                          <a:srgbClr val="000000"/>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b="0" i="0" u="none" strike="noStrike" dirty="0">
                          <a:solidFill>
                            <a:srgbClr val="000000"/>
                          </a:solidFill>
                          <a:effectLst/>
                          <a:latin typeface="+mn-lt"/>
                        </a:rPr>
                        <a:t>1</a:t>
                      </a: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118</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extLst>
                  <a:ext uri="{0D108BD9-81ED-4DB2-BD59-A6C34878D82A}">
                    <a16:rowId xmlns:a16="http://schemas.microsoft.com/office/drawing/2014/main" val="2230337489"/>
                  </a:ext>
                </a:extLst>
              </a:tr>
              <a:tr h="215448">
                <a:tc>
                  <a:txBody>
                    <a:bodyPr/>
                    <a:lstStyle/>
                    <a:p>
                      <a:pPr algn="ctr" fontAlgn="b"/>
                      <a:r>
                        <a:rPr lang="en-US" sz="1600" u="none" strike="noStrike">
                          <a:solidFill>
                            <a:schemeClr val="tx1"/>
                          </a:solidFill>
                          <a:effectLst/>
                          <a:latin typeface="+mn-lt"/>
                        </a:rPr>
                        <a:t>60</a:t>
                      </a:r>
                      <a:endParaRPr lang="en-US" sz="1600" b="0" i="0" u="none" strike="noStrike">
                        <a:solidFill>
                          <a:schemeClr val="tx1"/>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71,4</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tc>
                  <a:txBody>
                    <a:bodyPr/>
                    <a:lstStyle/>
                    <a:p>
                      <a:pPr algn="ctr" fontAlgn="b"/>
                      <a:r>
                        <a:rPr lang="en-US" sz="1600" u="none" strike="noStrike" dirty="0">
                          <a:effectLst/>
                          <a:latin typeface="+mn-lt"/>
                        </a:rPr>
                        <a:t>127,8</a:t>
                      </a:r>
                      <a:endParaRPr lang="en-US" sz="1600" b="0" i="0" u="none" strike="noStrike" dirty="0">
                        <a:solidFill>
                          <a:srgbClr val="000000"/>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b="0" i="0" u="none" strike="noStrike" dirty="0">
                          <a:solidFill>
                            <a:srgbClr val="000000"/>
                          </a:solidFill>
                          <a:effectLst/>
                          <a:latin typeface="+mn-lt"/>
                        </a:rPr>
                        <a:t>1</a:t>
                      </a: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127,8</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extLst>
                  <a:ext uri="{0D108BD9-81ED-4DB2-BD59-A6C34878D82A}">
                    <a16:rowId xmlns:a16="http://schemas.microsoft.com/office/drawing/2014/main" val="1543505343"/>
                  </a:ext>
                </a:extLst>
              </a:tr>
              <a:tr h="215448">
                <a:tc>
                  <a:txBody>
                    <a:bodyPr/>
                    <a:lstStyle/>
                    <a:p>
                      <a:pPr algn="ctr" fontAlgn="b"/>
                      <a:r>
                        <a:rPr lang="en-US" sz="1600" u="none" strike="noStrike">
                          <a:solidFill>
                            <a:schemeClr val="tx1"/>
                          </a:solidFill>
                          <a:effectLst/>
                          <a:latin typeface="+mn-lt"/>
                        </a:rPr>
                        <a:t>70</a:t>
                      </a:r>
                      <a:endParaRPr lang="en-US" sz="1600" b="0" i="0" u="none" strike="noStrike">
                        <a:solidFill>
                          <a:schemeClr val="tx1"/>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87,5</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tc>
                  <a:txBody>
                    <a:bodyPr/>
                    <a:lstStyle/>
                    <a:p>
                      <a:pPr algn="ctr" fontAlgn="b"/>
                      <a:r>
                        <a:rPr lang="en-US" sz="1600" u="none" strike="noStrike" dirty="0">
                          <a:effectLst/>
                          <a:latin typeface="+mn-lt"/>
                        </a:rPr>
                        <a:t>134,6</a:t>
                      </a:r>
                      <a:endParaRPr lang="en-US" sz="1600" b="0" i="0" u="none" strike="noStrike" dirty="0">
                        <a:solidFill>
                          <a:srgbClr val="000000"/>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b="0" i="0" u="none" strike="noStrike" dirty="0">
                          <a:solidFill>
                            <a:srgbClr val="000000"/>
                          </a:solidFill>
                          <a:effectLst/>
                          <a:latin typeface="+mn-lt"/>
                        </a:rPr>
                        <a:t>1</a:t>
                      </a:r>
                    </a:p>
                  </a:txBody>
                  <a:tcPr marL="7620" marR="7620" marT="7620" marB="0" anchor="b">
                    <a:solidFill>
                      <a:schemeClr val="accent1">
                        <a:lumMod val="20000"/>
                        <a:lumOff val="80000"/>
                      </a:schemeClr>
                    </a:solidFill>
                  </a:tcPr>
                </a:tc>
                <a:tc>
                  <a:txBody>
                    <a:bodyPr/>
                    <a:lstStyle/>
                    <a:p>
                      <a:pPr algn="ctr" fontAlgn="b"/>
                      <a:r>
                        <a:rPr lang="en-US" sz="1600" u="none" strike="noStrike">
                          <a:effectLst/>
                          <a:latin typeface="+mn-lt"/>
                        </a:rPr>
                        <a:t>134,6</a:t>
                      </a:r>
                      <a:endParaRPr lang="en-US" sz="1600" b="0" i="0" u="none" strike="noStrike">
                        <a:solidFill>
                          <a:srgbClr val="000000"/>
                        </a:solidFill>
                        <a:effectLst/>
                        <a:latin typeface="+mn-lt"/>
                      </a:endParaRPr>
                    </a:p>
                  </a:txBody>
                  <a:tcPr marL="7620" marR="7620" marT="7620" marB="0" anchor="b">
                    <a:solidFill>
                      <a:schemeClr val="accent1">
                        <a:lumMod val="60000"/>
                        <a:lumOff val="40000"/>
                      </a:schemeClr>
                    </a:solidFill>
                  </a:tcPr>
                </a:tc>
                <a:extLst>
                  <a:ext uri="{0D108BD9-81ED-4DB2-BD59-A6C34878D82A}">
                    <a16:rowId xmlns:a16="http://schemas.microsoft.com/office/drawing/2014/main" val="4056697070"/>
                  </a:ext>
                </a:extLst>
              </a:tr>
              <a:tr h="215448">
                <a:tc>
                  <a:txBody>
                    <a:bodyPr/>
                    <a:lstStyle/>
                    <a:p>
                      <a:pPr algn="ctr" fontAlgn="b"/>
                      <a:r>
                        <a:rPr lang="en-US" sz="1600" u="none" strike="noStrike">
                          <a:solidFill>
                            <a:schemeClr val="tx1"/>
                          </a:solidFill>
                          <a:effectLst/>
                          <a:latin typeface="+mn-lt"/>
                        </a:rPr>
                        <a:t>80</a:t>
                      </a:r>
                      <a:endParaRPr lang="en-US" sz="1600" b="0" i="0" u="none" strike="noStrike">
                        <a:solidFill>
                          <a:schemeClr val="tx1"/>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92,9</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tc>
                  <a:txBody>
                    <a:bodyPr/>
                    <a:lstStyle/>
                    <a:p>
                      <a:pPr algn="ctr" fontAlgn="b"/>
                      <a:r>
                        <a:rPr lang="en-US" sz="1600" u="none" strike="noStrike" dirty="0">
                          <a:effectLst/>
                          <a:latin typeface="+mn-lt"/>
                        </a:rPr>
                        <a:t>136,4</a:t>
                      </a:r>
                      <a:endParaRPr lang="en-US" sz="1600" b="0" i="0" u="none" strike="noStrike" dirty="0">
                        <a:solidFill>
                          <a:srgbClr val="000000"/>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b="0" i="0" u="none" strike="noStrike" dirty="0">
                          <a:solidFill>
                            <a:srgbClr val="000000"/>
                          </a:solidFill>
                          <a:effectLst/>
                          <a:latin typeface="+mn-lt"/>
                        </a:rPr>
                        <a:t>1</a:t>
                      </a: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136,4</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extLst>
                  <a:ext uri="{0D108BD9-81ED-4DB2-BD59-A6C34878D82A}">
                    <a16:rowId xmlns:a16="http://schemas.microsoft.com/office/drawing/2014/main" val="3914893299"/>
                  </a:ext>
                </a:extLst>
              </a:tr>
              <a:tr h="215448">
                <a:tc>
                  <a:txBody>
                    <a:bodyPr/>
                    <a:lstStyle/>
                    <a:p>
                      <a:pPr algn="ctr" fontAlgn="b"/>
                      <a:r>
                        <a:rPr lang="en-US" sz="1600" u="none" strike="noStrike">
                          <a:solidFill>
                            <a:schemeClr val="tx1"/>
                          </a:solidFill>
                          <a:effectLst/>
                          <a:latin typeface="+mn-lt"/>
                        </a:rPr>
                        <a:t>90</a:t>
                      </a:r>
                      <a:endParaRPr lang="en-US" sz="1600" b="0" i="0" u="none" strike="noStrike">
                        <a:solidFill>
                          <a:schemeClr val="tx1"/>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98,7</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tc>
                  <a:txBody>
                    <a:bodyPr/>
                    <a:lstStyle/>
                    <a:p>
                      <a:pPr algn="ctr" fontAlgn="b"/>
                      <a:r>
                        <a:rPr lang="en-US" sz="1600" u="none" strike="noStrike">
                          <a:effectLst/>
                          <a:latin typeface="+mn-lt"/>
                        </a:rPr>
                        <a:t>138,6</a:t>
                      </a:r>
                      <a:endParaRPr lang="en-US" sz="1600" b="0" i="0" u="none" strike="noStrike">
                        <a:solidFill>
                          <a:srgbClr val="000000"/>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b="0" i="0" u="none" strike="noStrike" dirty="0">
                          <a:solidFill>
                            <a:srgbClr val="000000"/>
                          </a:solidFill>
                          <a:effectLst/>
                          <a:latin typeface="+mn-lt"/>
                        </a:rPr>
                        <a:t>1</a:t>
                      </a:r>
                    </a:p>
                  </a:txBody>
                  <a:tcPr marL="7620" marR="7620" marT="7620" marB="0" anchor="b">
                    <a:solidFill>
                      <a:schemeClr val="accent1">
                        <a:lumMod val="20000"/>
                        <a:lumOff val="80000"/>
                      </a:schemeClr>
                    </a:solidFill>
                  </a:tcPr>
                </a:tc>
                <a:tc>
                  <a:txBody>
                    <a:bodyPr/>
                    <a:lstStyle/>
                    <a:p>
                      <a:pPr algn="ctr" fontAlgn="b"/>
                      <a:r>
                        <a:rPr lang="en-US" sz="1600" u="none" strike="noStrike">
                          <a:effectLst/>
                          <a:latin typeface="+mn-lt"/>
                        </a:rPr>
                        <a:t>138,6</a:t>
                      </a:r>
                      <a:endParaRPr lang="en-US" sz="1600" b="0" i="0" u="none" strike="noStrike">
                        <a:solidFill>
                          <a:srgbClr val="000000"/>
                        </a:solidFill>
                        <a:effectLst/>
                        <a:latin typeface="+mn-lt"/>
                      </a:endParaRPr>
                    </a:p>
                  </a:txBody>
                  <a:tcPr marL="7620" marR="7620" marT="7620" marB="0" anchor="b">
                    <a:solidFill>
                      <a:schemeClr val="accent1">
                        <a:lumMod val="60000"/>
                        <a:lumOff val="40000"/>
                      </a:schemeClr>
                    </a:solidFill>
                  </a:tcPr>
                </a:tc>
                <a:extLst>
                  <a:ext uri="{0D108BD9-81ED-4DB2-BD59-A6C34878D82A}">
                    <a16:rowId xmlns:a16="http://schemas.microsoft.com/office/drawing/2014/main" val="301889943"/>
                  </a:ext>
                </a:extLst>
              </a:tr>
              <a:tr h="215448">
                <a:tc>
                  <a:txBody>
                    <a:bodyPr/>
                    <a:lstStyle/>
                    <a:p>
                      <a:pPr algn="ctr" fontAlgn="b"/>
                      <a:r>
                        <a:rPr lang="en-US" sz="1600" u="none" strike="noStrike">
                          <a:solidFill>
                            <a:schemeClr val="tx1"/>
                          </a:solidFill>
                          <a:effectLst/>
                          <a:latin typeface="+mn-lt"/>
                        </a:rPr>
                        <a:t>100</a:t>
                      </a:r>
                      <a:endParaRPr lang="en-US" sz="1600" b="0" i="0" u="none" strike="noStrike">
                        <a:solidFill>
                          <a:schemeClr val="tx1"/>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104,1</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tc>
                  <a:txBody>
                    <a:bodyPr/>
                    <a:lstStyle/>
                    <a:p>
                      <a:pPr algn="ctr" fontAlgn="b"/>
                      <a:r>
                        <a:rPr lang="en-US" sz="1600" u="none" strike="noStrike" dirty="0">
                          <a:effectLst/>
                          <a:latin typeface="+mn-lt"/>
                        </a:rPr>
                        <a:t>141</a:t>
                      </a:r>
                      <a:endParaRPr lang="en-US" sz="1600" b="0" i="0" u="none" strike="noStrike" dirty="0">
                        <a:solidFill>
                          <a:srgbClr val="000000"/>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b="0" i="0" u="none" strike="noStrike" dirty="0">
                          <a:solidFill>
                            <a:srgbClr val="000000"/>
                          </a:solidFill>
                          <a:effectLst/>
                          <a:latin typeface="+mn-lt"/>
                        </a:rPr>
                        <a:t>1</a:t>
                      </a: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141</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extLst>
                  <a:ext uri="{0D108BD9-81ED-4DB2-BD59-A6C34878D82A}">
                    <a16:rowId xmlns:a16="http://schemas.microsoft.com/office/drawing/2014/main" val="3628710600"/>
                  </a:ext>
                </a:extLst>
              </a:tr>
              <a:tr h="215448">
                <a:tc>
                  <a:txBody>
                    <a:bodyPr/>
                    <a:lstStyle/>
                    <a:p>
                      <a:pPr algn="ctr" fontAlgn="b"/>
                      <a:r>
                        <a:rPr lang="en-US" sz="1600" u="none" strike="noStrike">
                          <a:solidFill>
                            <a:schemeClr val="tx1"/>
                          </a:solidFill>
                          <a:effectLst/>
                          <a:latin typeface="+mn-lt"/>
                        </a:rPr>
                        <a:t>110</a:t>
                      </a:r>
                      <a:endParaRPr lang="en-US" sz="1600" b="0" i="0" u="none" strike="noStrike">
                        <a:solidFill>
                          <a:schemeClr val="tx1"/>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110,8</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tc>
                  <a:txBody>
                    <a:bodyPr/>
                    <a:lstStyle/>
                    <a:p>
                      <a:pPr algn="ctr" fontAlgn="b"/>
                      <a:r>
                        <a:rPr lang="en-US" sz="1600" u="none" strike="noStrike" dirty="0">
                          <a:effectLst/>
                          <a:latin typeface="+mn-lt"/>
                        </a:rPr>
                        <a:t>142,8</a:t>
                      </a:r>
                      <a:endParaRPr lang="en-US" sz="1600" b="0" i="0" u="none" strike="noStrike" dirty="0">
                        <a:solidFill>
                          <a:srgbClr val="000000"/>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b="0" i="0" u="none" strike="noStrike" dirty="0">
                          <a:solidFill>
                            <a:srgbClr val="000000"/>
                          </a:solidFill>
                          <a:effectLst/>
                          <a:latin typeface="+mn-lt"/>
                        </a:rPr>
                        <a:t>1</a:t>
                      </a: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142,8</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extLst>
                  <a:ext uri="{0D108BD9-81ED-4DB2-BD59-A6C34878D82A}">
                    <a16:rowId xmlns:a16="http://schemas.microsoft.com/office/drawing/2014/main" val="3004254499"/>
                  </a:ext>
                </a:extLst>
              </a:tr>
              <a:tr h="215448">
                <a:tc>
                  <a:txBody>
                    <a:bodyPr/>
                    <a:lstStyle/>
                    <a:p>
                      <a:pPr algn="ctr" fontAlgn="b"/>
                      <a:r>
                        <a:rPr lang="en-US" sz="1600" u="none" strike="noStrike">
                          <a:solidFill>
                            <a:schemeClr val="tx1"/>
                          </a:solidFill>
                          <a:effectLst/>
                          <a:latin typeface="+mn-lt"/>
                        </a:rPr>
                        <a:t>120</a:t>
                      </a:r>
                      <a:endParaRPr lang="en-US" sz="1600" b="0" i="0" u="none" strike="noStrike">
                        <a:solidFill>
                          <a:schemeClr val="tx1"/>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131,8</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tc>
                  <a:txBody>
                    <a:bodyPr/>
                    <a:lstStyle/>
                    <a:p>
                      <a:pPr algn="ctr" fontAlgn="b"/>
                      <a:r>
                        <a:rPr lang="en-US" sz="1600" u="none" strike="noStrike" dirty="0">
                          <a:effectLst/>
                          <a:latin typeface="+mn-lt"/>
                        </a:rPr>
                        <a:t>150,9</a:t>
                      </a:r>
                      <a:endParaRPr lang="en-US" sz="1600" b="0" i="0" u="none" strike="noStrike" dirty="0">
                        <a:solidFill>
                          <a:srgbClr val="000000"/>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b="0" i="0" u="none" strike="noStrike" dirty="0">
                          <a:solidFill>
                            <a:srgbClr val="000000"/>
                          </a:solidFill>
                          <a:effectLst/>
                          <a:latin typeface="+mn-lt"/>
                        </a:rPr>
                        <a:t>1</a:t>
                      </a: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150,9</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extLst>
                  <a:ext uri="{0D108BD9-81ED-4DB2-BD59-A6C34878D82A}">
                    <a16:rowId xmlns:a16="http://schemas.microsoft.com/office/drawing/2014/main" val="1099436057"/>
                  </a:ext>
                </a:extLst>
              </a:tr>
              <a:tr h="215448">
                <a:tc>
                  <a:txBody>
                    <a:bodyPr/>
                    <a:lstStyle/>
                    <a:p>
                      <a:pPr algn="ctr" fontAlgn="b"/>
                      <a:r>
                        <a:rPr lang="en-US" sz="1600" u="none" strike="noStrike">
                          <a:solidFill>
                            <a:schemeClr val="tx1"/>
                          </a:solidFill>
                          <a:effectLst/>
                          <a:latin typeface="+mn-lt"/>
                        </a:rPr>
                        <a:t>140</a:t>
                      </a:r>
                      <a:endParaRPr lang="en-US" sz="1600" b="0" i="0" u="none" strike="noStrike">
                        <a:solidFill>
                          <a:schemeClr val="tx1"/>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134,5</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tc>
                  <a:txBody>
                    <a:bodyPr/>
                    <a:lstStyle/>
                    <a:p>
                      <a:pPr algn="ctr" fontAlgn="b"/>
                      <a:r>
                        <a:rPr lang="en-US" sz="1600" u="none" strike="noStrike" dirty="0">
                          <a:effectLst/>
                          <a:latin typeface="+mn-lt"/>
                        </a:rPr>
                        <a:t>151,6</a:t>
                      </a:r>
                      <a:endParaRPr lang="en-US" sz="1600" b="0" i="0" u="none" strike="noStrike" dirty="0">
                        <a:solidFill>
                          <a:srgbClr val="000000"/>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b="0" i="0" u="none" strike="noStrike" dirty="0">
                          <a:solidFill>
                            <a:srgbClr val="000000"/>
                          </a:solidFill>
                          <a:effectLst/>
                          <a:latin typeface="+mn-lt"/>
                        </a:rPr>
                        <a:t>1</a:t>
                      </a: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151,6</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extLst>
                  <a:ext uri="{0D108BD9-81ED-4DB2-BD59-A6C34878D82A}">
                    <a16:rowId xmlns:a16="http://schemas.microsoft.com/office/drawing/2014/main" val="1549760840"/>
                  </a:ext>
                </a:extLst>
              </a:tr>
              <a:tr h="215448">
                <a:tc>
                  <a:txBody>
                    <a:bodyPr/>
                    <a:lstStyle/>
                    <a:p>
                      <a:pPr algn="ctr" fontAlgn="b"/>
                      <a:r>
                        <a:rPr lang="en-US" sz="1600" u="none" strike="noStrike">
                          <a:solidFill>
                            <a:schemeClr val="tx1"/>
                          </a:solidFill>
                          <a:effectLst/>
                          <a:latin typeface="+mn-lt"/>
                        </a:rPr>
                        <a:t>150</a:t>
                      </a:r>
                      <a:endParaRPr lang="en-US" sz="1600" b="0" i="0" u="none" strike="noStrike">
                        <a:solidFill>
                          <a:schemeClr val="tx1"/>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150,1</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tc>
                  <a:txBody>
                    <a:bodyPr/>
                    <a:lstStyle/>
                    <a:p>
                      <a:pPr algn="ctr" fontAlgn="b"/>
                      <a:r>
                        <a:rPr lang="en-US" sz="1600" u="none" strike="noStrike" dirty="0">
                          <a:effectLst/>
                          <a:latin typeface="+mn-lt"/>
                        </a:rPr>
                        <a:t>157,7</a:t>
                      </a:r>
                      <a:endParaRPr lang="en-US" sz="1600" b="0" i="0" u="none" strike="noStrike" dirty="0">
                        <a:solidFill>
                          <a:srgbClr val="000000"/>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b="0" i="0" u="none" strike="noStrike" dirty="0">
                          <a:solidFill>
                            <a:srgbClr val="000000"/>
                          </a:solidFill>
                          <a:effectLst/>
                          <a:latin typeface="+mn-lt"/>
                        </a:rPr>
                        <a:t>1</a:t>
                      </a: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157,7</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extLst>
                  <a:ext uri="{0D108BD9-81ED-4DB2-BD59-A6C34878D82A}">
                    <a16:rowId xmlns:a16="http://schemas.microsoft.com/office/drawing/2014/main" val="4204877590"/>
                  </a:ext>
                </a:extLst>
              </a:tr>
              <a:tr h="215448">
                <a:tc>
                  <a:txBody>
                    <a:bodyPr/>
                    <a:lstStyle/>
                    <a:p>
                      <a:pPr algn="ctr" fontAlgn="b"/>
                      <a:r>
                        <a:rPr lang="en-US" sz="1600" u="none" strike="noStrike">
                          <a:solidFill>
                            <a:schemeClr val="tx1"/>
                          </a:solidFill>
                          <a:effectLst/>
                          <a:latin typeface="+mn-lt"/>
                        </a:rPr>
                        <a:t>160</a:t>
                      </a:r>
                      <a:endParaRPr lang="en-US" sz="1600" b="0" i="0" u="none" strike="noStrike">
                        <a:solidFill>
                          <a:schemeClr val="tx1"/>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154,9</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tc>
                  <a:txBody>
                    <a:bodyPr/>
                    <a:lstStyle/>
                    <a:p>
                      <a:pPr algn="ctr" fontAlgn="b"/>
                      <a:r>
                        <a:rPr lang="en-US" sz="1600" u="none" strike="noStrike" dirty="0">
                          <a:effectLst/>
                          <a:latin typeface="+mn-lt"/>
                        </a:rPr>
                        <a:t>158,9</a:t>
                      </a:r>
                      <a:endParaRPr lang="en-US" sz="1600" b="0" i="0" u="none" strike="noStrike" dirty="0">
                        <a:solidFill>
                          <a:srgbClr val="000000"/>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b="0" i="0" u="none" strike="noStrike" dirty="0">
                          <a:solidFill>
                            <a:srgbClr val="000000"/>
                          </a:solidFill>
                          <a:effectLst/>
                          <a:latin typeface="+mn-lt"/>
                        </a:rPr>
                        <a:t>1</a:t>
                      </a: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158,9</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extLst>
                  <a:ext uri="{0D108BD9-81ED-4DB2-BD59-A6C34878D82A}">
                    <a16:rowId xmlns:a16="http://schemas.microsoft.com/office/drawing/2014/main" val="369455024"/>
                  </a:ext>
                </a:extLst>
              </a:tr>
              <a:tr h="215448">
                <a:tc>
                  <a:txBody>
                    <a:bodyPr/>
                    <a:lstStyle/>
                    <a:p>
                      <a:pPr algn="ctr" fontAlgn="b"/>
                      <a:r>
                        <a:rPr lang="en-US" sz="1600" u="none" strike="noStrike">
                          <a:solidFill>
                            <a:schemeClr val="tx1"/>
                          </a:solidFill>
                          <a:effectLst/>
                          <a:latin typeface="+mn-lt"/>
                        </a:rPr>
                        <a:t>170</a:t>
                      </a:r>
                      <a:endParaRPr lang="en-US" sz="1600" b="0" i="0" u="none" strike="noStrike">
                        <a:solidFill>
                          <a:schemeClr val="tx1"/>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159,3</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tc>
                  <a:txBody>
                    <a:bodyPr/>
                    <a:lstStyle/>
                    <a:p>
                      <a:pPr algn="ctr" fontAlgn="b"/>
                      <a:r>
                        <a:rPr lang="en-US" sz="1600" u="none" strike="noStrike" dirty="0">
                          <a:effectLst/>
                          <a:latin typeface="+mn-lt"/>
                        </a:rPr>
                        <a:t>160,2</a:t>
                      </a:r>
                      <a:endParaRPr lang="en-US" sz="1600" b="0" i="0" u="none" strike="noStrike" dirty="0">
                        <a:solidFill>
                          <a:srgbClr val="000000"/>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b="0" i="0" u="none" strike="noStrike" dirty="0">
                          <a:solidFill>
                            <a:srgbClr val="000000"/>
                          </a:solidFill>
                          <a:effectLst/>
                          <a:latin typeface="+mn-lt"/>
                        </a:rPr>
                        <a:t>1</a:t>
                      </a: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160,2</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extLst>
                  <a:ext uri="{0D108BD9-81ED-4DB2-BD59-A6C34878D82A}">
                    <a16:rowId xmlns:a16="http://schemas.microsoft.com/office/drawing/2014/main" val="1260575818"/>
                  </a:ext>
                </a:extLst>
              </a:tr>
              <a:tr h="215448">
                <a:tc>
                  <a:txBody>
                    <a:bodyPr/>
                    <a:lstStyle/>
                    <a:p>
                      <a:pPr algn="ctr" fontAlgn="b"/>
                      <a:r>
                        <a:rPr lang="en-US" sz="1600" u="none" strike="noStrike">
                          <a:solidFill>
                            <a:schemeClr val="tx1"/>
                          </a:solidFill>
                          <a:effectLst/>
                          <a:latin typeface="+mn-lt"/>
                        </a:rPr>
                        <a:t>180</a:t>
                      </a:r>
                      <a:endParaRPr lang="en-US" sz="1600" b="0" i="0" u="none" strike="noStrike">
                        <a:solidFill>
                          <a:schemeClr val="tx1"/>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167,7</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tc>
                  <a:txBody>
                    <a:bodyPr/>
                    <a:lstStyle/>
                    <a:p>
                      <a:pPr algn="ctr" fontAlgn="b"/>
                      <a:r>
                        <a:rPr lang="en-US" sz="1600" u="none" strike="noStrike" dirty="0">
                          <a:effectLst/>
                          <a:latin typeface="+mn-lt"/>
                        </a:rPr>
                        <a:t>163,7</a:t>
                      </a:r>
                      <a:endParaRPr lang="en-US" sz="1600" b="0" i="0" u="none" strike="noStrike" dirty="0">
                        <a:solidFill>
                          <a:srgbClr val="000000"/>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b="0" i="0" u="none" strike="noStrike" dirty="0">
                          <a:solidFill>
                            <a:srgbClr val="000000"/>
                          </a:solidFill>
                          <a:effectLst/>
                          <a:latin typeface="+mn-lt"/>
                        </a:rPr>
                        <a:t>1</a:t>
                      </a: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163,7</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extLst>
                  <a:ext uri="{0D108BD9-81ED-4DB2-BD59-A6C34878D82A}">
                    <a16:rowId xmlns:a16="http://schemas.microsoft.com/office/drawing/2014/main" val="4180715441"/>
                  </a:ext>
                </a:extLst>
              </a:tr>
              <a:tr h="215448">
                <a:tc>
                  <a:txBody>
                    <a:bodyPr/>
                    <a:lstStyle/>
                    <a:p>
                      <a:pPr algn="ctr" fontAlgn="b"/>
                      <a:r>
                        <a:rPr lang="en-US" sz="1600" u="none" strike="noStrike">
                          <a:solidFill>
                            <a:schemeClr val="tx1"/>
                          </a:solidFill>
                          <a:effectLst/>
                          <a:latin typeface="+mn-lt"/>
                        </a:rPr>
                        <a:t>190</a:t>
                      </a:r>
                      <a:endParaRPr lang="en-US" sz="1600" b="0" i="0" u="none" strike="noStrike">
                        <a:solidFill>
                          <a:schemeClr val="tx1"/>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170,5</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tc>
                  <a:txBody>
                    <a:bodyPr/>
                    <a:lstStyle/>
                    <a:p>
                      <a:pPr algn="ctr" fontAlgn="b"/>
                      <a:r>
                        <a:rPr lang="en-US" sz="1600" u="none" strike="noStrike" dirty="0">
                          <a:effectLst/>
                          <a:latin typeface="+mn-lt"/>
                        </a:rPr>
                        <a:t>164</a:t>
                      </a:r>
                      <a:endParaRPr lang="en-US" sz="1600" b="0" i="0" u="none" strike="noStrike" dirty="0">
                        <a:solidFill>
                          <a:srgbClr val="000000"/>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b="0" i="0" u="none" strike="noStrike" dirty="0">
                          <a:solidFill>
                            <a:srgbClr val="000000"/>
                          </a:solidFill>
                          <a:effectLst/>
                          <a:latin typeface="+mn-lt"/>
                        </a:rPr>
                        <a:t>1</a:t>
                      </a: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164</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extLst>
                  <a:ext uri="{0D108BD9-81ED-4DB2-BD59-A6C34878D82A}">
                    <a16:rowId xmlns:a16="http://schemas.microsoft.com/office/drawing/2014/main" val="568716066"/>
                  </a:ext>
                </a:extLst>
              </a:tr>
              <a:tr h="0">
                <a:tc>
                  <a:txBody>
                    <a:bodyPr/>
                    <a:lstStyle/>
                    <a:p>
                      <a:pPr algn="ctr" fontAlgn="b"/>
                      <a:r>
                        <a:rPr lang="en-US" sz="1600" u="none" strike="noStrike" dirty="0">
                          <a:solidFill>
                            <a:schemeClr val="tx1"/>
                          </a:solidFill>
                          <a:effectLst/>
                          <a:latin typeface="+mn-lt"/>
                        </a:rPr>
                        <a:t>200</a:t>
                      </a:r>
                      <a:endParaRPr lang="en-US" sz="1600" b="0" i="0" u="none" strike="noStrike" dirty="0">
                        <a:solidFill>
                          <a:schemeClr val="tx1"/>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179,1</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tc>
                  <a:txBody>
                    <a:bodyPr/>
                    <a:lstStyle/>
                    <a:p>
                      <a:pPr algn="ctr" fontAlgn="b"/>
                      <a:r>
                        <a:rPr lang="en-US" sz="1600" u="none" strike="noStrike" dirty="0">
                          <a:effectLst/>
                          <a:latin typeface="+mn-lt"/>
                        </a:rPr>
                        <a:t>168,7</a:t>
                      </a:r>
                      <a:endParaRPr lang="en-US" sz="1600" b="0" i="0" u="none" strike="noStrike" dirty="0">
                        <a:solidFill>
                          <a:srgbClr val="000000"/>
                        </a:solidFill>
                        <a:effectLst/>
                        <a:latin typeface="+mn-lt"/>
                      </a:endParaRPr>
                    </a:p>
                  </a:txBody>
                  <a:tcPr marL="7620" marR="7620" marT="7620" marB="0" anchor="b">
                    <a:solidFill>
                      <a:schemeClr val="accent1">
                        <a:lumMod val="20000"/>
                        <a:lumOff val="80000"/>
                      </a:schemeClr>
                    </a:solidFill>
                  </a:tcPr>
                </a:tc>
                <a:tc>
                  <a:txBody>
                    <a:bodyPr/>
                    <a:lstStyle/>
                    <a:p>
                      <a:pPr algn="ctr" fontAlgn="b"/>
                      <a:r>
                        <a:rPr lang="en-US" sz="1600" b="0" i="0" u="none" strike="noStrike" dirty="0">
                          <a:solidFill>
                            <a:srgbClr val="000000"/>
                          </a:solidFill>
                          <a:effectLst/>
                          <a:latin typeface="+mn-lt"/>
                        </a:rPr>
                        <a:t>1</a:t>
                      </a:r>
                    </a:p>
                  </a:txBody>
                  <a:tcPr marL="7620" marR="7620" marT="7620" marB="0" anchor="b">
                    <a:solidFill>
                      <a:schemeClr val="accent1">
                        <a:lumMod val="20000"/>
                        <a:lumOff val="80000"/>
                      </a:schemeClr>
                    </a:solidFill>
                  </a:tcPr>
                </a:tc>
                <a:tc>
                  <a:txBody>
                    <a:bodyPr/>
                    <a:lstStyle/>
                    <a:p>
                      <a:pPr algn="ctr" fontAlgn="b"/>
                      <a:r>
                        <a:rPr lang="en-US" sz="1600" u="none" strike="noStrike" dirty="0">
                          <a:effectLst/>
                          <a:latin typeface="+mn-lt"/>
                        </a:rPr>
                        <a:t>168,7</a:t>
                      </a:r>
                      <a:endParaRPr lang="en-US" sz="1600" b="0" i="0" u="none" strike="noStrike" dirty="0">
                        <a:solidFill>
                          <a:srgbClr val="000000"/>
                        </a:solidFill>
                        <a:effectLst/>
                        <a:latin typeface="+mn-lt"/>
                      </a:endParaRPr>
                    </a:p>
                  </a:txBody>
                  <a:tcPr marL="7620" marR="7620" marT="7620" marB="0" anchor="b">
                    <a:solidFill>
                      <a:schemeClr val="accent1">
                        <a:lumMod val="60000"/>
                        <a:lumOff val="40000"/>
                      </a:schemeClr>
                    </a:solidFill>
                  </a:tcPr>
                </a:tc>
                <a:extLst>
                  <a:ext uri="{0D108BD9-81ED-4DB2-BD59-A6C34878D82A}">
                    <a16:rowId xmlns:a16="http://schemas.microsoft.com/office/drawing/2014/main" val="1491678928"/>
                  </a:ext>
                </a:extLst>
              </a:tr>
            </a:tbl>
          </a:graphicData>
        </a:graphic>
      </p:graphicFrame>
      <p:graphicFrame>
        <p:nvGraphicFramePr>
          <p:cNvPr id="6" name="Chart 6" title="Gráfico"/>
          <p:cNvGraphicFramePr>
            <a:graphicFrameLocks/>
          </p:cNvGraphicFramePr>
          <p:nvPr>
            <p:extLst>
              <p:ext uri="{D42A27DB-BD31-4B8C-83A1-F6EECF244321}">
                <p14:modId xmlns:p14="http://schemas.microsoft.com/office/powerpoint/2010/main" val="2842684623"/>
              </p:ext>
            </p:extLst>
          </p:nvPr>
        </p:nvGraphicFramePr>
        <p:xfrm>
          <a:off x="5363754" y="2064990"/>
          <a:ext cx="6398259" cy="3994723"/>
        </p:xfrm>
        <a:graphic>
          <a:graphicData uri="http://schemas.openxmlformats.org/drawingml/2006/chart">
            <c:chart xmlns:c="http://schemas.openxmlformats.org/drawingml/2006/chart" xmlns:r="http://schemas.openxmlformats.org/officeDocument/2006/relationships" r:id="rId2"/>
          </a:graphicData>
        </a:graphic>
      </p:graphicFrame>
      <p:sp>
        <p:nvSpPr>
          <p:cNvPr id="7" name="Título 1">
            <a:extLst>
              <a:ext uri="{FF2B5EF4-FFF2-40B4-BE49-F238E27FC236}">
                <a16:creationId xmlns:a16="http://schemas.microsoft.com/office/drawing/2014/main" id="{14AA5574-7C2A-050A-8BA1-C283AB542701}"/>
              </a:ext>
            </a:extLst>
          </p:cNvPr>
          <p:cNvSpPr>
            <a:spLocks noGrp="1"/>
          </p:cNvSpPr>
          <p:nvPr>
            <p:ph type="title"/>
          </p:nvPr>
        </p:nvSpPr>
        <p:spPr>
          <a:xfrm>
            <a:off x="1066800" y="684797"/>
            <a:ext cx="10058400" cy="939463"/>
          </a:xfrm>
        </p:spPr>
        <p:txBody>
          <a:bodyPr>
            <a:normAutofit fontScale="90000"/>
          </a:bodyPr>
          <a:lstStyle/>
          <a:p>
            <a:r>
              <a:rPr lang="es-BO" sz="4400" b="1" dirty="0"/>
              <a:t>SENSOR DE TEMPERATURA</a:t>
            </a:r>
            <a:br>
              <a:rPr lang="es-BO" sz="4400" b="1" dirty="0"/>
            </a:br>
            <a:r>
              <a:rPr lang="es-BO" sz="2700" b="1" dirty="0"/>
              <a:t>SENSOR DE TEMPERATURA RESISTIVO RTD (TR12) </a:t>
            </a:r>
            <a:endParaRPr lang="en-US" sz="2200" b="1" dirty="0"/>
          </a:p>
        </p:txBody>
      </p:sp>
    </p:spTree>
    <p:extLst>
      <p:ext uri="{BB962C8B-B14F-4D97-AF65-F5344CB8AC3E}">
        <p14:creationId xmlns:p14="http://schemas.microsoft.com/office/powerpoint/2010/main" val="14323142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normAutofit/>
          </a:bodyPr>
          <a:lstStyle/>
          <a:p>
            <a:pPr algn="ctr"/>
            <a:r>
              <a:rPr lang="es-BO" sz="4000" b="1" dirty="0"/>
              <a:t>SENSOR ULTRASONIDO</a:t>
            </a:r>
            <a:endParaRPr lang="en-US" sz="4000" b="1" dirty="0"/>
          </a:p>
        </p:txBody>
      </p:sp>
      <p:graphicFrame>
        <p:nvGraphicFramePr>
          <p:cNvPr id="4" name="Marcador de contenido 3"/>
          <p:cNvGraphicFramePr>
            <a:graphicFrameLocks noGrp="1"/>
          </p:cNvGraphicFramePr>
          <p:nvPr>
            <p:ph idx="1"/>
          </p:nvPr>
        </p:nvGraphicFramePr>
        <p:xfrm>
          <a:off x="456445" y="1172994"/>
          <a:ext cx="10058400"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Imagen 2"/>
          <p:cNvPicPr>
            <a:picLocks noChangeAspect="1"/>
          </p:cNvPicPr>
          <p:nvPr/>
        </p:nvPicPr>
        <p:blipFill>
          <a:blip r:embed="rId7"/>
          <a:stretch>
            <a:fillRect/>
          </a:stretch>
        </p:blipFill>
        <p:spPr>
          <a:xfrm>
            <a:off x="10147437" y="586574"/>
            <a:ext cx="1373060" cy="1491106"/>
          </a:xfrm>
          <a:prstGeom prst="rect">
            <a:avLst/>
          </a:prstGeom>
        </p:spPr>
      </p:pic>
      <p:pic>
        <p:nvPicPr>
          <p:cNvPr id="6" name="Imagen 5"/>
          <p:cNvPicPr>
            <a:picLocks noChangeAspect="1"/>
          </p:cNvPicPr>
          <p:nvPr/>
        </p:nvPicPr>
        <p:blipFill>
          <a:blip r:embed="rId8"/>
          <a:stretch>
            <a:fillRect/>
          </a:stretch>
        </p:blipFill>
        <p:spPr>
          <a:xfrm>
            <a:off x="10200645" y="2269635"/>
            <a:ext cx="1319852" cy="1478723"/>
          </a:xfrm>
          <a:prstGeom prst="rect">
            <a:avLst/>
          </a:prstGeom>
        </p:spPr>
      </p:pic>
      <p:pic>
        <p:nvPicPr>
          <p:cNvPr id="8" name="Imagen 7"/>
          <p:cNvPicPr>
            <a:picLocks noChangeAspect="1"/>
          </p:cNvPicPr>
          <p:nvPr/>
        </p:nvPicPr>
        <p:blipFill>
          <a:blip r:embed="rId9"/>
          <a:stretch>
            <a:fillRect/>
          </a:stretch>
        </p:blipFill>
        <p:spPr>
          <a:xfrm>
            <a:off x="10617479" y="3940313"/>
            <a:ext cx="1086687" cy="1071207"/>
          </a:xfrm>
          <a:prstGeom prst="rect">
            <a:avLst/>
          </a:prstGeom>
        </p:spPr>
      </p:pic>
      <p:pic>
        <p:nvPicPr>
          <p:cNvPr id="12" name="Imagen 11"/>
          <p:cNvPicPr>
            <a:picLocks noChangeAspect="1"/>
          </p:cNvPicPr>
          <p:nvPr/>
        </p:nvPicPr>
        <p:blipFill>
          <a:blip r:embed="rId10"/>
          <a:stretch>
            <a:fillRect/>
          </a:stretch>
        </p:blipFill>
        <p:spPr>
          <a:xfrm>
            <a:off x="10617479" y="5349922"/>
            <a:ext cx="1086686" cy="982639"/>
          </a:xfrm>
          <a:prstGeom prst="rect">
            <a:avLst/>
          </a:prstGeom>
        </p:spPr>
      </p:pic>
    </p:spTree>
    <p:extLst>
      <p:ext uri="{BB962C8B-B14F-4D97-AF65-F5344CB8AC3E}">
        <p14:creationId xmlns:p14="http://schemas.microsoft.com/office/powerpoint/2010/main" val="1105180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1449E317-F822-B07A-F0C2-B553968ADD62}"/>
              </a:ext>
            </a:extLst>
          </p:cNvPr>
          <p:cNvSpPr>
            <a:spLocks noGrp="1"/>
          </p:cNvSpPr>
          <p:nvPr>
            <p:ph type="title"/>
          </p:nvPr>
        </p:nvSpPr>
        <p:spPr/>
        <p:txBody>
          <a:bodyPr/>
          <a:lstStyle/>
          <a:p>
            <a:r>
              <a:rPr lang="es-ES" dirty="0"/>
              <a:t>SENSOR ULTRASONIDO</a:t>
            </a:r>
            <a:endParaRPr lang="es-BO" dirty="0"/>
          </a:p>
        </p:txBody>
      </p:sp>
      <p:sp>
        <p:nvSpPr>
          <p:cNvPr id="5" name="Marcador de contenido 4">
            <a:extLst>
              <a:ext uri="{FF2B5EF4-FFF2-40B4-BE49-F238E27FC236}">
                <a16:creationId xmlns:a16="http://schemas.microsoft.com/office/drawing/2014/main" id="{B68E61FA-070A-FE70-1898-A4F160208282}"/>
              </a:ext>
            </a:extLst>
          </p:cNvPr>
          <p:cNvSpPr>
            <a:spLocks noGrp="1"/>
          </p:cNvSpPr>
          <p:nvPr>
            <p:ph idx="1"/>
          </p:nvPr>
        </p:nvSpPr>
        <p:spPr>
          <a:xfrm>
            <a:off x="1066800" y="2103120"/>
            <a:ext cx="5676900" cy="3931920"/>
          </a:xfrm>
        </p:spPr>
        <p:txBody>
          <a:bodyPr>
            <a:normAutofit/>
          </a:bodyPr>
          <a:lstStyle/>
          <a:p>
            <a:r>
              <a:rPr lang="es-ES" dirty="0"/>
              <a:t>CARACTERISTICAS</a:t>
            </a:r>
          </a:p>
          <a:p>
            <a:r>
              <a:rPr lang="es-ES" dirty="0"/>
              <a:t>Suministro de voltaje: 12 – 30 V DC</a:t>
            </a:r>
          </a:p>
          <a:p>
            <a:r>
              <a:rPr lang="es-ES" dirty="0"/>
              <a:t>Salida: corriente analógica 4-20mA</a:t>
            </a:r>
          </a:p>
          <a:p>
            <a:r>
              <a:rPr lang="es-ES" dirty="0"/>
              <a:t>Salida: Voltaje analógico 0-10 V</a:t>
            </a:r>
          </a:p>
          <a:p>
            <a:r>
              <a:rPr lang="es-ES" dirty="0"/>
              <a:t>Rango de medición: 150 – 1500mm</a:t>
            </a:r>
          </a:p>
          <a:p>
            <a:r>
              <a:rPr lang="es-ES" dirty="0"/>
              <a:t>Consumo de corriente: &lt; 45mA</a:t>
            </a:r>
          </a:p>
          <a:p>
            <a:r>
              <a:rPr lang="es-ES" dirty="0"/>
              <a:t>Rango de temperatura: - 20 – 70C</a:t>
            </a:r>
          </a:p>
          <a:p>
            <a:r>
              <a:rPr lang="es-ES" dirty="0" err="1"/>
              <a:t>Proteccion</a:t>
            </a:r>
            <a:r>
              <a:rPr lang="es-ES" dirty="0"/>
              <a:t> contra corto circuitos y sobrecarga </a:t>
            </a:r>
          </a:p>
        </p:txBody>
      </p:sp>
      <p:pic>
        <p:nvPicPr>
          <p:cNvPr id="6" name="Imagen 5">
            <a:extLst>
              <a:ext uri="{FF2B5EF4-FFF2-40B4-BE49-F238E27FC236}">
                <a16:creationId xmlns:a16="http://schemas.microsoft.com/office/drawing/2014/main" id="{481468CB-C59A-8B88-7270-222C85B06B65}"/>
              </a:ext>
            </a:extLst>
          </p:cNvPr>
          <p:cNvPicPr>
            <a:picLocks noChangeAspect="1"/>
          </p:cNvPicPr>
          <p:nvPr/>
        </p:nvPicPr>
        <p:blipFill>
          <a:blip r:embed="rId2"/>
          <a:stretch>
            <a:fillRect/>
          </a:stretch>
        </p:blipFill>
        <p:spPr>
          <a:xfrm>
            <a:off x="6743700" y="1836264"/>
            <a:ext cx="3149082" cy="4198776"/>
          </a:xfrm>
          <a:prstGeom prst="rect">
            <a:avLst/>
          </a:prstGeom>
        </p:spPr>
      </p:pic>
    </p:spTree>
    <p:extLst>
      <p:ext uri="{BB962C8B-B14F-4D97-AF65-F5344CB8AC3E}">
        <p14:creationId xmlns:p14="http://schemas.microsoft.com/office/powerpoint/2010/main" val="40561377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66BBFB-DF25-3B0F-1CA0-A8D54C280DEC}"/>
              </a:ext>
            </a:extLst>
          </p:cNvPr>
          <p:cNvSpPr>
            <a:spLocks noGrp="1"/>
          </p:cNvSpPr>
          <p:nvPr>
            <p:ph type="title"/>
          </p:nvPr>
        </p:nvSpPr>
        <p:spPr/>
        <p:txBody>
          <a:bodyPr/>
          <a:lstStyle/>
          <a:p>
            <a:r>
              <a:rPr lang="es-ES" dirty="0"/>
              <a:t>SENSOR ULTRASONICO</a:t>
            </a:r>
            <a:endParaRPr lang="es-BO" dirty="0"/>
          </a:p>
        </p:txBody>
      </p:sp>
      <p:sp>
        <p:nvSpPr>
          <p:cNvPr id="3" name="Marcador de contenido 2">
            <a:extLst>
              <a:ext uri="{FF2B5EF4-FFF2-40B4-BE49-F238E27FC236}">
                <a16:creationId xmlns:a16="http://schemas.microsoft.com/office/drawing/2014/main" id="{E78BC699-0083-F88D-EC8E-00CD5D6DF6FC}"/>
              </a:ext>
            </a:extLst>
          </p:cNvPr>
          <p:cNvSpPr>
            <a:spLocks noGrp="1"/>
          </p:cNvSpPr>
          <p:nvPr>
            <p:ph idx="1"/>
          </p:nvPr>
        </p:nvSpPr>
        <p:spPr/>
        <p:txBody>
          <a:bodyPr/>
          <a:lstStyle/>
          <a:p>
            <a:r>
              <a:rPr lang="es-ES" dirty="0"/>
              <a:t>ESQUEMA DE CONEXION</a:t>
            </a:r>
          </a:p>
          <a:p>
            <a:endParaRPr lang="es-BO" dirty="0"/>
          </a:p>
        </p:txBody>
      </p:sp>
      <p:pic>
        <p:nvPicPr>
          <p:cNvPr id="5" name="Imagen 4">
            <a:extLst>
              <a:ext uri="{FF2B5EF4-FFF2-40B4-BE49-F238E27FC236}">
                <a16:creationId xmlns:a16="http://schemas.microsoft.com/office/drawing/2014/main" id="{BD3ECD8E-A443-314E-92A2-15AF864530BC}"/>
              </a:ext>
            </a:extLst>
          </p:cNvPr>
          <p:cNvPicPr>
            <a:picLocks noChangeAspect="1"/>
          </p:cNvPicPr>
          <p:nvPr/>
        </p:nvPicPr>
        <p:blipFill>
          <a:blip r:embed="rId2"/>
          <a:stretch>
            <a:fillRect/>
          </a:stretch>
        </p:blipFill>
        <p:spPr>
          <a:xfrm>
            <a:off x="5579705" y="2595076"/>
            <a:ext cx="5369149" cy="2872250"/>
          </a:xfrm>
          <a:prstGeom prst="rect">
            <a:avLst/>
          </a:prstGeom>
        </p:spPr>
      </p:pic>
      <p:pic>
        <p:nvPicPr>
          <p:cNvPr id="7" name="Imagen 6">
            <a:extLst>
              <a:ext uri="{FF2B5EF4-FFF2-40B4-BE49-F238E27FC236}">
                <a16:creationId xmlns:a16="http://schemas.microsoft.com/office/drawing/2014/main" id="{DCF57332-B803-632F-8AC1-BFF60398D55D}"/>
              </a:ext>
            </a:extLst>
          </p:cNvPr>
          <p:cNvPicPr>
            <a:picLocks noChangeAspect="1"/>
          </p:cNvPicPr>
          <p:nvPr/>
        </p:nvPicPr>
        <p:blipFill>
          <a:blip r:embed="rId3"/>
          <a:stretch>
            <a:fillRect/>
          </a:stretch>
        </p:blipFill>
        <p:spPr>
          <a:xfrm>
            <a:off x="1066800" y="2631986"/>
            <a:ext cx="3930037" cy="2798430"/>
          </a:xfrm>
          <a:prstGeom prst="rect">
            <a:avLst/>
          </a:prstGeom>
        </p:spPr>
      </p:pic>
    </p:spTree>
    <p:extLst>
      <p:ext uri="{BB962C8B-B14F-4D97-AF65-F5344CB8AC3E}">
        <p14:creationId xmlns:p14="http://schemas.microsoft.com/office/powerpoint/2010/main" val="2369976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normAutofit/>
          </a:bodyPr>
          <a:lstStyle/>
          <a:p>
            <a:pPr algn="ctr"/>
            <a:r>
              <a:rPr lang="es-BO" sz="4000" b="1" dirty="0"/>
              <a:t>SENSOR ULTRASONICO</a:t>
            </a:r>
            <a:endParaRPr lang="en-US" sz="4000"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1136924934"/>
              </p:ext>
            </p:extLst>
          </p:nvPr>
        </p:nvGraphicFramePr>
        <p:xfrm>
          <a:off x="666206" y="1175657"/>
          <a:ext cx="10058400"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87870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a 4"/>
          <p:cNvGraphicFramePr>
            <a:graphicFrameLocks noGrp="1"/>
          </p:cNvGraphicFramePr>
          <p:nvPr>
            <p:extLst>
              <p:ext uri="{D42A27DB-BD31-4B8C-83A1-F6EECF244321}">
                <p14:modId xmlns:p14="http://schemas.microsoft.com/office/powerpoint/2010/main" val="3595791341"/>
              </p:ext>
            </p:extLst>
          </p:nvPr>
        </p:nvGraphicFramePr>
        <p:xfrm>
          <a:off x="1403348" y="2262163"/>
          <a:ext cx="3604081" cy="3626372"/>
        </p:xfrm>
        <a:graphic>
          <a:graphicData uri="http://schemas.openxmlformats.org/drawingml/2006/table">
            <a:tbl>
              <a:tblPr firstRow="1" firstCol="1" lastRow="1" lastCol="1" bandRow="1" bandCol="1">
                <a:tableStyleId>{BDBED569-4797-4DF1-A0F4-6AAB3CD982D8}</a:tableStyleId>
              </a:tblPr>
              <a:tblGrid>
                <a:gridCol w="2019308">
                  <a:extLst>
                    <a:ext uri="{9D8B030D-6E8A-4147-A177-3AD203B41FA5}">
                      <a16:colId xmlns:a16="http://schemas.microsoft.com/office/drawing/2014/main" val="2830217232"/>
                    </a:ext>
                  </a:extLst>
                </a:gridCol>
                <a:gridCol w="1584773">
                  <a:extLst>
                    <a:ext uri="{9D8B030D-6E8A-4147-A177-3AD203B41FA5}">
                      <a16:colId xmlns:a16="http://schemas.microsoft.com/office/drawing/2014/main" val="81440199"/>
                    </a:ext>
                  </a:extLst>
                </a:gridCol>
              </a:tblGrid>
              <a:tr h="376144">
                <a:tc>
                  <a:txBody>
                    <a:bodyPr/>
                    <a:lstStyle/>
                    <a:p>
                      <a:pPr algn="ctr" fontAlgn="ctr"/>
                      <a:r>
                        <a:rPr lang="en-US" sz="2000" u="none" strike="noStrike" dirty="0">
                          <a:solidFill>
                            <a:schemeClr val="tx1"/>
                          </a:solidFill>
                          <a:effectLst/>
                        </a:rPr>
                        <a:t>Altura del </a:t>
                      </a:r>
                      <a:r>
                        <a:rPr lang="en-US" sz="2000" u="none" strike="noStrike" dirty="0" err="1">
                          <a:solidFill>
                            <a:schemeClr val="tx1"/>
                          </a:solidFill>
                          <a:effectLst/>
                        </a:rPr>
                        <a:t>tanque</a:t>
                      </a:r>
                      <a:r>
                        <a:rPr lang="en-US" sz="2000" u="none" strike="noStrike" dirty="0">
                          <a:solidFill>
                            <a:schemeClr val="tx1"/>
                          </a:solidFill>
                          <a:effectLst/>
                        </a:rPr>
                        <a:t> [cm]</a:t>
                      </a:r>
                      <a:endParaRPr lang="en-US" sz="20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b"/>
                      <a:r>
                        <a:rPr lang="en-US" sz="2000" u="none" strike="noStrike" dirty="0" err="1">
                          <a:solidFill>
                            <a:schemeClr val="tx1"/>
                          </a:solidFill>
                          <a:effectLst/>
                        </a:rPr>
                        <a:t>Corriente</a:t>
                      </a:r>
                      <a:r>
                        <a:rPr lang="en-US" sz="2000" u="none" strike="noStrike" dirty="0">
                          <a:solidFill>
                            <a:schemeClr val="tx1"/>
                          </a:solidFill>
                          <a:effectLst/>
                        </a:rPr>
                        <a:t> [mA]</a:t>
                      </a:r>
                      <a:endParaRPr lang="en-US" sz="2000" b="0" i="0" u="none" strike="noStrike" dirty="0">
                        <a:solidFill>
                          <a:schemeClr val="tx1"/>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010537033"/>
                  </a:ext>
                </a:extLst>
              </a:tr>
              <a:tr h="376144">
                <a:tc>
                  <a:txBody>
                    <a:bodyPr/>
                    <a:lstStyle/>
                    <a:p>
                      <a:pPr algn="ctr" fontAlgn="b"/>
                      <a:r>
                        <a:rPr lang="en-US" sz="2000" u="none" strike="noStrike">
                          <a:solidFill>
                            <a:schemeClr val="tx1"/>
                          </a:solidFill>
                          <a:effectLst/>
                        </a:rPr>
                        <a:t>20</a:t>
                      </a:r>
                      <a:endParaRPr lang="en-US" sz="2000" b="0" i="0" u="none" strike="noStrike">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a:solidFill>
                            <a:schemeClr val="tx1"/>
                          </a:solidFill>
                          <a:effectLst/>
                        </a:rPr>
                        <a:t>19,1</a:t>
                      </a:r>
                      <a:endParaRPr lang="en-US" sz="2000" b="0" i="0" u="none" strike="noStrike">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35127222"/>
                  </a:ext>
                </a:extLst>
              </a:tr>
              <a:tr h="376144">
                <a:tc>
                  <a:txBody>
                    <a:bodyPr/>
                    <a:lstStyle/>
                    <a:p>
                      <a:pPr algn="ctr" fontAlgn="b"/>
                      <a:r>
                        <a:rPr lang="en-US" sz="2000" u="none" strike="noStrike">
                          <a:solidFill>
                            <a:schemeClr val="tx1"/>
                          </a:solidFill>
                          <a:effectLst/>
                        </a:rPr>
                        <a:t>25</a:t>
                      </a:r>
                      <a:endParaRPr lang="en-US" sz="2000" b="0" i="0" u="none" strike="noStrike">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a:solidFill>
                            <a:schemeClr val="tx1"/>
                          </a:solidFill>
                          <a:effectLst/>
                        </a:rPr>
                        <a:t>17,1</a:t>
                      </a:r>
                      <a:endParaRPr lang="en-US" sz="2000" b="0" i="0" u="none" strike="noStrike">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29164627"/>
                  </a:ext>
                </a:extLst>
              </a:tr>
              <a:tr h="376144">
                <a:tc>
                  <a:txBody>
                    <a:bodyPr/>
                    <a:lstStyle/>
                    <a:p>
                      <a:pPr algn="ctr" fontAlgn="b"/>
                      <a:r>
                        <a:rPr lang="en-US" sz="2000" u="none" strike="noStrike">
                          <a:solidFill>
                            <a:schemeClr val="tx1"/>
                          </a:solidFill>
                          <a:effectLst/>
                        </a:rPr>
                        <a:t>30</a:t>
                      </a:r>
                      <a:endParaRPr lang="en-US" sz="2000" b="0" i="0" u="none" strike="noStrike">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a:solidFill>
                            <a:schemeClr val="tx1"/>
                          </a:solidFill>
                          <a:effectLst/>
                        </a:rPr>
                        <a:t>15,1</a:t>
                      </a:r>
                      <a:endParaRPr lang="en-US" sz="2000" b="0" i="0" u="none" strike="noStrike">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70537782"/>
                  </a:ext>
                </a:extLst>
              </a:tr>
              <a:tr h="376144">
                <a:tc>
                  <a:txBody>
                    <a:bodyPr/>
                    <a:lstStyle/>
                    <a:p>
                      <a:pPr algn="ctr" fontAlgn="b"/>
                      <a:r>
                        <a:rPr lang="en-US" sz="2000" u="none" strike="noStrike">
                          <a:solidFill>
                            <a:schemeClr val="tx1"/>
                          </a:solidFill>
                          <a:effectLst/>
                        </a:rPr>
                        <a:t>35</a:t>
                      </a:r>
                      <a:endParaRPr lang="en-US" sz="2000" b="0" i="0" u="none" strike="noStrike">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a:solidFill>
                            <a:schemeClr val="tx1"/>
                          </a:solidFill>
                          <a:effectLst/>
                        </a:rPr>
                        <a:t>13</a:t>
                      </a:r>
                      <a:endParaRPr lang="en-US" sz="2000" b="0" i="0" u="none" strike="noStrike">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15487842"/>
                  </a:ext>
                </a:extLst>
              </a:tr>
              <a:tr h="376144">
                <a:tc>
                  <a:txBody>
                    <a:bodyPr/>
                    <a:lstStyle/>
                    <a:p>
                      <a:pPr algn="ctr" fontAlgn="b"/>
                      <a:r>
                        <a:rPr lang="en-US" sz="2000" u="none" strike="noStrike">
                          <a:solidFill>
                            <a:schemeClr val="tx1"/>
                          </a:solidFill>
                          <a:effectLst/>
                        </a:rPr>
                        <a:t>40</a:t>
                      </a:r>
                      <a:endParaRPr lang="en-US" sz="2000" b="0" i="0" u="none" strike="noStrike">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a:solidFill>
                            <a:schemeClr val="tx1"/>
                          </a:solidFill>
                          <a:effectLst/>
                        </a:rPr>
                        <a:t>10,9</a:t>
                      </a:r>
                      <a:endParaRPr lang="en-US" sz="2000" b="0" i="0" u="none" strike="noStrike">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75032681"/>
                  </a:ext>
                </a:extLst>
              </a:tr>
              <a:tr h="376144">
                <a:tc>
                  <a:txBody>
                    <a:bodyPr/>
                    <a:lstStyle/>
                    <a:p>
                      <a:pPr algn="ctr" fontAlgn="b"/>
                      <a:r>
                        <a:rPr lang="en-US" sz="2000" u="none" strike="noStrike" dirty="0">
                          <a:solidFill>
                            <a:schemeClr val="tx1"/>
                          </a:solidFill>
                          <a:effectLst/>
                        </a:rPr>
                        <a:t>45</a:t>
                      </a:r>
                      <a:endParaRPr lang="en-US" sz="2000" b="0"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dirty="0">
                          <a:solidFill>
                            <a:schemeClr val="tx1"/>
                          </a:solidFill>
                          <a:effectLst/>
                        </a:rPr>
                        <a:t>8,8</a:t>
                      </a:r>
                      <a:endParaRPr lang="en-US" sz="2000" b="0" i="0" u="none" strike="noStrike" dirty="0">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00511289"/>
                  </a:ext>
                </a:extLst>
              </a:tr>
              <a:tr h="376144">
                <a:tc>
                  <a:txBody>
                    <a:bodyPr/>
                    <a:lstStyle/>
                    <a:p>
                      <a:pPr algn="ctr" fontAlgn="b"/>
                      <a:r>
                        <a:rPr lang="en-US" sz="2000" u="none" strike="noStrike">
                          <a:solidFill>
                            <a:schemeClr val="tx1"/>
                          </a:solidFill>
                          <a:effectLst/>
                        </a:rPr>
                        <a:t>50</a:t>
                      </a:r>
                      <a:endParaRPr lang="en-US" sz="2000" b="0" i="0" u="none" strike="noStrike">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a:solidFill>
                            <a:schemeClr val="tx1"/>
                          </a:solidFill>
                          <a:effectLst/>
                        </a:rPr>
                        <a:t>6,8</a:t>
                      </a:r>
                      <a:endParaRPr lang="en-US" sz="2000" b="0" i="0" u="none" strike="noStrike">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33069432"/>
                  </a:ext>
                </a:extLst>
              </a:tr>
              <a:tr h="376144">
                <a:tc>
                  <a:txBody>
                    <a:bodyPr/>
                    <a:lstStyle/>
                    <a:p>
                      <a:pPr algn="ctr" fontAlgn="b"/>
                      <a:r>
                        <a:rPr lang="en-US" sz="2000" u="none" strike="noStrike" dirty="0">
                          <a:solidFill>
                            <a:schemeClr val="tx1"/>
                          </a:solidFill>
                          <a:effectLst/>
                        </a:rPr>
                        <a:t>55</a:t>
                      </a:r>
                      <a:endParaRPr lang="en-US" sz="2000" b="0"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dirty="0">
                          <a:solidFill>
                            <a:schemeClr val="tx1"/>
                          </a:solidFill>
                          <a:effectLst/>
                        </a:rPr>
                        <a:t>4,8</a:t>
                      </a:r>
                      <a:endParaRPr lang="en-US" sz="2000" b="0" i="0" u="none" strike="noStrike" dirty="0">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30623360"/>
                  </a:ext>
                </a:extLst>
              </a:tr>
            </a:tbl>
          </a:graphicData>
        </a:graphic>
      </p:graphicFrame>
      <p:graphicFrame>
        <p:nvGraphicFramePr>
          <p:cNvPr id="6" name="Gráfico 5">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4238052968"/>
              </p:ext>
            </p:extLst>
          </p:nvPr>
        </p:nvGraphicFramePr>
        <p:xfrm>
          <a:off x="5382531" y="2262163"/>
          <a:ext cx="6446612" cy="365966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Tabla 9"/>
          <p:cNvGraphicFramePr>
            <a:graphicFrameLocks noGrp="1"/>
          </p:cNvGraphicFramePr>
          <p:nvPr>
            <p:extLst>
              <p:ext uri="{D42A27DB-BD31-4B8C-83A1-F6EECF244321}">
                <p14:modId xmlns:p14="http://schemas.microsoft.com/office/powerpoint/2010/main" val="4026828876"/>
              </p:ext>
            </p:extLst>
          </p:nvPr>
        </p:nvGraphicFramePr>
        <p:xfrm>
          <a:off x="1403349" y="1539112"/>
          <a:ext cx="5665108" cy="594487"/>
        </p:xfrm>
        <a:graphic>
          <a:graphicData uri="http://schemas.openxmlformats.org/drawingml/2006/table">
            <a:tbl>
              <a:tblPr>
                <a:tableStyleId>{5C22544A-7EE6-4342-B048-85BDC9FD1C3A}</a:tableStyleId>
              </a:tblPr>
              <a:tblGrid>
                <a:gridCol w="5665108">
                  <a:extLst>
                    <a:ext uri="{9D8B030D-6E8A-4147-A177-3AD203B41FA5}">
                      <a16:colId xmlns:a16="http://schemas.microsoft.com/office/drawing/2014/main" val="2652177653"/>
                    </a:ext>
                  </a:extLst>
                </a:gridCol>
              </a:tblGrid>
              <a:tr h="594487">
                <a:tc>
                  <a:txBody>
                    <a:bodyPr/>
                    <a:lstStyle/>
                    <a:p>
                      <a:pPr algn="ctr" fontAlgn="b"/>
                      <a:r>
                        <a:rPr lang="es-ES" sz="1800" u="none" strike="noStrike" dirty="0">
                          <a:effectLst/>
                        </a:rPr>
                        <a:t>MEDICION DE LA ANTERIOR PARAMETRIZACION</a:t>
                      </a:r>
                      <a:endParaRPr lang="es-ES" sz="18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470589988"/>
                  </a:ext>
                </a:extLst>
              </a:tr>
            </a:tbl>
          </a:graphicData>
        </a:graphic>
      </p:graphicFrame>
      <p:sp>
        <p:nvSpPr>
          <p:cNvPr id="2" name="Título 1">
            <a:extLst>
              <a:ext uri="{FF2B5EF4-FFF2-40B4-BE49-F238E27FC236}">
                <a16:creationId xmlns:a16="http://schemas.microsoft.com/office/drawing/2014/main" id="{49612749-F508-C613-7EB3-B21AEDAA147F}"/>
              </a:ext>
            </a:extLst>
          </p:cNvPr>
          <p:cNvSpPr txBox="1">
            <a:spLocks/>
          </p:cNvSpPr>
          <p:nvPr/>
        </p:nvSpPr>
        <p:spPr>
          <a:xfrm>
            <a:off x="918754" y="696014"/>
            <a:ext cx="10058400" cy="1014549"/>
          </a:xfrm>
          <a:prstGeom prst="rect">
            <a:avLst/>
          </a:prstGeom>
        </p:spPr>
        <p:txBody>
          <a:bodyP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r>
              <a:rPr lang="es-BO" sz="4000" b="1" dirty="0"/>
              <a:t>SENSOR ULTRASONIDO</a:t>
            </a:r>
          </a:p>
        </p:txBody>
      </p:sp>
    </p:spTree>
    <p:extLst>
      <p:ext uri="{BB962C8B-B14F-4D97-AF65-F5344CB8AC3E}">
        <p14:creationId xmlns:p14="http://schemas.microsoft.com/office/powerpoint/2010/main" val="9275067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97809973-48D6-4E00-2646-B451437907BA}"/>
              </a:ext>
            </a:extLst>
          </p:cNvPr>
          <p:cNvGraphicFramePr>
            <a:graphicFrameLocks noGrp="1"/>
          </p:cNvGraphicFramePr>
          <p:nvPr>
            <p:extLst>
              <p:ext uri="{D42A27DB-BD31-4B8C-83A1-F6EECF244321}">
                <p14:modId xmlns:p14="http://schemas.microsoft.com/office/powerpoint/2010/main" val="1015811873"/>
              </p:ext>
            </p:extLst>
          </p:nvPr>
        </p:nvGraphicFramePr>
        <p:xfrm>
          <a:off x="1455964" y="1428623"/>
          <a:ext cx="6236607" cy="312420"/>
        </p:xfrm>
        <a:graphic>
          <a:graphicData uri="http://schemas.openxmlformats.org/drawingml/2006/table">
            <a:tbl>
              <a:tblPr>
                <a:tableStyleId>{5C22544A-7EE6-4342-B048-85BDC9FD1C3A}</a:tableStyleId>
              </a:tblPr>
              <a:tblGrid>
                <a:gridCol w="6236607">
                  <a:extLst>
                    <a:ext uri="{9D8B030D-6E8A-4147-A177-3AD203B41FA5}">
                      <a16:colId xmlns:a16="http://schemas.microsoft.com/office/drawing/2014/main" val="2166535851"/>
                    </a:ext>
                  </a:extLst>
                </a:gridCol>
              </a:tblGrid>
              <a:tr h="0">
                <a:tc>
                  <a:txBody>
                    <a:bodyPr/>
                    <a:lstStyle/>
                    <a:p>
                      <a:pPr algn="ctr" fontAlgn="ctr"/>
                      <a:r>
                        <a:rPr lang="es-ES" sz="2000" u="none" strike="noStrike" dirty="0">
                          <a:effectLst/>
                        </a:rPr>
                        <a:t>SENSOR ULTRASONICO CON P1=56,8cm y P2=15cm</a:t>
                      </a:r>
                      <a:endParaRPr lang="es-ES" sz="20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367041655"/>
                  </a:ext>
                </a:extLst>
              </a:tr>
            </a:tbl>
          </a:graphicData>
        </a:graphic>
      </p:graphicFrame>
      <p:graphicFrame>
        <p:nvGraphicFramePr>
          <p:cNvPr id="3" name="Tabla 2">
            <a:extLst>
              <a:ext uri="{FF2B5EF4-FFF2-40B4-BE49-F238E27FC236}">
                <a16:creationId xmlns:a16="http://schemas.microsoft.com/office/drawing/2014/main" id="{2DF3F553-4322-541D-B722-E6CB33381022}"/>
              </a:ext>
            </a:extLst>
          </p:cNvPr>
          <p:cNvGraphicFramePr>
            <a:graphicFrameLocks noGrp="1"/>
          </p:cNvGraphicFramePr>
          <p:nvPr>
            <p:extLst>
              <p:ext uri="{D42A27DB-BD31-4B8C-83A1-F6EECF244321}">
                <p14:modId xmlns:p14="http://schemas.microsoft.com/office/powerpoint/2010/main" val="3102570140"/>
              </p:ext>
            </p:extLst>
          </p:nvPr>
        </p:nvGraphicFramePr>
        <p:xfrm>
          <a:off x="1455964" y="1901371"/>
          <a:ext cx="3348265" cy="4096839"/>
        </p:xfrm>
        <a:graphic>
          <a:graphicData uri="http://schemas.openxmlformats.org/drawingml/2006/table">
            <a:tbl>
              <a:tblPr firstRow="1" firstCol="1" lastRow="1" lastCol="1" bandRow="1">
                <a:tableStyleId>{BDBED569-4797-4DF1-A0F4-6AAB3CD982D8}</a:tableStyleId>
              </a:tblPr>
              <a:tblGrid>
                <a:gridCol w="1925865">
                  <a:extLst>
                    <a:ext uri="{9D8B030D-6E8A-4147-A177-3AD203B41FA5}">
                      <a16:colId xmlns:a16="http://schemas.microsoft.com/office/drawing/2014/main" val="1729866382"/>
                    </a:ext>
                  </a:extLst>
                </a:gridCol>
                <a:gridCol w="1422400">
                  <a:extLst>
                    <a:ext uri="{9D8B030D-6E8A-4147-A177-3AD203B41FA5}">
                      <a16:colId xmlns:a16="http://schemas.microsoft.com/office/drawing/2014/main" val="2950637883"/>
                    </a:ext>
                  </a:extLst>
                </a:gridCol>
              </a:tblGrid>
              <a:tr h="646869">
                <a:tc>
                  <a:txBody>
                    <a:bodyPr/>
                    <a:lstStyle/>
                    <a:p>
                      <a:pPr algn="ctr" fontAlgn="ctr"/>
                      <a:r>
                        <a:rPr lang="en-US" sz="2000" u="none" strike="noStrike" dirty="0">
                          <a:solidFill>
                            <a:schemeClr val="tx1"/>
                          </a:solidFill>
                          <a:effectLst/>
                        </a:rPr>
                        <a:t>Altura del </a:t>
                      </a:r>
                      <a:r>
                        <a:rPr lang="en-US" sz="2000" u="none" strike="noStrike" dirty="0" err="1">
                          <a:solidFill>
                            <a:schemeClr val="tx1"/>
                          </a:solidFill>
                          <a:effectLst/>
                        </a:rPr>
                        <a:t>tanque</a:t>
                      </a:r>
                      <a:r>
                        <a:rPr lang="en-US" sz="2000" u="none" strike="noStrike" dirty="0">
                          <a:solidFill>
                            <a:schemeClr val="tx1"/>
                          </a:solidFill>
                          <a:effectLst/>
                        </a:rPr>
                        <a:t> [cm]</a:t>
                      </a:r>
                      <a:endParaRPr lang="en-US" sz="2000" b="0" i="0" u="none" strike="noStrike" dirty="0">
                        <a:solidFill>
                          <a:schemeClr val="tx1"/>
                        </a:solidFill>
                        <a:effectLst/>
                        <a:latin typeface="Calibri" panose="020F0502020204030204" pitchFamily="34" charset="0"/>
                      </a:endParaRPr>
                    </a:p>
                  </a:txBody>
                  <a:tcPr marL="7620" marR="7620" marT="7620" marB="0" anchor="ctr"/>
                </a:tc>
                <a:tc>
                  <a:txBody>
                    <a:bodyPr/>
                    <a:lstStyle/>
                    <a:p>
                      <a:pPr algn="ctr" fontAlgn="b"/>
                      <a:r>
                        <a:rPr lang="en-US" sz="2000" u="none" strike="noStrike" dirty="0" err="1">
                          <a:solidFill>
                            <a:schemeClr val="tx1"/>
                          </a:solidFill>
                          <a:effectLst/>
                        </a:rPr>
                        <a:t>Corriente</a:t>
                      </a:r>
                      <a:r>
                        <a:rPr lang="en-US" sz="2000" u="none" strike="noStrike" dirty="0">
                          <a:solidFill>
                            <a:schemeClr val="tx1"/>
                          </a:solidFill>
                          <a:effectLst/>
                        </a:rPr>
                        <a:t> [mA]</a:t>
                      </a:r>
                      <a:endParaRPr lang="en-US" sz="2000" b="0" i="0" u="none" strike="noStrike" dirty="0">
                        <a:solidFill>
                          <a:schemeClr val="tx1"/>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27911778"/>
                  </a:ext>
                </a:extLst>
              </a:tr>
              <a:tr h="344997">
                <a:tc>
                  <a:txBody>
                    <a:bodyPr/>
                    <a:lstStyle/>
                    <a:p>
                      <a:pPr algn="ctr" fontAlgn="b"/>
                      <a:r>
                        <a:rPr lang="en-US" sz="2000" u="none" strike="noStrike" dirty="0">
                          <a:solidFill>
                            <a:schemeClr val="tx1"/>
                          </a:solidFill>
                          <a:effectLst/>
                        </a:rPr>
                        <a:t>0</a:t>
                      </a:r>
                      <a:endParaRPr lang="en-US" sz="2000" b="0"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a:solidFill>
                            <a:schemeClr val="tx1"/>
                          </a:solidFill>
                          <a:effectLst/>
                        </a:rPr>
                        <a:t>3,7</a:t>
                      </a:r>
                      <a:endParaRPr lang="en-US" sz="2000" b="0" i="0" u="none" strike="noStrike">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42934913"/>
                  </a:ext>
                </a:extLst>
              </a:tr>
              <a:tr h="344997">
                <a:tc>
                  <a:txBody>
                    <a:bodyPr/>
                    <a:lstStyle/>
                    <a:p>
                      <a:pPr algn="ctr" fontAlgn="b"/>
                      <a:r>
                        <a:rPr lang="en-US" sz="2000" u="none" strike="noStrike" dirty="0">
                          <a:solidFill>
                            <a:schemeClr val="tx1"/>
                          </a:solidFill>
                          <a:effectLst/>
                        </a:rPr>
                        <a:t>5</a:t>
                      </a:r>
                      <a:endParaRPr lang="en-US" sz="2000" b="0" i="0" u="none" strike="noStrike" dirty="0">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a:solidFill>
                            <a:schemeClr val="tx1"/>
                          </a:solidFill>
                          <a:effectLst/>
                        </a:rPr>
                        <a:t>5,3</a:t>
                      </a:r>
                      <a:endParaRPr lang="en-US" sz="2000" b="0" i="0" u="none" strike="noStrike">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87714498"/>
                  </a:ext>
                </a:extLst>
              </a:tr>
              <a:tr h="344997">
                <a:tc>
                  <a:txBody>
                    <a:bodyPr/>
                    <a:lstStyle/>
                    <a:p>
                      <a:pPr algn="ctr" fontAlgn="b"/>
                      <a:r>
                        <a:rPr lang="en-US" sz="2000" u="none" strike="noStrike">
                          <a:solidFill>
                            <a:schemeClr val="tx1"/>
                          </a:solidFill>
                          <a:effectLst/>
                        </a:rPr>
                        <a:t>10</a:t>
                      </a:r>
                      <a:endParaRPr lang="en-US" sz="2000" b="0" i="0" u="none" strike="noStrike">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dirty="0">
                          <a:solidFill>
                            <a:schemeClr val="tx1"/>
                          </a:solidFill>
                          <a:effectLst/>
                        </a:rPr>
                        <a:t>7,1</a:t>
                      </a:r>
                      <a:endParaRPr lang="en-US" sz="2000" b="0" i="0" u="none" strike="noStrike" dirty="0">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50406600"/>
                  </a:ext>
                </a:extLst>
              </a:tr>
              <a:tr h="344997">
                <a:tc>
                  <a:txBody>
                    <a:bodyPr/>
                    <a:lstStyle/>
                    <a:p>
                      <a:pPr algn="ctr" fontAlgn="b"/>
                      <a:r>
                        <a:rPr lang="en-US" sz="2000" u="none" strike="noStrike">
                          <a:solidFill>
                            <a:schemeClr val="tx1"/>
                          </a:solidFill>
                          <a:effectLst/>
                        </a:rPr>
                        <a:t>15</a:t>
                      </a:r>
                      <a:endParaRPr lang="en-US" sz="2000" b="0" i="0" u="none" strike="noStrike">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dirty="0">
                          <a:solidFill>
                            <a:schemeClr val="tx1"/>
                          </a:solidFill>
                          <a:effectLst/>
                        </a:rPr>
                        <a:t>9</a:t>
                      </a:r>
                      <a:endParaRPr lang="en-US" sz="2000" b="0" i="0" u="none" strike="noStrike" dirty="0">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14044479"/>
                  </a:ext>
                </a:extLst>
              </a:tr>
              <a:tr h="344997">
                <a:tc>
                  <a:txBody>
                    <a:bodyPr/>
                    <a:lstStyle/>
                    <a:p>
                      <a:pPr algn="ctr" fontAlgn="b"/>
                      <a:r>
                        <a:rPr lang="en-US" sz="2000" u="none" strike="noStrike">
                          <a:solidFill>
                            <a:schemeClr val="tx1"/>
                          </a:solidFill>
                          <a:effectLst/>
                        </a:rPr>
                        <a:t>20</a:t>
                      </a:r>
                      <a:endParaRPr lang="en-US" sz="2000" b="0" i="0" u="none" strike="noStrike">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dirty="0">
                          <a:solidFill>
                            <a:schemeClr val="tx1"/>
                          </a:solidFill>
                          <a:effectLst/>
                        </a:rPr>
                        <a:t>11</a:t>
                      </a:r>
                      <a:endParaRPr lang="en-US" sz="2000" b="0" i="0" u="none" strike="noStrike" dirty="0">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40658812"/>
                  </a:ext>
                </a:extLst>
              </a:tr>
              <a:tr h="344997">
                <a:tc>
                  <a:txBody>
                    <a:bodyPr/>
                    <a:lstStyle/>
                    <a:p>
                      <a:pPr algn="ctr" fontAlgn="b"/>
                      <a:r>
                        <a:rPr lang="en-US" sz="2000" u="none" strike="noStrike">
                          <a:solidFill>
                            <a:schemeClr val="tx1"/>
                          </a:solidFill>
                          <a:effectLst/>
                        </a:rPr>
                        <a:t>25</a:t>
                      </a:r>
                      <a:endParaRPr lang="en-US" sz="2000" b="0" i="0" u="none" strike="noStrike">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a:solidFill>
                            <a:schemeClr val="tx1"/>
                          </a:solidFill>
                          <a:effectLst/>
                        </a:rPr>
                        <a:t>12,8</a:t>
                      </a:r>
                      <a:endParaRPr lang="en-US" sz="2000" b="0" i="0" u="none" strike="noStrike">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96750602"/>
                  </a:ext>
                </a:extLst>
              </a:tr>
              <a:tr h="344997">
                <a:tc>
                  <a:txBody>
                    <a:bodyPr/>
                    <a:lstStyle/>
                    <a:p>
                      <a:pPr algn="ctr" fontAlgn="b"/>
                      <a:r>
                        <a:rPr lang="en-US" sz="2000" u="none" strike="noStrike">
                          <a:solidFill>
                            <a:schemeClr val="tx1"/>
                          </a:solidFill>
                          <a:effectLst/>
                        </a:rPr>
                        <a:t>30</a:t>
                      </a:r>
                      <a:endParaRPr lang="en-US" sz="2000" b="0" i="0" u="none" strike="noStrike">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dirty="0">
                          <a:solidFill>
                            <a:schemeClr val="tx1"/>
                          </a:solidFill>
                          <a:effectLst/>
                        </a:rPr>
                        <a:t>14,7</a:t>
                      </a:r>
                      <a:endParaRPr lang="en-US" sz="2000" b="0" i="0" u="none" strike="noStrike" dirty="0">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91646283"/>
                  </a:ext>
                </a:extLst>
              </a:tr>
              <a:tr h="344997">
                <a:tc>
                  <a:txBody>
                    <a:bodyPr/>
                    <a:lstStyle/>
                    <a:p>
                      <a:pPr algn="ctr" fontAlgn="b"/>
                      <a:r>
                        <a:rPr lang="en-US" sz="2000" u="none" strike="noStrike">
                          <a:solidFill>
                            <a:schemeClr val="tx1"/>
                          </a:solidFill>
                          <a:effectLst/>
                        </a:rPr>
                        <a:t>35</a:t>
                      </a:r>
                      <a:endParaRPr lang="en-US" sz="2000" b="0" i="0" u="none" strike="noStrike">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a:solidFill>
                            <a:schemeClr val="tx1"/>
                          </a:solidFill>
                          <a:effectLst/>
                        </a:rPr>
                        <a:t>16,5</a:t>
                      </a:r>
                      <a:endParaRPr lang="en-US" sz="2000" b="0" i="0" u="none" strike="noStrike">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48952143"/>
                  </a:ext>
                </a:extLst>
              </a:tr>
              <a:tr h="344997">
                <a:tc>
                  <a:txBody>
                    <a:bodyPr/>
                    <a:lstStyle/>
                    <a:p>
                      <a:pPr algn="ctr" fontAlgn="b"/>
                      <a:r>
                        <a:rPr lang="en-US" sz="2000" u="none" strike="noStrike">
                          <a:solidFill>
                            <a:schemeClr val="tx1"/>
                          </a:solidFill>
                          <a:effectLst/>
                        </a:rPr>
                        <a:t>40</a:t>
                      </a:r>
                      <a:endParaRPr lang="en-US" sz="2000" b="0" i="0" u="none" strike="noStrike">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dirty="0">
                          <a:solidFill>
                            <a:schemeClr val="tx1"/>
                          </a:solidFill>
                          <a:effectLst/>
                        </a:rPr>
                        <a:t>18,4</a:t>
                      </a:r>
                      <a:endParaRPr lang="en-US" sz="2000" b="0" i="0" u="none" strike="noStrike" dirty="0">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61554280"/>
                  </a:ext>
                </a:extLst>
              </a:tr>
              <a:tr h="344997">
                <a:tc>
                  <a:txBody>
                    <a:bodyPr/>
                    <a:lstStyle/>
                    <a:p>
                      <a:pPr algn="ctr" fontAlgn="b"/>
                      <a:r>
                        <a:rPr lang="en-US" sz="2000" u="none" strike="noStrike">
                          <a:solidFill>
                            <a:schemeClr val="tx1"/>
                          </a:solidFill>
                          <a:effectLst/>
                        </a:rPr>
                        <a:t>45</a:t>
                      </a:r>
                      <a:endParaRPr lang="en-US" sz="2000" b="0" i="0" u="none" strike="noStrike">
                        <a:solidFill>
                          <a:schemeClr val="tx1"/>
                        </a:solidFill>
                        <a:effectLst/>
                        <a:latin typeface="Calibri" panose="020F0502020204030204" pitchFamily="34" charset="0"/>
                      </a:endParaRPr>
                    </a:p>
                  </a:txBody>
                  <a:tcPr marL="7620" marR="7620" marT="7620" marB="0" anchor="b"/>
                </a:tc>
                <a:tc>
                  <a:txBody>
                    <a:bodyPr/>
                    <a:lstStyle/>
                    <a:p>
                      <a:pPr algn="ctr" fontAlgn="b"/>
                      <a:r>
                        <a:rPr lang="en-US" sz="2000" u="none" strike="noStrike" dirty="0">
                          <a:solidFill>
                            <a:schemeClr val="tx1"/>
                          </a:solidFill>
                          <a:effectLst/>
                        </a:rPr>
                        <a:t>19,3</a:t>
                      </a:r>
                      <a:endParaRPr lang="en-US" sz="2000" b="0" i="0" u="none" strike="noStrike" dirty="0">
                        <a:solidFill>
                          <a:schemeClr val="tx1"/>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27602168"/>
                  </a:ext>
                </a:extLst>
              </a:tr>
            </a:tbl>
          </a:graphicData>
        </a:graphic>
      </p:graphicFrame>
      <p:graphicFrame>
        <p:nvGraphicFramePr>
          <p:cNvPr id="4" name="Gráfico 3">
            <a:extLst>
              <a:ext uri="{FF2B5EF4-FFF2-40B4-BE49-F238E27FC236}">
                <a16:creationId xmlns:a16="http://schemas.microsoft.com/office/drawing/2014/main" id="{675F85FE-B551-C886-EF6F-DD21E3496A36}"/>
              </a:ext>
            </a:extLst>
          </p:cNvPr>
          <p:cNvGraphicFramePr>
            <a:graphicFrameLocks/>
          </p:cNvGraphicFramePr>
          <p:nvPr>
            <p:extLst>
              <p:ext uri="{D42A27DB-BD31-4B8C-83A1-F6EECF244321}">
                <p14:modId xmlns:p14="http://schemas.microsoft.com/office/powerpoint/2010/main" val="820193878"/>
              </p:ext>
            </p:extLst>
          </p:nvPr>
        </p:nvGraphicFramePr>
        <p:xfrm>
          <a:off x="5947954" y="2013367"/>
          <a:ext cx="5486400" cy="3984843"/>
        </p:xfrm>
        <a:graphic>
          <a:graphicData uri="http://schemas.openxmlformats.org/drawingml/2006/chart">
            <c:chart xmlns:c="http://schemas.openxmlformats.org/drawingml/2006/chart" xmlns:r="http://schemas.openxmlformats.org/officeDocument/2006/relationships" r:id="rId2"/>
          </a:graphicData>
        </a:graphic>
      </p:graphicFrame>
      <p:sp>
        <p:nvSpPr>
          <p:cNvPr id="5" name="Título 1">
            <a:extLst>
              <a:ext uri="{FF2B5EF4-FFF2-40B4-BE49-F238E27FC236}">
                <a16:creationId xmlns:a16="http://schemas.microsoft.com/office/drawing/2014/main" id="{2D118387-A9BB-A6CF-935D-C9C96AD484BC}"/>
              </a:ext>
            </a:extLst>
          </p:cNvPr>
          <p:cNvSpPr txBox="1">
            <a:spLocks/>
          </p:cNvSpPr>
          <p:nvPr/>
        </p:nvSpPr>
        <p:spPr>
          <a:xfrm>
            <a:off x="918754" y="696014"/>
            <a:ext cx="10058400" cy="1014549"/>
          </a:xfrm>
          <a:prstGeom prst="rect">
            <a:avLst/>
          </a:prstGeom>
        </p:spPr>
        <p:txBody>
          <a:bodyP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r>
              <a:rPr lang="es-BO" sz="4000" b="1" dirty="0"/>
              <a:t>SENSOR ULTRASONIDO</a:t>
            </a:r>
          </a:p>
        </p:txBody>
      </p:sp>
    </p:spTree>
    <p:extLst>
      <p:ext uri="{BB962C8B-B14F-4D97-AF65-F5344CB8AC3E}">
        <p14:creationId xmlns:p14="http://schemas.microsoft.com/office/powerpoint/2010/main" val="5246347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7C858C-44F0-EA09-1AD0-73A1E7CD7396}"/>
              </a:ext>
            </a:extLst>
          </p:cNvPr>
          <p:cNvSpPr>
            <a:spLocks noGrp="1"/>
          </p:cNvSpPr>
          <p:nvPr>
            <p:ph type="title"/>
          </p:nvPr>
        </p:nvSpPr>
        <p:spPr>
          <a:xfrm>
            <a:off x="1563623" y="2268477"/>
            <a:ext cx="9070848" cy="2587752"/>
          </a:xfrm>
        </p:spPr>
        <p:txBody>
          <a:bodyPr/>
          <a:lstStyle/>
          <a:p>
            <a:r>
              <a:rPr lang="es-BO" sz="6600" dirty="0"/>
              <a:t>AUTÓMATAS</a:t>
            </a:r>
          </a:p>
        </p:txBody>
      </p:sp>
    </p:spTree>
    <p:extLst>
      <p:ext uri="{BB962C8B-B14F-4D97-AF65-F5344CB8AC3E}">
        <p14:creationId xmlns:p14="http://schemas.microsoft.com/office/powerpoint/2010/main" val="17891983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78823" y="433588"/>
            <a:ext cx="11586754" cy="1371600"/>
          </a:xfrm>
        </p:spPr>
        <p:txBody>
          <a:bodyPr>
            <a:normAutofit/>
          </a:bodyPr>
          <a:lstStyle/>
          <a:p>
            <a:pPr algn="ctr"/>
            <a:r>
              <a:rPr lang="es-BO" sz="4000" b="1" dirty="0"/>
              <a:t>CONTROLADOR LOGICO PROGRAMABLE</a:t>
            </a:r>
            <a:endParaRPr lang="en-US" sz="4000" b="1" dirty="0"/>
          </a:p>
        </p:txBody>
      </p:sp>
      <p:graphicFrame>
        <p:nvGraphicFramePr>
          <p:cNvPr id="7" name="Marcador de contenido 6"/>
          <p:cNvGraphicFramePr>
            <a:graphicFrameLocks noGrp="1"/>
          </p:cNvGraphicFramePr>
          <p:nvPr>
            <p:ph idx="1"/>
          </p:nvPr>
        </p:nvGraphicFramePr>
        <p:xfrm>
          <a:off x="984068" y="1604891"/>
          <a:ext cx="10376263" cy="46652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11639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68434" y="484711"/>
            <a:ext cx="6723017" cy="926078"/>
          </a:xfrm>
        </p:spPr>
        <p:txBody>
          <a:bodyPr/>
          <a:lstStyle/>
          <a:p>
            <a:r>
              <a:rPr lang="en-US" b="1" dirty="0" err="1"/>
              <a:t>Estructura</a:t>
            </a:r>
            <a:r>
              <a:rPr lang="en-US" b="1" dirty="0"/>
              <a:t> de un PLC</a:t>
            </a:r>
          </a:p>
        </p:txBody>
      </p:sp>
      <p:pic>
        <p:nvPicPr>
          <p:cNvPr id="5" name="Imagen 4"/>
          <p:cNvPicPr>
            <a:picLocks noChangeAspect="1"/>
          </p:cNvPicPr>
          <p:nvPr/>
        </p:nvPicPr>
        <p:blipFill>
          <a:blip r:embed="rId2"/>
          <a:stretch>
            <a:fillRect/>
          </a:stretch>
        </p:blipFill>
        <p:spPr>
          <a:xfrm>
            <a:off x="1708818" y="1693204"/>
            <a:ext cx="8541171" cy="2634955"/>
          </a:xfrm>
          <a:prstGeom prst="rect">
            <a:avLst/>
          </a:prstGeom>
        </p:spPr>
      </p:pic>
      <p:graphicFrame>
        <p:nvGraphicFramePr>
          <p:cNvPr id="7" name="Diagrama 6"/>
          <p:cNvGraphicFramePr/>
          <p:nvPr/>
        </p:nvGraphicFramePr>
        <p:xfrm>
          <a:off x="1537061" y="4469852"/>
          <a:ext cx="8625842" cy="18178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926350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2223687017"/>
              </p:ext>
            </p:extLst>
          </p:nvPr>
        </p:nvGraphicFramePr>
        <p:xfrm>
          <a:off x="-65316" y="396239"/>
          <a:ext cx="11926390" cy="57433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06516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BO" dirty="0"/>
              <a:t>CONTROLADOR LOGICO PROGRABLE (PLC)</a:t>
            </a:r>
            <a:endParaRPr lang="en-US" dirty="0"/>
          </a:p>
        </p:txBody>
      </p:sp>
      <p:pic>
        <p:nvPicPr>
          <p:cNvPr id="4" name="Marcador de contenido 3">
            <a:extLst>
              <a:ext uri="{FF2B5EF4-FFF2-40B4-BE49-F238E27FC236}">
                <a16:creationId xmlns:a16="http://schemas.microsoft.com/office/drawing/2014/main" id="{CE852AD3-5F41-4AF9-878E-270EF13FA70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1907" r="23774"/>
          <a:stretch/>
        </p:blipFill>
        <p:spPr>
          <a:xfrm>
            <a:off x="1236617" y="2216649"/>
            <a:ext cx="4310744" cy="3932237"/>
          </a:xfrm>
          <a:prstGeom prst="rect">
            <a:avLst/>
          </a:prstGeom>
        </p:spPr>
      </p:pic>
      <p:grpSp>
        <p:nvGrpSpPr>
          <p:cNvPr id="7" name="Grupo 6"/>
          <p:cNvGrpSpPr/>
          <p:nvPr/>
        </p:nvGrpSpPr>
        <p:grpSpPr>
          <a:xfrm>
            <a:off x="6556465" y="2638873"/>
            <a:ext cx="4442460" cy="2111853"/>
            <a:chOff x="6608717" y="2830461"/>
            <a:chExt cx="4442460" cy="2111853"/>
          </a:xfrm>
        </p:grpSpPr>
        <p:pic>
          <p:nvPicPr>
            <p:cNvPr id="5" name="Imagen 4">
              <a:extLst>
                <a:ext uri="{FF2B5EF4-FFF2-40B4-BE49-F238E27FC236}">
                  <a16:creationId xmlns:a16="http://schemas.microsoft.com/office/drawing/2014/main" id="{ED1691B5-870A-47F4-AE57-0792729BB702}"/>
                </a:ext>
              </a:extLst>
            </p:cNvPr>
            <p:cNvPicPr>
              <a:picLocks noChangeAspect="1"/>
            </p:cNvPicPr>
            <p:nvPr/>
          </p:nvPicPr>
          <p:blipFill rotWithShape="1">
            <a:blip r:embed="rId3">
              <a:biLevel thresh="75000"/>
            </a:blip>
            <a:srcRect b="90578"/>
            <a:stretch/>
          </p:blipFill>
          <p:spPr>
            <a:xfrm>
              <a:off x="6608717" y="2830461"/>
              <a:ext cx="4442460" cy="295917"/>
            </a:xfrm>
            <a:prstGeom prst="rect">
              <a:avLst/>
            </a:prstGeom>
          </p:spPr>
        </p:pic>
        <p:pic>
          <p:nvPicPr>
            <p:cNvPr id="6" name="Imagen 5">
              <a:extLst>
                <a:ext uri="{FF2B5EF4-FFF2-40B4-BE49-F238E27FC236}">
                  <a16:creationId xmlns:a16="http://schemas.microsoft.com/office/drawing/2014/main" id="{ED1691B5-870A-47F4-AE57-0792729BB702}"/>
                </a:ext>
              </a:extLst>
            </p:cNvPr>
            <p:cNvPicPr>
              <a:picLocks noChangeAspect="1"/>
            </p:cNvPicPr>
            <p:nvPr/>
          </p:nvPicPr>
          <p:blipFill rotWithShape="1">
            <a:blip r:embed="rId3"/>
            <a:srcRect t="21350" b="-1"/>
            <a:stretch/>
          </p:blipFill>
          <p:spPr>
            <a:xfrm>
              <a:off x="6608717" y="3126378"/>
              <a:ext cx="4442460" cy="1815936"/>
            </a:xfrm>
            <a:prstGeom prst="rect">
              <a:avLst/>
            </a:prstGeom>
          </p:spPr>
        </p:pic>
      </p:grpSp>
      <p:sp>
        <p:nvSpPr>
          <p:cNvPr id="8" name="Rectángulo redondeado 7"/>
          <p:cNvSpPr/>
          <p:nvPr/>
        </p:nvSpPr>
        <p:spPr>
          <a:xfrm>
            <a:off x="6418217" y="2525486"/>
            <a:ext cx="4706983" cy="2447108"/>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echa a la derecha con bandas 8"/>
          <p:cNvSpPr/>
          <p:nvPr/>
        </p:nvSpPr>
        <p:spPr>
          <a:xfrm>
            <a:off x="5347063" y="3004457"/>
            <a:ext cx="1071154" cy="1968137"/>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4779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735544" y="657816"/>
            <a:ext cx="5177578" cy="2956241"/>
          </a:xfrm>
          <a:prstGeom prst="rect">
            <a:avLst/>
          </a:prstGeom>
          <a:effectLst>
            <a:glow rad="228600">
              <a:schemeClr val="accent5">
                <a:satMod val="175000"/>
                <a:alpha val="40000"/>
              </a:schemeClr>
            </a:glow>
          </a:effectLst>
        </p:spPr>
      </p:pic>
      <p:sp>
        <p:nvSpPr>
          <p:cNvPr id="7" name="Rectángulo redondeado 6"/>
          <p:cNvSpPr/>
          <p:nvPr/>
        </p:nvSpPr>
        <p:spPr>
          <a:xfrm>
            <a:off x="827316" y="4075612"/>
            <a:ext cx="3265714" cy="14717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sz="2400" b="1" dirty="0">
                <a:solidFill>
                  <a:schemeClr val="tx1"/>
                </a:solidFill>
              </a:rPr>
              <a:t>CARACTERISTICAS DEL HADWARE</a:t>
            </a:r>
            <a:endParaRPr lang="en-US" sz="2400" b="1" dirty="0">
              <a:solidFill>
                <a:schemeClr val="tx1"/>
              </a:solidFill>
            </a:endParaRPr>
          </a:p>
        </p:txBody>
      </p:sp>
      <p:sp>
        <p:nvSpPr>
          <p:cNvPr id="8" name="Flecha a la derecha con bandas 7"/>
          <p:cNvSpPr/>
          <p:nvPr/>
        </p:nvSpPr>
        <p:spPr>
          <a:xfrm>
            <a:off x="4093030" y="4546712"/>
            <a:ext cx="1419499" cy="827314"/>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echa curvada hacia la izquierda 9"/>
          <p:cNvSpPr/>
          <p:nvPr/>
        </p:nvSpPr>
        <p:spPr>
          <a:xfrm rot="17440500">
            <a:off x="7017679" y="-335464"/>
            <a:ext cx="1331101" cy="356887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aphicFrame>
        <p:nvGraphicFramePr>
          <p:cNvPr id="12" name="Tabla 11"/>
          <p:cNvGraphicFramePr>
            <a:graphicFrameLocks noGrp="1"/>
          </p:cNvGraphicFramePr>
          <p:nvPr/>
        </p:nvGraphicFramePr>
        <p:xfrm>
          <a:off x="6186747" y="2531471"/>
          <a:ext cx="5587241" cy="3931920"/>
        </p:xfrm>
        <a:graphic>
          <a:graphicData uri="http://schemas.openxmlformats.org/drawingml/2006/table">
            <a:tbl>
              <a:tblPr firstRow="1" bandRow="1">
                <a:tableStyleId>{5C22544A-7EE6-4342-B048-85BDC9FD1C3A}</a:tableStyleId>
              </a:tblPr>
              <a:tblGrid>
                <a:gridCol w="695584">
                  <a:extLst>
                    <a:ext uri="{9D8B030D-6E8A-4147-A177-3AD203B41FA5}">
                      <a16:colId xmlns:a16="http://schemas.microsoft.com/office/drawing/2014/main" val="1876336338"/>
                    </a:ext>
                  </a:extLst>
                </a:gridCol>
                <a:gridCol w="4891657">
                  <a:extLst>
                    <a:ext uri="{9D8B030D-6E8A-4147-A177-3AD203B41FA5}">
                      <a16:colId xmlns:a16="http://schemas.microsoft.com/office/drawing/2014/main" val="93742115"/>
                    </a:ext>
                  </a:extLst>
                </a:gridCol>
              </a:tblGrid>
              <a:tr h="0">
                <a:tc>
                  <a:txBody>
                    <a:bodyPr/>
                    <a:lstStyle/>
                    <a:p>
                      <a:pPr algn="ctr"/>
                      <a:r>
                        <a:rPr lang="es-BO" sz="1200" b="1" dirty="0"/>
                        <a:t>CARACTERISTICA</a:t>
                      </a:r>
                      <a:endParaRPr lang="en-US" sz="1200" b="1" dirty="0"/>
                    </a:p>
                  </a:txBody>
                  <a:tcPr/>
                </a:tc>
                <a:tc>
                  <a:txBody>
                    <a:bodyPr/>
                    <a:lstStyle/>
                    <a:p>
                      <a:r>
                        <a:rPr lang="es-BO" sz="1200" dirty="0"/>
                        <a:t>DESCRIPCION</a:t>
                      </a:r>
                      <a:endParaRPr lang="en-US" sz="1200" dirty="0"/>
                    </a:p>
                  </a:txBody>
                  <a:tcPr/>
                </a:tc>
                <a:extLst>
                  <a:ext uri="{0D108BD9-81ED-4DB2-BD59-A6C34878D82A}">
                    <a16:rowId xmlns:a16="http://schemas.microsoft.com/office/drawing/2014/main" val="2427930055"/>
                  </a:ext>
                </a:extLst>
              </a:tr>
              <a:tr h="0">
                <a:tc>
                  <a:txBody>
                    <a:bodyPr/>
                    <a:lstStyle/>
                    <a:p>
                      <a:pPr algn="ctr"/>
                      <a:r>
                        <a:rPr lang="es-BO" sz="1200" b="1" dirty="0"/>
                        <a:t>1</a:t>
                      </a:r>
                      <a:endParaRPr lang="en-US" sz="1200" b="1" dirty="0"/>
                    </a:p>
                  </a:txBody>
                  <a:tcPr/>
                </a:tc>
                <a:tc>
                  <a:txBody>
                    <a:bodyPr/>
                    <a:lstStyle/>
                    <a:p>
                      <a:r>
                        <a:rPr lang="es-BO" sz="1200" dirty="0"/>
                        <a:t>BLOQUE DE TERMINALES DE SALIDA</a:t>
                      </a:r>
                      <a:endParaRPr lang="en-US" sz="1200" dirty="0"/>
                    </a:p>
                  </a:txBody>
                  <a:tcPr/>
                </a:tc>
                <a:extLst>
                  <a:ext uri="{0D108BD9-81ED-4DB2-BD59-A6C34878D82A}">
                    <a16:rowId xmlns:a16="http://schemas.microsoft.com/office/drawing/2014/main" val="3245733557"/>
                  </a:ext>
                </a:extLst>
              </a:tr>
              <a:tr h="0">
                <a:tc>
                  <a:txBody>
                    <a:bodyPr/>
                    <a:lstStyle/>
                    <a:p>
                      <a:pPr algn="ctr"/>
                      <a:r>
                        <a:rPr lang="es-BO" sz="1200" b="1" dirty="0"/>
                        <a:t>2</a:t>
                      </a:r>
                      <a:endParaRPr lang="en-US" sz="1200" b="1" dirty="0"/>
                    </a:p>
                  </a:txBody>
                  <a:tcPr/>
                </a:tc>
                <a:tc>
                  <a:txBody>
                    <a:bodyPr/>
                    <a:lstStyle/>
                    <a:p>
                      <a:r>
                        <a:rPr lang="es-BO" sz="1200" dirty="0"/>
                        <a:t>CONECTOR DE BATERIA</a:t>
                      </a:r>
                      <a:endParaRPr lang="en-US" sz="1200" dirty="0"/>
                    </a:p>
                  </a:txBody>
                  <a:tcPr/>
                </a:tc>
                <a:extLst>
                  <a:ext uri="{0D108BD9-81ED-4DB2-BD59-A6C34878D82A}">
                    <a16:rowId xmlns:a16="http://schemas.microsoft.com/office/drawing/2014/main" val="130745071"/>
                  </a:ext>
                </a:extLst>
              </a:tr>
              <a:tr h="0">
                <a:tc>
                  <a:txBody>
                    <a:bodyPr/>
                    <a:lstStyle/>
                    <a:p>
                      <a:pPr algn="ctr"/>
                      <a:r>
                        <a:rPr lang="es-BO" sz="1200" b="1" dirty="0"/>
                        <a:t>3</a:t>
                      </a:r>
                      <a:endParaRPr lang="en-US" sz="1200" b="1" dirty="0"/>
                    </a:p>
                  </a:txBody>
                  <a:tcPr/>
                </a:tc>
                <a:tc>
                  <a:txBody>
                    <a:bodyPr/>
                    <a:lstStyle/>
                    <a:p>
                      <a:r>
                        <a:rPr lang="es-BO" sz="1200" dirty="0"/>
                        <a:t>INTERFAZ DE CONECTOR DE BUS A E/S DE EXPANSION</a:t>
                      </a:r>
                      <a:endParaRPr lang="en-US" sz="1200" dirty="0"/>
                    </a:p>
                  </a:txBody>
                  <a:tcPr/>
                </a:tc>
                <a:extLst>
                  <a:ext uri="{0D108BD9-81ED-4DB2-BD59-A6C34878D82A}">
                    <a16:rowId xmlns:a16="http://schemas.microsoft.com/office/drawing/2014/main" val="744215953"/>
                  </a:ext>
                </a:extLst>
              </a:tr>
              <a:tr h="0">
                <a:tc>
                  <a:txBody>
                    <a:bodyPr/>
                    <a:lstStyle/>
                    <a:p>
                      <a:pPr algn="ctr"/>
                      <a:r>
                        <a:rPr lang="es-BO" sz="1200" b="1" dirty="0"/>
                        <a:t>4</a:t>
                      </a:r>
                      <a:endParaRPr lang="en-US" sz="1200" b="1" dirty="0"/>
                    </a:p>
                  </a:txBody>
                  <a:tcPr/>
                </a:tc>
                <a:tc>
                  <a:txBody>
                    <a:bodyPr/>
                    <a:lstStyle/>
                    <a:p>
                      <a:r>
                        <a:rPr lang="es-BO" sz="1200" dirty="0"/>
                        <a:t>BATERIA</a:t>
                      </a:r>
                      <a:endParaRPr lang="en-US" sz="1200" dirty="0"/>
                    </a:p>
                  </a:txBody>
                  <a:tcPr/>
                </a:tc>
                <a:extLst>
                  <a:ext uri="{0D108BD9-81ED-4DB2-BD59-A6C34878D82A}">
                    <a16:rowId xmlns:a16="http://schemas.microsoft.com/office/drawing/2014/main" val="227323839"/>
                  </a:ext>
                </a:extLst>
              </a:tr>
              <a:tr h="0">
                <a:tc>
                  <a:txBody>
                    <a:bodyPr/>
                    <a:lstStyle/>
                    <a:p>
                      <a:pPr algn="ctr"/>
                      <a:r>
                        <a:rPr lang="es-BO" sz="1200" b="1" dirty="0"/>
                        <a:t>5</a:t>
                      </a:r>
                      <a:endParaRPr lang="en-US" sz="1200" b="1" dirty="0"/>
                    </a:p>
                  </a:txBody>
                  <a:tcPr/>
                </a:tc>
                <a:tc>
                  <a:txBody>
                    <a:bodyPr/>
                    <a:lstStyle/>
                    <a:p>
                      <a:r>
                        <a:rPr lang="es-BO" sz="1200" dirty="0"/>
                        <a:t>BLOQUE DE TERMINALES DE ENTRADA</a:t>
                      </a:r>
                      <a:endParaRPr lang="en-US" sz="1200" dirty="0"/>
                    </a:p>
                  </a:txBody>
                  <a:tcPr/>
                </a:tc>
                <a:extLst>
                  <a:ext uri="{0D108BD9-81ED-4DB2-BD59-A6C34878D82A}">
                    <a16:rowId xmlns:a16="http://schemas.microsoft.com/office/drawing/2014/main" val="2053952500"/>
                  </a:ext>
                </a:extLst>
              </a:tr>
              <a:tr h="0">
                <a:tc>
                  <a:txBody>
                    <a:bodyPr/>
                    <a:lstStyle/>
                    <a:p>
                      <a:pPr algn="ctr"/>
                      <a:r>
                        <a:rPr lang="es-BO" sz="1200" b="1" dirty="0"/>
                        <a:t>6</a:t>
                      </a:r>
                      <a:endParaRPr lang="en-US" sz="1200" b="1" dirty="0"/>
                    </a:p>
                  </a:txBody>
                  <a:tcPr/>
                </a:tc>
                <a:tc>
                  <a:txBody>
                    <a:bodyPr/>
                    <a:lstStyle/>
                    <a:p>
                      <a:r>
                        <a:rPr lang="es-BO" sz="1200" dirty="0"/>
                        <a:t>LCD</a:t>
                      </a:r>
                      <a:endParaRPr lang="en-US" sz="1200" dirty="0"/>
                    </a:p>
                  </a:txBody>
                  <a:tcPr/>
                </a:tc>
                <a:extLst>
                  <a:ext uri="{0D108BD9-81ED-4DB2-BD59-A6C34878D82A}">
                    <a16:rowId xmlns:a16="http://schemas.microsoft.com/office/drawing/2014/main" val="1100240303"/>
                  </a:ext>
                </a:extLst>
              </a:tr>
              <a:tr h="0">
                <a:tc>
                  <a:txBody>
                    <a:bodyPr/>
                    <a:lstStyle/>
                    <a:p>
                      <a:pPr algn="ctr"/>
                      <a:r>
                        <a:rPr lang="es-BO" sz="1200" b="1" dirty="0"/>
                        <a:t>7</a:t>
                      </a:r>
                      <a:endParaRPr lang="en-US" sz="1200" b="1" dirty="0"/>
                    </a:p>
                  </a:txBody>
                  <a:tcPr/>
                </a:tc>
                <a:tc>
                  <a:txBody>
                    <a:bodyPr/>
                    <a:lstStyle/>
                    <a:p>
                      <a:r>
                        <a:rPr lang="es-BO" sz="1200" dirty="0"/>
                        <a:t>TECLADO LCD(ESC,OK,ARRIBA,ABAJOIZQUIERDA,DERECHA)</a:t>
                      </a:r>
                      <a:endParaRPr lang="en-US" sz="1200" dirty="0"/>
                    </a:p>
                  </a:txBody>
                  <a:tcPr/>
                </a:tc>
                <a:extLst>
                  <a:ext uri="{0D108BD9-81ED-4DB2-BD59-A6C34878D82A}">
                    <a16:rowId xmlns:a16="http://schemas.microsoft.com/office/drawing/2014/main" val="1640349284"/>
                  </a:ext>
                </a:extLst>
              </a:tr>
              <a:tr h="0">
                <a:tc>
                  <a:txBody>
                    <a:bodyPr/>
                    <a:lstStyle/>
                    <a:p>
                      <a:pPr algn="ctr"/>
                      <a:r>
                        <a:rPr lang="es-BO" sz="1200" b="1" dirty="0"/>
                        <a:t>8</a:t>
                      </a:r>
                      <a:endParaRPr lang="en-US" sz="1200" b="1" dirty="0"/>
                    </a:p>
                  </a:txBody>
                  <a:tcPr/>
                </a:tc>
                <a:tc>
                  <a:txBody>
                    <a:bodyPr/>
                    <a:lstStyle/>
                    <a:p>
                      <a:r>
                        <a:rPr lang="es-BO" sz="1200" dirty="0"/>
                        <a:t>INDICADORES LED DE ESTADO</a:t>
                      </a:r>
                      <a:endParaRPr lang="en-US" sz="1200" dirty="0"/>
                    </a:p>
                  </a:txBody>
                  <a:tcPr/>
                </a:tc>
                <a:extLst>
                  <a:ext uri="{0D108BD9-81ED-4DB2-BD59-A6C34878D82A}">
                    <a16:rowId xmlns:a16="http://schemas.microsoft.com/office/drawing/2014/main" val="1691386099"/>
                  </a:ext>
                </a:extLst>
              </a:tr>
              <a:tr h="0">
                <a:tc>
                  <a:txBody>
                    <a:bodyPr/>
                    <a:lstStyle/>
                    <a:p>
                      <a:pPr algn="ctr"/>
                      <a:r>
                        <a:rPr lang="es-BO" sz="1200" b="1" dirty="0"/>
                        <a:t>9</a:t>
                      </a:r>
                      <a:endParaRPr lang="en-US" sz="1200" b="1" dirty="0"/>
                    </a:p>
                  </a:txBody>
                  <a:tcPr/>
                </a:tc>
                <a:tc>
                  <a:txBody>
                    <a:bodyPr/>
                    <a:lstStyle/>
                    <a:p>
                      <a:r>
                        <a:rPr lang="es-BO" sz="1200" dirty="0"/>
                        <a:t>CUBIERTA DEL PUERTO DEL</a:t>
                      </a:r>
                      <a:r>
                        <a:rPr lang="es-BO" sz="1200" baseline="0" dirty="0"/>
                        <a:t> MODULO DE MEMORIA 1 O 2</a:t>
                      </a:r>
                      <a:endParaRPr lang="en-US" sz="1200" dirty="0"/>
                    </a:p>
                  </a:txBody>
                  <a:tcPr/>
                </a:tc>
                <a:extLst>
                  <a:ext uri="{0D108BD9-81ED-4DB2-BD59-A6C34878D82A}">
                    <a16:rowId xmlns:a16="http://schemas.microsoft.com/office/drawing/2014/main" val="2600635378"/>
                  </a:ext>
                </a:extLst>
              </a:tr>
              <a:tr h="0">
                <a:tc>
                  <a:txBody>
                    <a:bodyPr/>
                    <a:lstStyle/>
                    <a:p>
                      <a:pPr algn="ctr"/>
                      <a:r>
                        <a:rPr lang="es-BO" sz="1200" b="1" dirty="0"/>
                        <a:t>10</a:t>
                      </a:r>
                      <a:endParaRPr lang="en-US" sz="1200" b="1" dirty="0"/>
                    </a:p>
                  </a:txBody>
                  <a:tcPr/>
                </a:tc>
                <a:tc>
                  <a:txBody>
                    <a:bodyPr/>
                    <a:lstStyle/>
                    <a:p>
                      <a:r>
                        <a:rPr lang="es-BO" sz="1200" dirty="0"/>
                        <a:t>PESTILOS DE RIEL</a:t>
                      </a:r>
                      <a:endParaRPr lang="en-US" sz="1200" dirty="0"/>
                    </a:p>
                  </a:txBody>
                  <a:tcPr/>
                </a:tc>
                <a:extLst>
                  <a:ext uri="{0D108BD9-81ED-4DB2-BD59-A6C34878D82A}">
                    <a16:rowId xmlns:a16="http://schemas.microsoft.com/office/drawing/2014/main" val="2201859492"/>
                  </a:ext>
                </a:extLst>
              </a:tr>
              <a:tr h="0">
                <a:tc>
                  <a:txBody>
                    <a:bodyPr/>
                    <a:lstStyle/>
                    <a:p>
                      <a:pPr algn="ctr"/>
                      <a:r>
                        <a:rPr lang="es-BO" sz="1200" b="1" dirty="0"/>
                        <a:t>11</a:t>
                      </a:r>
                      <a:endParaRPr lang="en-US" sz="1200" b="1" dirty="0"/>
                    </a:p>
                  </a:txBody>
                  <a:tcPr/>
                </a:tc>
                <a:tc>
                  <a:txBody>
                    <a:bodyPr/>
                    <a:lstStyle/>
                    <a:p>
                      <a:r>
                        <a:rPr lang="es-BO" sz="1200" dirty="0"/>
                        <a:t>PUERTO DE COMUNICACIONES RS-232/485 (CANAL 0, AISLADO)</a:t>
                      </a:r>
                      <a:endParaRPr lang="en-US" sz="1200" dirty="0"/>
                    </a:p>
                  </a:txBody>
                  <a:tcPr/>
                </a:tc>
                <a:extLst>
                  <a:ext uri="{0D108BD9-81ED-4DB2-BD59-A6C34878D82A}">
                    <a16:rowId xmlns:a16="http://schemas.microsoft.com/office/drawing/2014/main" val="1412317888"/>
                  </a:ext>
                </a:extLst>
              </a:tr>
              <a:tr h="0">
                <a:tc>
                  <a:txBody>
                    <a:bodyPr/>
                    <a:lstStyle/>
                    <a:p>
                      <a:pPr algn="ctr"/>
                      <a:r>
                        <a:rPr lang="es-BO" sz="1200" b="1" dirty="0"/>
                        <a:t>12</a:t>
                      </a:r>
                      <a:endParaRPr lang="en-US" sz="1200" b="1" dirty="0"/>
                    </a:p>
                  </a:txBody>
                  <a:tcPr/>
                </a:tc>
                <a:tc>
                  <a:txBody>
                    <a:bodyPr/>
                    <a:lstStyle/>
                    <a:p>
                      <a:r>
                        <a:rPr lang="es-BO" sz="1200" dirty="0"/>
                        <a:t>PUERTO ETHERNET</a:t>
                      </a:r>
                      <a:endParaRPr lang="en-US" sz="1200" dirty="0"/>
                    </a:p>
                  </a:txBody>
                  <a:tcPr/>
                </a:tc>
                <a:extLst>
                  <a:ext uri="{0D108BD9-81ED-4DB2-BD59-A6C34878D82A}">
                    <a16:rowId xmlns:a16="http://schemas.microsoft.com/office/drawing/2014/main" val="410978158"/>
                  </a:ext>
                </a:extLst>
              </a:tr>
            </a:tbl>
          </a:graphicData>
        </a:graphic>
      </p:graphicFrame>
    </p:spTree>
    <p:extLst>
      <p:ext uri="{BB962C8B-B14F-4D97-AF65-F5344CB8AC3E}">
        <p14:creationId xmlns:p14="http://schemas.microsoft.com/office/powerpoint/2010/main" val="32655228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normAutofit/>
          </a:bodyPr>
          <a:lstStyle/>
          <a:p>
            <a:pPr algn="ctr"/>
            <a:r>
              <a:rPr lang="es-BO" sz="4000" b="1" dirty="0"/>
              <a:t>MODULO DE EXPANSIÓN DEL PLC</a:t>
            </a:r>
            <a:endParaRPr lang="en-US" sz="4000" b="1" dirty="0"/>
          </a:p>
        </p:txBody>
      </p:sp>
      <p:graphicFrame>
        <p:nvGraphicFramePr>
          <p:cNvPr id="4" name="Marcador de contenido 3"/>
          <p:cNvGraphicFramePr>
            <a:graphicFrameLocks noGrp="1"/>
          </p:cNvGraphicFramePr>
          <p:nvPr>
            <p:ph idx="1"/>
          </p:nvPr>
        </p:nvGraphicFramePr>
        <p:xfrm>
          <a:off x="666206" y="1175657"/>
          <a:ext cx="10058400"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1628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56E2C6BB-CE4C-09F2-51EA-6FD72C755B8E}"/>
              </a:ext>
            </a:extLst>
          </p:cNvPr>
          <p:cNvSpPr txBox="1"/>
          <p:nvPr/>
        </p:nvSpPr>
        <p:spPr>
          <a:xfrm>
            <a:off x="921121" y="1859339"/>
            <a:ext cx="4753966" cy="3754874"/>
          </a:xfrm>
          <a:prstGeom prst="rect">
            <a:avLst/>
          </a:prstGeom>
          <a:noFill/>
        </p:spPr>
        <p:txBody>
          <a:bodyPr wrap="square" rtlCol="0">
            <a:spAutoFit/>
          </a:bodyPr>
          <a:lstStyle/>
          <a:p>
            <a:r>
              <a:rPr lang="es-BO" sz="2000" b="1" dirty="0"/>
              <a:t>CARACTERISTICAS</a:t>
            </a:r>
            <a:r>
              <a:rPr lang="es-BO" sz="2000" dirty="0"/>
              <a:t> </a:t>
            </a:r>
          </a:p>
          <a:p>
            <a:r>
              <a:rPr lang="es-ES" sz="2000" b="1" i="1" dirty="0">
                <a:effectLst/>
                <a:ea typeface="Times New Roman" panose="02020603050405020304" pitchFamily="18" charset="0"/>
              </a:rPr>
              <a:t>Módulo de expansión 1762-IF20F2 de Hallen Bradley</a:t>
            </a:r>
          </a:p>
          <a:p>
            <a:endParaRPr lang="es-ES" sz="2000" b="1" i="1" dirty="0"/>
          </a:p>
          <a:p>
            <a:pPr marL="285750" indent="-285750">
              <a:buFont typeface="Wingdings" panose="05000000000000000000" pitchFamily="2" charset="2"/>
              <a:buChar char="Ø"/>
            </a:pPr>
            <a:r>
              <a:rPr lang="es-ES" sz="2000" dirty="0"/>
              <a:t>Tipo de entrada: </a:t>
            </a:r>
            <a:r>
              <a:rPr lang="es-ES" sz="2000" dirty="0" err="1"/>
              <a:t>Analogico</a:t>
            </a:r>
            <a:endParaRPr lang="es-ES" sz="2000" dirty="0"/>
          </a:p>
          <a:p>
            <a:pPr marL="285750" indent="-285750">
              <a:buFont typeface="Wingdings" panose="05000000000000000000" pitchFamily="2" charset="2"/>
              <a:buChar char="Ø"/>
            </a:pPr>
            <a:r>
              <a:rPr lang="es-ES" sz="2000" dirty="0"/>
              <a:t>Temperatura máxima de funcionamiento: +65 °C</a:t>
            </a:r>
          </a:p>
          <a:p>
            <a:pPr marL="285750" indent="-285750">
              <a:buFont typeface="Wingdings" panose="05000000000000000000" pitchFamily="2" charset="2"/>
              <a:buChar char="Ø"/>
            </a:pPr>
            <a:r>
              <a:rPr lang="es-ES" sz="2000" dirty="0"/>
              <a:t>Temperatura de trabajo mínima: -20 °C</a:t>
            </a:r>
          </a:p>
          <a:p>
            <a:pPr marL="285750" indent="-285750">
              <a:buFont typeface="Wingdings" panose="05000000000000000000" pitchFamily="2" charset="2"/>
              <a:buChar char="Ø"/>
            </a:pPr>
            <a:r>
              <a:rPr lang="es-ES" sz="2000" dirty="0"/>
              <a:t>Numero de entradas: 2</a:t>
            </a:r>
          </a:p>
          <a:p>
            <a:pPr marL="285750" indent="-285750">
              <a:buFont typeface="Wingdings" panose="05000000000000000000" pitchFamily="2" charset="2"/>
              <a:buChar char="Ø"/>
            </a:pPr>
            <a:r>
              <a:rPr lang="es-ES" sz="2000" dirty="0"/>
              <a:t>Numero de salidas</a:t>
            </a:r>
            <a:r>
              <a:rPr lang="es-BO" sz="2000" dirty="0"/>
              <a:t> : 2 (single-</a:t>
            </a:r>
            <a:r>
              <a:rPr lang="es-BO" sz="2000" dirty="0" err="1"/>
              <a:t>ended</a:t>
            </a:r>
            <a:endParaRPr lang="es-BO" sz="2000" dirty="0"/>
          </a:p>
          <a:p>
            <a:pPr marL="285750" indent="-285750">
              <a:buFont typeface="Wingdings" panose="05000000000000000000" pitchFamily="2" charset="2"/>
              <a:buChar char="Ø"/>
            </a:pPr>
            <a:r>
              <a:rPr lang="es-BO" sz="2000" dirty="0"/>
              <a:t>Corriente de salida: 20 mA</a:t>
            </a:r>
          </a:p>
          <a:p>
            <a:pPr marL="285750" indent="-285750">
              <a:buFont typeface="Wingdings" panose="05000000000000000000" pitchFamily="2" charset="2"/>
              <a:buChar char="Ø"/>
            </a:pPr>
            <a:r>
              <a:rPr lang="es-BO" sz="2000" dirty="0"/>
              <a:t>Tipo de salida: </a:t>
            </a:r>
            <a:r>
              <a:rPr lang="es-BO" sz="2000" dirty="0" err="1"/>
              <a:t>Analogico</a:t>
            </a:r>
            <a:r>
              <a:rPr lang="es-BO" sz="2000" dirty="0"/>
              <a:t>)</a:t>
            </a:r>
          </a:p>
        </p:txBody>
      </p:sp>
      <p:sp>
        <p:nvSpPr>
          <p:cNvPr id="7" name="Título 1">
            <a:extLst>
              <a:ext uri="{FF2B5EF4-FFF2-40B4-BE49-F238E27FC236}">
                <a16:creationId xmlns:a16="http://schemas.microsoft.com/office/drawing/2014/main" id="{A9F7089F-CF50-8FF4-3417-E1DC967D87D6}"/>
              </a:ext>
            </a:extLst>
          </p:cNvPr>
          <p:cNvSpPr>
            <a:spLocks noGrp="1"/>
          </p:cNvSpPr>
          <p:nvPr>
            <p:ph type="title"/>
          </p:nvPr>
        </p:nvSpPr>
        <p:spPr>
          <a:xfrm>
            <a:off x="993704" y="394240"/>
            <a:ext cx="10058400" cy="1014549"/>
          </a:xfrm>
        </p:spPr>
        <p:txBody>
          <a:bodyPr>
            <a:normAutofit/>
          </a:bodyPr>
          <a:lstStyle/>
          <a:p>
            <a:pPr algn="ctr"/>
            <a:r>
              <a:rPr lang="es-BO" sz="4000" b="1" dirty="0"/>
              <a:t>MODULO DE EXPANSIÓN DEL PLC</a:t>
            </a:r>
            <a:endParaRPr lang="en-US" sz="4000" b="1" dirty="0"/>
          </a:p>
        </p:txBody>
      </p:sp>
      <p:pic>
        <p:nvPicPr>
          <p:cNvPr id="3" name="Imagen 2">
            <a:extLst>
              <a:ext uri="{FF2B5EF4-FFF2-40B4-BE49-F238E27FC236}">
                <a16:creationId xmlns:a16="http://schemas.microsoft.com/office/drawing/2014/main" id="{A983284A-4D06-B221-5172-1DDF2019B45C}"/>
              </a:ext>
            </a:extLst>
          </p:cNvPr>
          <p:cNvPicPr>
            <a:picLocks noChangeAspect="1"/>
          </p:cNvPicPr>
          <p:nvPr/>
        </p:nvPicPr>
        <p:blipFill rotWithShape="1">
          <a:blip r:embed="rId3"/>
          <a:srcRect l="15833" t="11141" r="29927" b="13558"/>
          <a:stretch/>
        </p:blipFill>
        <p:spPr>
          <a:xfrm>
            <a:off x="5510075" y="1866293"/>
            <a:ext cx="6086840" cy="3897707"/>
          </a:xfrm>
          <a:prstGeom prst="rect">
            <a:avLst/>
          </a:prstGeom>
        </p:spPr>
      </p:pic>
      <p:sp>
        <p:nvSpPr>
          <p:cNvPr id="5" name="Rectángulo 4">
            <a:extLst>
              <a:ext uri="{FF2B5EF4-FFF2-40B4-BE49-F238E27FC236}">
                <a16:creationId xmlns:a16="http://schemas.microsoft.com/office/drawing/2014/main" id="{A2CE5596-8BE2-E1F5-8B28-F45FBE0018DA}"/>
              </a:ext>
            </a:extLst>
          </p:cNvPr>
          <p:cNvSpPr/>
          <p:nvPr/>
        </p:nvSpPr>
        <p:spPr>
          <a:xfrm>
            <a:off x="9840686" y="2017486"/>
            <a:ext cx="1640114" cy="3596727"/>
          </a:xfrm>
          <a:prstGeom prst="rect">
            <a:avLst/>
          </a:prstGeom>
          <a:noFill/>
          <a:ln w="38100" cap="flat" cmpd="sng" algn="ctr">
            <a:solidFill>
              <a:schemeClr val="accent2"/>
            </a:solidFill>
            <a:prstDash val="solid"/>
            <a:round/>
            <a:headEnd type="none" w="med" len="med"/>
            <a:tailEnd type="none" w="med" len="med"/>
          </a:ln>
          <a:effectLst>
            <a:glow rad="101600">
              <a:schemeClr val="accent2">
                <a:satMod val="175000"/>
                <a:alpha val="40000"/>
              </a:schemeClr>
            </a:glow>
          </a:effectLst>
        </p:spPr>
        <p:style>
          <a:lnRef idx="0">
            <a:scrgbClr r="0" g="0" b="0"/>
          </a:lnRef>
          <a:fillRef idx="0">
            <a:scrgbClr r="0" g="0" b="0"/>
          </a:fillRef>
          <a:effectRef idx="0">
            <a:scrgbClr r="0" g="0" b="0"/>
          </a:effectRef>
          <a:fontRef idx="minor">
            <a:schemeClr val="accent2"/>
          </a:fontRef>
        </p:style>
        <p:txBody>
          <a:bodyPr rtlCol="0" anchor="ctr"/>
          <a:lstStyle/>
          <a:p>
            <a:pPr algn="ctr"/>
            <a:endParaRPr lang="es-BO"/>
          </a:p>
        </p:txBody>
      </p:sp>
    </p:spTree>
    <p:extLst>
      <p:ext uri="{BB962C8B-B14F-4D97-AF65-F5344CB8AC3E}">
        <p14:creationId xmlns:p14="http://schemas.microsoft.com/office/powerpoint/2010/main" val="27886797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7C858C-44F0-EA09-1AD0-73A1E7CD7396}"/>
              </a:ext>
            </a:extLst>
          </p:cNvPr>
          <p:cNvSpPr>
            <a:spLocks noGrp="1"/>
          </p:cNvSpPr>
          <p:nvPr>
            <p:ph type="title"/>
          </p:nvPr>
        </p:nvSpPr>
        <p:spPr>
          <a:xfrm>
            <a:off x="1563623" y="2268477"/>
            <a:ext cx="9070848" cy="2587752"/>
          </a:xfrm>
        </p:spPr>
        <p:txBody>
          <a:bodyPr/>
          <a:lstStyle/>
          <a:p>
            <a:r>
              <a:rPr lang="es-BO" sz="6600" dirty="0"/>
              <a:t>ELEMENTOS DE VISUALIZACIÓN</a:t>
            </a:r>
          </a:p>
        </p:txBody>
      </p:sp>
    </p:spTree>
    <p:extLst>
      <p:ext uri="{BB962C8B-B14F-4D97-AF65-F5344CB8AC3E}">
        <p14:creationId xmlns:p14="http://schemas.microsoft.com/office/powerpoint/2010/main" val="5895060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52055"/>
            <a:ext cx="10058400" cy="880654"/>
          </a:xfrm>
        </p:spPr>
        <p:txBody>
          <a:bodyPr>
            <a:noAutofit/>
          </a:bodyPr>
          <a:lstStyle/>
          <a:p>
            <a:pPr lvl="0"/>
            <a:r>
              <a:rPr lang="en-US" altLang="en-US" sz="3600" b="1" dirty="0">
                <a:solidFill>
                  <a:schemeClr val="tx1"/>
                </a:solidFill>
              </a:rPr>
              <a:t>Human-Machine Interface</a:t>
            </a:r>
            <a:endParaRPr lang="en-US" sz="3600" b="1" dirty="0">
              <a:solidFill>
                <a:schemeClr val="tx1"/>
              </a:solidFill>
            </a:endParaRPr>
          </a:p>
        </p:txBody>
      </p:sp>
      <p:sp>
        <p:nvSpPr>
          <p:cNvPr id="3" name="Marcador de contenido 2"/>
          <p:cNvSpPr>
            <a:spLocks noGrp="1"/>
          </p:cNvSpPr>
          <p:nvPr>
            <p:ph idx="1"/>
          </p:nvPr>
        </p:nvSpPr>
        <p:spPr>
          <a:xfrm>
            <a:off x="5423769" y="4663677"/>
            <a:ext cx="5289788" cy="1445576"/>
          </a:xfrm>
        </p:spPr>
        <p:txBody>
          <a:bodyPr>
            <a:normAutofit fontScale="92500"/>
          </a:bodyPr>
          <a:lstStyle/>
          <a:p>
            <a:pPr marL="0" indent="0">
              <a:buNone/>
            </a:pPr>
            <a:r>
              <a:rPr lang="es-BO" sz="2000" dirty="0"/>
              <a:t>Es una pantalla gráfica que muestra información sobre el estado del sistema, permite al operador ingresar comandos y configuraciones, y alerta al operador de cualquier problema o falla en el sistema.</a:t>
            </a:r>
          </a:p>
          <a:p>
            <a:pPr marL="0" indent="0">
              <a:buNone/>
            </a:pPr>
            <a:endParaRPr lang="en-US" dirty="0"/>
          </a:p>
        </p:txBody>
      </p:sp>
      <p:pic>
        <p:nvPicPr>
          <p:cNvPr id="7" name="Imagen 6"/>
          <p:cNvPicPr>
            <a:picLocks noChangeAspect="1"/>
          </p:cNvPicPr>
          <p:nvPr/>
        </p:nvPicPr>
        <p:blipFill>
          <a:blip r:embed="rId2"/>
          <a:stretch>
            <a:fillRect/>
          </a:stretch>
        </p:blipFill>
        <p:spPr>
          <a:xfrm>
            <a:off x="1525398" y="1469398"/>
            <a:ext cx="3161905" cy="2222222"/>
          </a:xfrm>
          <a:prstGeom prst="rect">
            <a:avLst/>
          </a:prstGeom>
        </p:spPr>
      </p:pic>
      <p:pic>
        <p:nvPicPr>
          <p:cNvPr id="9" name="Imagen 8"/>
          <p:cNvPicPr>
            <a:picLocks noChangeAspect="1"/>
          </p:cNvPicPr>
          <p:nvPr/>
        </p:nvPicPr>
        <p:blipFill>
          <a:blip r:embed="rId3"/>
          <a:stretch>
            <a:fillRect/>
          </a:stretch>
        </p:blipFill>
        <p:spPr>
          <a:xfrm>
            <a:off x="1535723" y="3984495"/>
            <a:ext cx="3112225" cy="2124758"/>
          </a:xfrm>
          <a:prstGeom prst="rect">
            <a:avLst/>
          </a:prstGeom>
        </p:spPr>
      </p:pic>
      <p:pic>
        <p:nvPicPr>
          <p:cNvPr id="10" name="Imagen 9"/>
          <p:cNvPicPr/>
          <p:nvPr/>
        </p:nvPicPr>
        <p:blipFill>
          <a:blip r:embed="rId4">
            <a:extLst>
              <a:ext uri="{28A0092B-C50C-407E-A947-70E740481C1C}">
                <a14:useLocalDpi xmlns:a14="http://schemas.microsoft.com/office/drawing/2010/main" val="0"/>
              </a:ext>
            </a:extLst>
          </a:blip>
          <a:srcRect/>
          <a:stretch>
            <a:fillRect/>
          </a:stretch>
        </p:blipFill>
        <p:spPr bwMode="auto">
          <a:xfrm>
            <a:off x="5423769" y="1273907"/>
            <a:ext cx="5289788" cy="3160306"/>
          </a:xfrm>
          <a:prstGeom prst="rect">
            <a:avLst/>
          </a:prstGeom>
          <a:noFill/>
          <a:ln>
            <a:noFill/>
          </a:ln>
        </p:spPr>
      </p:pic>
    </p:spTree>
    <p:extLst>
      <p:ext uri="{BB962C8B-B14F-4D97-AF65-F5344CB8AC3E}">
        <p14:creationId xmlns:p14="http://schemas.microsoft.com/office/powerpoint/2010/main" val="287263117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42594"/>
            <a:ext cx="10058400" cy="707235"/>
          </a:xfrm>
        </p:spPr>
        <p:txBody>
          <a:bodyPr>
            <a:normAutofit fontScale="90000"/>
          </a:bodyPr>
          <a:lstStyle/>
          <a:p>
            <a:r>
              <a:rPr lang="es-BO" dirty="0"/>
              <a:t>DOSIFICADOR</a:t>
            </a:r>
            <a:endParaRPr lang="en-US" dirty="0"/>
          </a:p>
        </p:txBody>
      </p:sp>
      <p:pic>
        <p:nvPicPr>
          <p:cNvPr id="4" name="Marcador de contenido 3"/>
          <p:cNvPicPr>
            <a:picLocks noGrp="1" noChangeAspect="1"/>
          </p:cNvPicPr>
          <p:nvPr>
            <p:ph idx="1"/>
          </p:nvPr>
        </p:nvPicPr>
        <p:blipFill>
          <a:blip r:embed="rId2"/>
          <a:stretch>
            <a:fillRect/>
          </a:stretch>
        </p:blipFill>
        <p:spPr>
          <a:xfrm>
            <a:off x="1438041" y="1842181"/>
            <a:ext cx="2958660" cy="3932237"/>
          </a:xfrm>
          <a:prstGeom prst="rect">
            <a:avLst/>
          </a:prstGeom>
        </p:spPr>
      </p:pic>
      <p:pic>
        <p:nvPicPr>
          <p:cNvPr id="6" name="Imagen 5"/>
          <p:cNvPicPr>
            <a:picLocks noChangeAspect="1"/>
          </p:cNvPicPr>
          <p:nvPr/>
        </p:nvPicPr>
        <p:blipFill>
          <a:blip r:embed="rId3"/>
          <a:stretch>
            <a:fillRect/>
          </a:stretch>
        </p:blipFill>
        <p:spPr>
          <a:xfrm>
            <a:off x="4458789" y="1842180"/>
            <a:ext cx="3197755" cy="3932237"/>
          </a:xfrm>
          <a:prstGeom prst="rect">
            <a:avLst/>
          </a:prstGeom>
        </p:spPr>
      </p:pic>
      <p:pic>
        <p:nvPicPr>
          <p:cNvPr id="7" name="Imagen 6"/>
          <p:cNvPicPr>
            <a:picLocks noChangeAspect="1"/>
          </p:cNvPicPr>
          <p:nvPr/>
        </p:nvPicPr>
        <p:blipFill>
          <a:blip r:embed="rId4"/>
          <a:stretch>
            <a:fillRect/>
          </a:stretch>
        </p:blipFill>
        <p:spPr>
          <a:xfrm>
            <a:off x="7830619" y="1842179"/>
            <a:ext cx="3294581" cy="3932237"/>
          </a:xfrm>
          <a:prstGeom prst="rect">
            <a:avLst/>
          </a:prstGeom>
        </p:spPr>
      </p:pic>
    </p:spTree>
    <p:extLst>
      <p:ext uri="{BB962C8B-B14F-4D97-AF65-F5344CB8AC3E}">
        <p14:creationId xmlns:p14="http://schemas.microsoft.com/office/powerpoint/2010/main" val="16628254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42594"/>
            <a:ext cx="10058400" cy="742069"/>
          </a:xfrm>
        </p:spPr>
        <p:txBody>
          <a:bodyPr>
            <a:normAutofit fontScale="90000"/>
          </a:bodyPr>
          <a:lstStyle/>
          <a:p>
            <a:r>
              <a:rPr lang="es-BO" dirty="0"/>
              <a:t>DOSIFICADOR</a:t>
            </a:r>
            <a:endParaRPr lang="en-US" dirty="0"/>
          </a:p>
        </p:txBody>
      </p:sp>
      <p:graphicFrame>
        <p:nvGraphicFramePr>
          <p:cNvPr id="9" name="Marcador de contenido 8"/>
          <p:cNvGraphicFramePr>
            <a:graphicFrameLocks noGrp="1"/>
          </p:cNvGraphicFramePr>
          <p:nvPr>
            <p:ph idx="1"/>
          </p:nvPr>
        </p:nvGraphicFramePr>
        <p:xfrm>
          <a:off x="548639" y="1238171"/>
          <a:ext cx="7179163" cy="50335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 name="Google Shape;725;p42">
            <a:extLst>
              <a:ext uri="{FF2B5EF4-FFF2-40B4-BE49-F238E27FC236}">
                <a16:creationId xmlns:a16="http://schemas.microsoft.com/office/drawing/2014/main" id="{D7C14270-E6A0-ECA1-DE20-F4D2226D791D}"/>
              </a:ext>
            </a:extLst>
          </p:cNvPr>
          <p:cNvGrpSpPr/>
          <p:nvPr/>
        </p:nvGrpSpPr>
        <p:grpSpPr>
          <a:xfrm>
            <a:off x="7727803" y="559863"/>
            <a:ext cx="3810001" cy="3195086"/>
            <a:chOff x="2061933" y="1712741"/>
            <a:chExt cx="9011573" cy="4195148"/>
          </a:xfrm>
        </p:grpSpPr>
        <p:pic>
          <p:nvPicPr>
            <p:cNvPr id="5" name="Google Shape;726;p42">
              <a:extLst>
                <a:ext uri="{FF2B5EF4-FFF2-40B4-BE49-F238E27FC236}">
                  <a16:creationId xmlns:a16="http://schemas.microsoft.com/office/drawing/2014/main" id="{91772987-E1B0-EC94-F6B8-8F4BB3FD5995}"/>
                </a:ext>
              </a:extLst>
            </p:cNvPr>
            <p:cNvPicPr preferRelativeResize="0"/>
            <p:nvPr/>
          </p:nvPicPr>
          <p:blipFill rotWithShape="1">
            <a:blip r:embed="rId7">
              <a:alphaModFix/>
            </a:blip>
            <a:srcRect/>
            <a:stretch/>
          </p:blipFill>
          <p:spPr>
            <a:xfrm>
              <a:off x="2061933" y="1712741"/>
              <a:ext cx="9011573" cy="4195148"/>
            </a:xfrm>
            <a:prstGeom prst="rect">
              <a:avLst/>
            </a:prstGeom>
            <a:noFill/>
            <a:ln>
              <a:noFill/>
            </a:ln>
          </p:spPr>
        </p:pic>
        <p:sp>
          <p:nvSpPr>
            <p:cNvPr id="6" name="Google Shape;727;p42">
              <a:extLst>
                <a:ext uri="{FF2B5EF4-FFF2-40B4-BE49-F238E27FC236}">
                  <a16:creationId xmlns:a16="http://schemas.microsoft.com/office/drawing/2014/main" id="{CE6E0FDC-BE0C-2FDD-590F-26D715DAF47B}"/>
                </a:ext>
              </a:extLst>
            </p:cNvPr>
            <p:cNvSpPr/>
            <p:nvPr/>
          </p:nvSpPr>
          <p:spPr>
            <a:xfrm>
              <a:off x="3624170" y="3993018"/>
              <a:ext cx="1568060" cy="661893"/>
            </a:xfrm>
            <a:prstGeom prst="rightArrow">
              <a:avLst>
                <a:gd name="adj1" fmla="val 50000"/>
                <a:gd name="adj2" fmla="val 50000"/>
              </a:avLst>
            </a:prstGeom>
            <a:solidFill>
              <a:srgbClr val="00FFFF"/>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7" name="Google Shape;728;p42">
              <a:extLst>
                <a:ext uri="{FF2B5EF4-FFF2-40B4-BE49-F238E27FC236}">
                  <a16:creationId xmlns:a16="http://schemas.microsoft.com/office/drawing/2014/main" id="{DA69D2DE-9D55-5262-5CC5-80790B9087D5}"/>
                </a:ext>
              </a:extLst>
            </p:cNvPr>
            <p:cNvSpPr/>
            <p:nvPr/>
          </p:nvSpPr>
          <p:spPr>
            <a:xfrm>
              <a:off x="8036520" y="3985568"/>
              <a:ext cx="1568060" cy="661893"/>
            </a:xfrm>
            <a:prstGeom prst="rightArrow">
              <a:avLst>
                <a:gd name="adj1" fmla="val 50000"/>
                <a:gd name="adj2" fmla="val 50000"/>
              </a:avLst>
            </a:prstGeom>
            <a:solidFill>
              <a:srgbClr val="00FFFF"/>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pic>
        <p:nvPicPr>
          <p:cNvPr id="8" name="Imagen 7"/>
          <p:cNvPicPr>
            <a:picLocks noChangeAspect="1"/>
          </p:cNvPicPr>
          <p:nvPr/>
        </p:nvPicPr>
        <p:blipFill>
          <a:blip r:embed="rId8"/>
          <a:stretch>
            <a:fillRect/>
          </a:stretch>
        </p:blipFill>
        <p:spPr>
          <a:xfrm>
            <a:off x="8238308" y="3990808"/>
            <a:ext cx="3183595" cy="1340717"/>
          </a:xfrm>
          <a:prstGeom prst="rect">
            <a:avLst/>
          </a:prstGeom>
        </p:spPr>
      </p:pic>
    </p:spTree>
    <p:extLst>
      <p:ext uri="{BB962C8B-B14F-4D97-AF65-F5344CB8AC3E}">
        <p14:creationId xmlns:p14="http://schemas.microsoft.com/office/powerpoint/2010/main" val="1225348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72195" y="381336"/>
            <a:ext cx="7763692" cy="768195"/>
          </a:xfrm>
        </p:spPr>
        <p:txBody>
          <a:bodyPr>
            <a:normAutofit/>
          </a:bodyPr>
          <a:lstStyle/>
          <a:p>
            <a:r>
              <a:rPr lang="es-BO" dirty="0"/>
              <a:t>PRINCIPIO DE MEDICION</a:t>
            </a:r>
            <a:endParaRPr lang="en-US" dirty="0"/>
          </a:p>
        </p:txBody>
      </p:sp>
      <p:graphicFrame>
        <p:nvGraphicFramePr>
          <p:cNvPr id="4" name="Marcador de contenido 3"/>
          <p:cNvGraphicFramePr>
            <a:graphicFrameLocks noGrp="1"/>
          </p:cNvGraphicFramePr>
          <p:nvPr>
            <p:ph idx="1"/>
          </p:nvPr>
        </p:nvGraphicFramePr>
        <p:xfrm>
          <a:off x="396239" y="1149531"/>
          <a:ext cx="11386459" cy="52077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7034517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42594"/>
            <a:ext cx="10058400" cy="707235"/>
          </a:xfrm>
        </p:spPr>
        <p:txBody>
          <a:bodyPr>
            <a:normAutofit fontScale="90000"/>
          </a:bodyPr>
          <a:lstStyle/>
          <a:p>
            <a:r>
              <a:rPr lang="es-BO" dirty="0"/>
              <a:t>DOSIFICADOR</a:t>
            </a:r>
            <a:endParaRPr lang="en-US" dirty="0"/>
          </a:p>
        </p:txBody>
      </p:sp>
      <p:graphicFrame>
        <p:nvGraphicFramePr>
          <p:cNvPr id="5" name="Marcador de contenido 4"/>
          <p:cNvGraphicFramePr>
            <a:graphicFrameLocks noGrp="1"/>
          </p:cNvGraphicFramePr>
          <p:nvPr>
            <p:ph idx="1"/>
            <p:extLst>
              <p:ext uri="{D42A27DB-BD31-4B8C-83A1-F6EECF244321}">
                <p14:modId xmlns:p14="http://schemas.microsoft.com/office/powerpoint/2010/main" val="3822199841"/>
              </p:ext>
            </p:extLst>
          </p:nvPr>
        </p:nvGraphicFramePr>
        <p:xfrm>
          <a:off x="661851" y="1589315"/>
          <a:ext cx="10463349" cy="3931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56511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BO" dirty="0"/>
              <a:t>DOSIFICADOR</a:t>
            </a:r>
            <a:endParaRPr lang="en-US" dirty="0"/>
          </a:p>
        </p:txBody>
      </p:sp>
      <p:graphicFrame>
        <p:nvGraphicFramePr>
          <p:cNvPr id="8" name="Marcador de contenido 7"/>
          <p:cNvGraphicFramePr>
            <a:graphicFrameLocks noGrp="1"/>
          </p:cNvGraphicFramePr>
          <p:nvPr>
            <p:ph idx="1"/>
          </p:nvPr>
        </p:nvGraphicFramePr>
        <p:xfrm>
          <a:off x="2100943" y="2014194"/>
          <a:ext cx="7990113" cy="35835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39968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642594"/>
            <a:ext cx="10058400" cy="550480"/>
          </a:xfrm>
        </p:spPr>
        <p:txBody>
          <a:bodyPr>
            <a:noAutofit/>
          </a:bodyPr>
          <a:lstStyle/>
          <a:p>
            <a:r>
              <a:rPr lang="es-BO" sz="3200" dirty="0"/>
              <a:t>TECLAS DE NAVEGACION PARA EL DOSIFICADOR </a:t>
            </a:r>
            <a:endParaRPr lang="en-US" sz="3200" dirty="0"/>
          </a:p>
        </p:txBody>
      </p:sp>
      <p:pic>
        <p:nvPicPr>
          <p:cNvPr id="4" name="Marcador de contenido 3"/>
          <p:cNvPicPr>
            <a:picLocks noGrp="1" noChangeAspect="1"/>
          </p:cNvPicPr>
          <p:nvPr>
            <p:ph idx="1"/>
          </p:nvPr>
        </p:nvPicPr>
        <p:blipFill>
          <a:blip r:embed="rId2"/>
          <a:stretch>
            <a:fillRect/>
          </a:stretch>
        </p:blipFill>
        <p:spPr>
          <a:xfrm>
            <a:off x="1066800" y="1865652"/>
            <a:ext cx="4033063" cy="3932237"/>
          </a:xfrm>
          <a:prstGeom prst="rect">
            <a:avLst/>
          </a:prstGeom>
        </p:spPr>
      </p:pic>
      <p:pic>
        <p:nvPicPr>
          <p:cNvPr id="5" name="Imagen 4"/>
          <p:cNvPicPr>
            <a:picLocks noChangeAspect="1"/>
          </p:cNvPicPr>
          <p:nvPr/>
        </p:nvPicPr>
        <p:blipFill>
          <a:blip r:embed="rId3"/>
          <a:stretch>
            <a:fillRect/>
          </a:stretch>
        </p:blipFill>
        <p:spPr>
          <a:xfrm>
            <a:off x="5752174" y="1865652"/>
            <a:ext cx="5687169" cy="3932237"/>
          </a:xfrm>
          <a:prstGeom prst="rect">
            <a:avLst/>
          </a:prstGeom>
        </p:spPr>
      </p:pic>
      <p:pic>
        <p:nvPicPr>
          <p:cNvPr id="6" name="Imagen 5"/>
          <p:cNvPicPr>
            <a:picLocks noChangeAspect="1"/>
          </p:cNvPicPr>
          <p:nvPr/>
        </p:nvPicPr>
        <p:blipFill>
          <a:blip r:embed="rId4"/>
          <a:stretch>
            <a:fillRect/>
          </a:stretch>
        </p:blipFill>
        <p:spPr>
          <a:xfrm>
            <a:off x="5766220" y="1412777"/>
            <a:ext cx="5687169" cy="4837985"/>
          </a:xfrm>
          <a:prstGeom prst="rect">
            <a:avLst/>
          </a:prstGeom>
        </p:spPr>
      </p:pic>
      <p:sp>
        <p:nvSpPr>
          <p:cNvPr id="7" name="Flecha derecha 6"/>
          <p:cNvSpPr/>
          <p:nvPr/>
        </p:nvSpPr>
        <p:spPr>
          <a:xfrm>
            <a:off x="4833257" y="2281646"/>
            <a:ext cx="789779" cy="1375954"/>
          </a:xfrm>
          <a:prstGeom prst="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2841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nodeType="clickEffect">
                                  <p:stCondLst>
                                    <p:cond delay="0"/>
                                  </p:stCondLst>
                                  <p:childTnLst>
                                    <p:animEffect transition="out" filter="fade">
                                      <p:cBhvr>
                                        <p:cTn id="12" dur="500"/>
                                        <p:tgtEl>
                                          <p:spTgt spid="5"/>
                                        </p:tgtEl>
                                      </p:cBhvr>
                                    </p:animEffect>
                                    <p:set>
                                      <p:cBhvr>
                                        <p:cTn id="13" dur="1" fill="hold">
                                          <p:stCondLst>
                                            <p:cond delay="499"/>
                                          </p:stCondLst>
                                        </p:cTn>
                                        <p:tgtEl>
                                          <p:spTgt spid="5"/>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BO" dirty="0"/>
              <a:t>DOSIFICADOR</a:t>
            </a:r>
            <a:endParaRPr lang="en-US" dirty="0"/>
          </a:p>
        </p:txBody>
      </p:sp>
      <p:pic>
        <p:nvPicPr>
          <p:cNvPr id="4" name="Google Shape;760;p44">
            <a:extLst>
              <a:ext uri="{FF2B5EF4-FFF2-40B4-BE49-F238E27FC236}">
                <a16:creationId xmlns:a16="http://schemas.microsoft.com/office/drawing/2014/main" id="{3E476061-5B49-35ED-91CE-FFACFDDA0B6B}"/>
              </a:ext>
            </a:extLst>
          </p:cNvPr>
          <p:cNvPicPr preferRelativeResize="0">
            <a:picLocks noGrp="1"/>
          </p:cNvPicPr>
          <p:nvPr>
            <p:ph idx="1"/>
          </p:nvPr>
        </p:nvPicPr>
        <p:blipFill rotWithShape="1">
          <a:blip r:embed="rId2">
            <a:alphaModFix/>
          </a:blip>
          <a:srcRect/>
          <a:stretch/>
        </p:blipFill>
        <p:spPr>
          <a:xfrm>
            <a:off x="801734" y="2153246"/>
            <a:ext cx="5294266" cy="3932237"/>
          </a:xfrm>
          <a:prstGeom prst="rect">
            <a:avLst/>
          </a:prstGeom>
          <a:noFill/>
          <a:ln>
            <a:noFill/>
          </a:ln>
          <a:effectLst>
            <a:glow rad="228600">
              <a:schemeClr val="accent5">
                <a:satMod val="175000"/>
                <a:alpha val="40000"/>
              </a:schemeClr>
            </a:glow>
          </a:effectLst>
        </p:spPr>
      </p:pic>
      <p:graphicFrame>
        <p:nvGraphicFramePr>
          <p:cNvPr id="7" name="Diagrama 6"/>
          <p:cNvGraphicFramePr/>
          <p:nvPr/>
        </p:nvGraphicFramePr>
        <p:xfrm>
          <a:off x="6431280" y="943583"/>
          <a:ext cx="5128803" cy="30367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Google Shape;757;p44">
            <a:extLst>
              <a:ext uri="{FF2B5EF4-FFF2-40B4-BE49-F238E27FC236}">
                <a16:creationId xmlns:a16="http://schemas.microsoft.com/office/drawing/2014/main" id="{1AAED8EE-7F14-C0E7-CDBC-961D0C5CC4BF}"/>
              </a:ext>
            </a:extLst>
          </p:cNvPr>
          <p:cNvPicPr preferRelativeResize="0"/>
          <p:nvPr/>
        </p:nvPicPr>
        <p:blipFill rotWithShape="1">
          <a:blip r:embed="rId8">
            <a:alphaModFix/>
          </a:blip>
          <a:srcRect/>
          <a:stretch/>
        </p:blipFill>
        <p:spPr>
          <a:xfrm>
            <a:off x="6616716" y="4281301"/>
            <a:ext cx="4943367" cy="1804182"/>
          </a:xfrm>
          <a:prstGeom prst="rect">
            <a:avLst/>
          </a:prstGeom>
          <a:noFill/>
          <a:ln>
            <a:noFill/>
          </a:ln>
          <a:effectLst>
            <a:glow rad="228600">
              <a:schemeClr val="accent5">
                <a:satMod val="175000"/>
                <a:alpha val="40000"/>
              </a:schemeClr>
            </a:glow>
          </a:effectLst>
        </p:spPr>
      </p:pic>
      <p:sp>
        <p:nvSpPr>
          <p:cNvPr id="8" name="Flecha derecha 7"/>
          <p:cNvSpPr/>
          <p:nvPr/>
        </p:nvSpPr>
        <p:spPr>
          <a:xfrm>
            <a:off x="8090263" y="1019239"/>
            <a:ext cx="757645" cy="6183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4558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1" presetClass="exit" presetSubtype="0" fill="hold" nodeType="withEffect">
                                  <p:stCondLst>
                                    <p:cond delay="0"/>
                                  </p:stCondLst>
                                  <p:childTnLst>
                                    <p:set>
                                      <p:cBhvr>
                                        <p:cTn id="11"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BO" b="1" dirty="0"/>
              <a:t>Dosificador </a:t>
            </a:r>
            <a:endParaRPr lang="en-US" b="1" dirty="0"/>
          </a:p>
        </p:txBody>
      </p:sp>
      <p:graphicFrame>
        <p:nvGraphicFramePr>
          <p:cNvPr id="4" name="Tabla 3"/>
          <p:cNvGraphicFramePr>
            <a:graphicFrameLocks noGrp="1"/>
          </p:cNvGraphicFramePr>
          <p:nvPr/>
        </p:nvGraphicFramePr>
        <p:xfrm>
          <a:off x="1401914" y="2108187"/>
          <a:ext cx="2164413" cy="3017520"/>
        </p:xfrm>
        <a:graphic>
          <a:graphicData uri="http://schemas.openxmlformats.org/drawingml/2006/table">
            <a:tbl>
              <a:tblPr firstRow="1" firstCol="1" lastRow="1" lastCol="1" bandRow="1">
                <a:tableStyleId>{284E427A-3D55-4303-BF80-6455036E1DE7}</a:tableStyleId>
              </a:tblPr>
              <a:tblGrid>
                <a:gridCol w="1128368">
                  <a:extLst>
                    <a:ext uri="{9D8B030D-6E8A-4147-A177-3AD203B41FA5}">
                      <a16:colId xmlns:a16="http://schemas.microsoft.com/office/drawing/2014/main" val="2207541312"/>
                    </a:ext>
                  </a:extLst>
                </a:gridCol>
                <a:gridCol w="1036045">
                  <a:extLst>
                    <a:ext uri="{9D8B030D-6E8A-4147-A177-3AD203B41FA5}">
                      <a16:colId xmlns:a16="http://schemas.microsoft.com/office/drawing/2014/main" val="2218333085"/>
                    </a:ext>
                  </a:extLst>
                </a:gridCol>
              </a:tblGrid>
              <a:tr h="144780">
                <a:tc>
                  <a:txBody>
                    <a:bodyPr/>
                    <a:lstStyle/>
                    <a:p>
                      <a:pPr algn="ctr" rtl="0" fontAlgn="b"/>
                      <a:r>
                        <a:rPr lang="en-US" dirty="0" err="1">
                          <a:effectLst/>
                        </a:rPr>
                        <a:t>Voltaje</a:t>
                      </a:r>
                      <a:endParaRPr lang="en-US" dirty="0">
                        <a:effectLst/>
                      </a:endParaRPr>
                    </a:p>
                  </a:txBody>
                  <a:tcPr marL="22860" marR="22860" marT="0" marB="0" anchor="b"/>
                </a:tc>
                <a:tc>
                  <a:txBody>
                    <a:bodyPr/>
                    <a:lstStyle/>
                    <a:p>
                      <a:pPr algn="ctr" rtl="0" fontAlgn="b"/>
                      <a:r>
                        <a:rPr lang="en-US" dirty="0">
                          <a:effectLst/>
                        </a:rPr>
                        <a:t>Caudal</a:t>
                      </a:r>
                    </a:p>
                  </a:txBody>
                  <a:tcPr marL="22860" marR="22860" marT="0" marB="0" anchor="b"/>
                </a:tc>
                <a:extLst>
                  <a:ext uri="{0D108BD9-81ED-4DB2-BD59-A6C34878D82A}">
                    <a16:rowId xmlns:a16="http://schemas.microsoft.com/office/drawing/2014/main" val="2388513841"/>
                  </a:ext>
                </a:extLst>
              </a:tr>
              <a:tr h="144780">
                <a:tc>
                  <a:txBody>
                    <a:bodyPr/>
                    <a:lstStyle/>
                    <a:p>
                      <a:pPr algn="ctr" rtl="0" fontAlgn="b"/>
                      <a:r>
                        <a:rPr lang="en-US" dirty="0">
                          <a:effectLst/>
                        </a:rPr>
                        <a:t>99,7</a:t>
                      </a:r>
                    </a:p>
                  </a:txBody>
                  <a:tcPr marL="22860" marR="22860" marT="0" marB="0" anchor="b"/>
                </a:tc>
                <a:tc>
                  <a:txBody>
                    <a:bodyPr/>
                    <a:lstStyle/>
                    <a:p>
                      <a:pPr algn="ctr" rtl="0" fontAlgn="b"/>
                      <a:r>
                        <a:rPr lang="en-US">
                          <a:effectLst/>
                        </a:rPr>
                        <a:t>0,148</a:t>
                      </a:r>
                    </a:p>
                  </a:txBody>
                  <a:tcPr marL="22860" marR="22860" marT="0" marB="0" anchor="b"/>
                </a:tc>
                <a:extLst>
                  <a:ext uri="{0D108BD9-81ED-4DB2-BD59-A6C34878D82A}">
                    <a16:rowId xmlns:a16="http://schemas.microsoft.com/office/drawing/2014/main" val="3646516814"/>
                  </a:ext>
                </a:extLst>
              </a:tr>
              <a:tr h="144780">
                <a:tc>
                  <a:txBody>
                    <a:bodyPr/>
                    <a:lstStyle/>
                    <a:p>
                      <a:pPr algn="ctr" rtl="0" fontAlgn="b"/>
                      <a:r>
                        <a:rPr lang="en-US" dirty="0">
                          <a:effectLst/>
                        </a:rPr>
                        <a:t>110,5</a:t>
                      </a:r>
                    </a:p>
                  </a:txBody>
                  <a:tcPr marL="22860" marR="22860" marT="0" marB="0" anchor="b"/>
                </a:tc>
                <a:tc>
                  <a:txBody>
                    <a:bodyPr/>
                    <a:lstStyle/>
                    <a:p>
                      <a:pPr algn="ctr" rtl="0" fontAlgn="b"/>
                      <a:r>
                        <a:rPr lang="en-US" dirty="0">
                          <a:effectLst/>
                        </a:rPr>
                        <a:t>0,193</a:t>
                      </a:r>
                    </a:p>
                  </a:txBody>
                  <a:tcPr marL="22860" marR="22860" marT="0" marB="0" anchor="b"/>
                </a:tc>
                <a:extLst>
                  <a:ext uri="{0D108BD9-81ED-4DB2-BD59-A6C34878D82A}">
                    <a16:rowId xmlns:a16="http://schemas.microsoft.com/office/drawing/2014/main" val="2700265129"/>
                  </a:ext>
                </a:extLst>
              </a:tr>
              <a:tr h="144780">
                <a:tc>
                  <a:txBody>
                    <a:bodyPr/>
                    <a:lstStyle/>
                    <a:p>
                      <a:pPr algn="ctr" rtl="0" fontAlgn="b"/>
                      <a:r>
                        <a:rPr lang="en-US">
                          <a:effectLst/>
                        </a:rPr>
                        <a:t>120,1</a:t>
                      </a:r>
                    </a:p>
                  </a:txBody>
                  <a:tcPr marL="22860" marR="22860" marT="0" marB="0" anchor="b"/>
                </a:tc>
                <a:tc>
                  <a:txBody>
                    <a:bodyPr/>
                    <a:lstStyle/>
                    <a:p>
                      <a:pPr algn="ctr" rtl="0" fontAlgn="b"/>
                      <a:r>
                        <a:rPr lang="en-US" dirty="0">
                          <a:effectLst/>
                        </a:rPr>
                        <a:t>0,248</a:t>
                      </a:r>
                    </a:p>
                  </a:txBody>
                  <a:tcPr marL="22860" marR="22860" marT="0" marB="0" anchor="b"/>
                </a:tc>
                <a:extLst>
                  <a:ext uri="{0D108BD9-81ED-4DB2-BD59-A6C34878D82A}">
                    <a16:rowId xmlns:a16="http://schemas.microsoft.com/office/drawing/2014/main" val="4223148399"/>
                  </a:ext>
                </a:extLst>
              </a:tr>
              <a:tr h="144780">
                <a:tc>
                  <a:txBody>
                    <a:bodyPr/>
                    <a:lstStyle/>
                    <a:p>
                      <a:pPr algn="ctr" rtl="0" fontAlgn="b"/>
                      <a:r>
                        <a:rPr lang="en-US">
                          <a:effectLst/>
                        </a:rPr>
                        <a:t>130</a:t>
                      </a:r>
                    </a:p>
                  </a:txBody>
                  <a:tcPr marL="22860" marR="22860" marT="0" marB="0" anchor="b"/>
                </a:tc>
                <a:tc>
                  <a:txBody>
                    <a:bodyPr/>
                    <a:lstStyle/>
                    <a:p>
                      <a:pPr algn="ctr" rtl="0" fontAlgn="b"/>
                      <a:r>
                        <a:rPr lang="en-US" dirty="0">
                          <a:effectLst/>
                        </a:rPr>
                        <a:t>0,254</a:t>
                      </a:r>
                    </a:p>
                  </a:txBody>
                  <a:tcPr marL="22860" marR="22860" marT="0" marB="0" anchor="b"/>
                </a:tc>
                <a:extLst>
                  <a:ext uri="{0D108BD9-81ED-4DB2-BD59-A6C34878D82A}">
                    <a16:rowId xmlns:a16="http://schemas.microsoft.com/office/drawing/2014/main" val="2308370806"/>
                  </a:ext>
                </a:extLst>
              </a:tr>
              <a:tr h="144780">
                <a:tc>
                  <a:txBody>
                    <a:bodyPr/>
                    <a:lstStyle/>
                    <a:p>
                      <a:pPr algn="ctr" rtl="0" fontAlgn="b"/>
                      <a:r>
                        <a:rPr lang="en-US">
                          <a:effectLst/>
                        </a:rPr>
                        <a:t>141,1</a:t>
                      </a:r>
                    </a:p>
                  </a:txBody>
                  <a:tcPr marL="22860" marR="22860" marT="0" marB="0" anchor="b"/>
                </a:tc>
                <a:tc>
                  <a:txBody>
                    <a:bodyPr/>
                    <a:lstStyle/>
                    <a:p>
                      <a:pPr algn="ctr" rtl="0" fontAlgn="b"/>
                      <a:r>
                        <a:rPr lang="en-US">
                          <a:effectLst/>
                        </a:rPr>
                        <a:t>0,292</a:t>
                      </a:r>
                    </a:p>
                  </a:txBody>
                  <a:tcPr marL="22860" marR="22860" marT="0" marB="0" anchor="b"/>
                </a:tc>
                <a:extLst>
                  <a:ext uri="{0D108BD9-81ED-4DB2-BD59-A6C34878D82A}">
                    <a16:rowId xmlns:a16="http://schemas.microsoft.com/office/drawing/2014/main" val="1902400519"/>
                  </a:ext>
                </a:extLst>
              </a:tr>
              <a:tr h="144780">
                <a:tc>
                  <a:txBody>
                    <a:bodyPr/>
                    <a:lstStyle/>
                    <a:p>
                      <a:pPr algn="ctr" rtl="0" fontAlgn="b"/>
                      <a:r>
                        <a:rPr lang="en-US">
                          <a:effectLst/>
                        </a:rPr>
                        <a:t>151,2</a:t>
                      </a:r>
                    </a:p>
                  </a:txBody>
                  <a:tcPr marL="22860" marR="22860" marT="0" marB="0" anchor="b"/>
                </a:tc>
                <a:tc>
                  <a:txBody>
                    <a:bodyPr/>
                    <a:lstStyle/>
                    <a:p>
                      <a:pPr algn="ctr" rtl="0" fontAlgn="b"/>
                      <a:r>
                        <a:rPr lang="en-US" dirty="0">
                          <a:effectLst/>
                        </a:rPr>
                        <a:t>0,32</a:t>
                      </a:r>
                    </a:p>
                  </a:txBody>
                  <a:tcPr marL="22860" marR="22860" marT="0" marB="0" anchor="b"/>
                </a:tc>
                <a:extLst>
                  <a:ext uri="{0D108BD9-81ED-4DB2-BD59-A6C34878D82A}">
                    <a16:rowId xmlns:a16="http://schemas.microsoft.com/office/drawing/2014/main" val="384503295"/>
                  </a:ext>
                </a:extLst>
              </a:tr>
              <a:tr h="144780">
                <a:tc>
                  <a:txBody>
                    <a:bodyPr/>
                    <a:lstStyle/>
                    <a:p>
                      <a:pPr algn="ctr" rtl="0" fontAlgn="b"/>
                      <a:r>
                        <a:rPr lang="en-US">
                          <a:effectLst/>
                        </a:rPr>
                        <a:t>160</a:t>
                      </a:r>
                    </a:p>
                  </a:txBody>
                  <a:tcPr marL="22860" marR="22860" marT="0" marB="0" anchor="b"/>
                </a:tc>
                <a:tc>
                  <a:txBody>
                    <a:bodyPr/>
                    <a:lstStyle/>
                    <a:p>
                      <a:pPr algn="ctr" rtl="0" fontAlgn="b"/>
                      <a:r>
                        <a:rPr lang="en-US" dirty="0">
                          <a:effectLst/>
                        </a:rPr>
                        <a:t>0,342</a:t>
                      </a:r>
                    </a:p>
                  </a:txBody>
                  <a:tcPr marL="22860" marR="22860" marT="0" marB="0" anchor="b"/>
                </a:tc>
                <a:extLst>
                  <a:ext uri="{0D108BD9-81ED-4DB2-BD59-A6C34878D82A}">
                    <a16:rowId xmlns:a16="http://schemas.microsoft.com/office/drawing/2014/main" val="3505293895"/>
                  </a:ext>
                </a:extLst>
              </a:tr>
              <a:tr h="144780">
                <a:tc>
                  <a:txBody>
                    <a:bodyPr/>
                    <a:lstStyle/>
                    <a:p>
                      <a:pPr algn="ctr" rtl="0" fontAlgn="b"/>
                      <a:r>
                        <a:rPr lang="en-US">
                          <a:effectLst/>
                        </a:rPr>
                        <a:t>170,8</a:t>
                      </a:r>
                    </a:p>
                  </a:txBody>
                  <a:tcPr marL="22860" marR="22860" marT="0" marB="0" anchor="b"/>
                </a:tc>
                <a:tc>
                  <a:txBody>
                    <a:bodyPr/>
                    <a:lstStyle/>
                    <a:p>
                      <a:pPr algn="ctr" rtl="0" fontAlgn="b"/>
                      <a:r>
                        <a:rPr lang="en-US" dirty="0">
                          <a:effectLst/>
                        </a:rPr>
                        <a:t>0,389</a:t>
                      </a:r>
                    </a:p>
                  </a:txBody>
                  <a:tcPr marL="22860" marR="22860" marT="0" marB="0" anchor="b"/>
                </a:tc>
                <a:extLst>
                  <a:ext uri="{0D108BD9-81ED-4DB2-BD59-A6C34878D82A}">
                    <a16:rowId xmlns:a16="http://schemas.microsoft.com/office/drawing/2014/main" val="110712027"/>
                  </a:ext>
                </a:extLst>
              </a:tr>
              <a:tr h="144780">
                <a:tc>
                  <a:txBody>
                    <a:bodyPr/>
                    <a:lstStyle/>
                    <a:p>
                      <a:pPr algn="ctr" rtl="0" fontAlgn="b"/>
                      <a:r>
                        <a:rPr lang="en-US">
                          <a:effectLst/>
                        </a:rPr>
                        <a:t>179,4</a:t>
                      </a:r>
                    </a:p>
                  </a:txBody>
                  <a:tcPr marL="22860" marR="22860" marT="0" marB="0" anchor="b"/>
                </a:tc>
                <a:tc>
                  <a:txBody>
                    <a:bodyPr/>
                    <a:lstStyle/>
                    <a:p>
                      <a:pPr algn="ctr" rtl="0" fontAlgn="b"/>
                      <a:r>
                        <a:rPr lang="en-US" dirty="0">
                          <a:effectLst/>
                        </a:rPr>
                        <a:t>0,414</a:t>
                      </a:r>
                    </a:p>
                  </a:txBody>
                  <a:tcPr marL="22860" marR="22860" marT="0" marB="0" anchor="b"/>
                </a:tc>
                <a:extLst>
                  <a:ext uri="{0D108BD9-81ED-4DB2-BD59-A6C34878D82A}">
                    <a16:rowId xmlns:a16="http://schemas.microsoft.com/office/drawing/2014/main" val="871681264"/>
                  </a:ext>
                </a:extLst>
              </a:tr>
              <a:tr h="144780">
                <a:tc>
                  <a:txBody>
                    <a:bodyPr/>
                    <a:lstStyle/>
                    <a:p>
                      <a:pPr algn="ctr" rtl="0" fontAlgn="b"/>
                      <a:r>
                        <a:rPr lang="en-US">
                          <a:effectLst/>
                        </a:rPr>
                        <a:t>190,9</a:t>
                      </a:r>
                    </a:p>
                  </a:txBody>
                  <a:tcPr marL="22860" marR="22860" marT="0" marB="0" anchor="b"/>
                </a:tc>
                <a:tc>
                  <a:txBody>
                    <a:bodyPr/>
                    <a:lstStyle/>
                    <a:p>
                      <a:pPr algn="ctr" rtl="0" fontAlgn="b"/>
                      <a:r>
                        <a:rPr lang="en-US" dirty="0">
                          <a:effectLst/>
                        </a:rPr>
                        <a:t>0,447</a:t>
                      </a:r>
                    </a:p>
                  </a:txBody>
                  <a:tcPr marL="22860" marR="22860" marT="0" marB="0" anchor="b"/>
                </a:tc>
                <a:extLst>
                  <a:ext uri="{0D108BD9-81ED-4DB2-BD59-A6C34878D82A}">
                    <a16:rowId xmlns:a16="http://schemas.microsoft.com/office/drawing/2014/main" val="1017113825"/>
                  </a:ext>
                </a:extLst>
              </a:tr>
            </a:tbl>
          </a:graphicData>
        </a:graphic>
      </p:graphicFrame>
      <p:graphicFrame>
        <p:nvGraphicFramePr>
          <p:cNvPr id="5" name="Gráfico 4"/>
          <p:cNvGraphicFramePr>
            <a:graphicFrameLocks/>
          </p:cNvGraphicFramePr>
          <p:nvPr/>
        </p:nvGraphicFramePr>
        <p:xfrm>
          <a:off x="4281714" y="1328393"/>
          <a:ext cx="7313386" cy="4695035"/>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redondeado 2"/>
          <p:cNvSpPr/>
          <p:nvPr/>
        </p:nvSpPr>
        <p:spPr>
          <a:xfrm>
            <a:off x="931817" y="5451566"/>
            <a:ext cx="3013166" cy="6966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dirty="0">
                <a:solidFill>
                  <a:schemeClr val="tx1"/>
                </a:solidFill>
              </a:rPr>
              <a:t>Datos de voltaje y caudal obtenidos por el dosificador </a:t>
            </a:r>
            <a:endParaRPr lang="en-US" dirty="0">
              <a:solidFill>
                <a:schemeClr val="tx1"/>
              </a:solidFill>
            </a:endParaRPr>
          </a:p>
        </p:txBody>
      </p:sp>
    </p:spTree>
    <p:extLst>
      <p:ext uri="{BB962C8B-B14F-4D97-AF65-F5344CB8AC3E}">
        <p14:creationId xmlns:p14="http://schemas.microsoft.com/office/powerpoint/2010/main" val="22972348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6B29B5-13CE-16E8-D8FA-99D482B0DAFA}"/>
              </a:ext>
            </a:extLst>
          </p:cNvPr>
          <p:cNvSpPr>
            <a:spLocks noGrp="1"/>
          </p:cNvSpPr>
          <p:nvPr>
            <p:ph type="title"/>
          </p:nvPr>
        </p:nvSpPr>
        <p:spPr/>
        <p:txBody>
          <a:bodyPr/>
          <a:lstStyle/>
          <a:p>
            <a:r>
              <a:rPr lang="es-BO" b="1" dirty="0"/>
              <a:t>ARREGLOS</a:t>
            </a:r>
          </a:p>
        </p:txBody>
      </p:sp>
    </p:spTree>
    <p:extLst>
      <p:ext uri="{BB962C8B-B14F-4D97-AF65-F5344CB8AC3E}">
        <p14:creationId xmlns:p14="http://schemas.microsoft.com/office/powerpoint/2010/main" val="26505786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lstStyle/>
          <a:p>
            <a:pPr algn="ctr"/>
            <a:r>
              <a:rPr lang="es-BO" b="1" dirty="0"/>
              <a:t>ARREGLOS</a:t>
            </a:r>
            <a:endParaRPr lang="en-US"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87605266"/>
              </p:ext>
            </p:extLst>
          </p:nvPr>
        </p:nvGraphicFramePr>
        <p:xfrm>
          <a:off x="666205" y="1175657"/>
          <a:ext cx="8961971" cy="5243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D442A83F-8140-57F0-8B99-B5161A59F804}"/>
              </a:ext>
            </a:extLst>
          </p:cNvPr>
          <p:cNvPicPr>
            <a:picLocks noChangeAspect="1"/>
          </p:cNvPicPr>
          <p:nvPr/>
        </p:nvPicPr>
        <p:blipFill>
          <a:blip r:embed="rId7"/>
          <a:stretch>
            <a:fillRect/>
          </a:stretch>
        </p:blipFill>
        <p:spPr>
          <a:xfrm>
            <a:off x="9266761" y="2801881"/>
            <a:ext cx="1257538" cy="1676715"/>
          </a:xfrm>
          <a:prstGeom prst="rect">
            <a:avLst/>
          </a:prstGeom>
        </p:spPr>
      </p:pic>
      <p:pic>
        <p:nvPicPr>
          <p:cNvPr id="7" name="Imagen 6">
            <a:extLst>
              <a:ext uri="{FF2B5EF4-FFF2-40B4-BE49-F238E27FC236}">
                <a16:creationId xmlns:a16="http://schemas.microsoft.com/office/drawing/2014/main" id="{6BA9FF22-845A-80F2-D54F-4ED8CE1FD4D8}"/>
              </a:ext>
            </a:extLst>
          </p:cNvPr>
          <p:cNvPicPr>
            <a:picLocks noChangeAspect="1"/>
          </p:cNvPicPr>
          <p:nvPr/>
        </p:nvPicPr>
        <p:blipFill>
          <a:blip r:embed="rId8"/>
          <a:stretch>
            <a:fillRect/>
          </a:stretch>
        </p:blipFill>
        <p:spPr>
          <a:xfrm>
            <a:off x="8223216" y="1012460"/>
            <a:ext cx="1257538" cy="1676718"/>
          </a:xfrm>
          <a:prstGeom prst="rect">
            <a:avLst/>
          </a:prstGeom>
        </p:spPr>
      </p:pic>
      <p:pic>
        <p:nvPicPr>
          <p:cNvPr id="6" name="Imagen 5">
            <a:extLst>
              <a:ext uri="{FF2B5EF4-FFF2-40B4-BE49-F238E27FC236}">
                <a16:creationId xmlns:a16="http://schemas.microsoft.com/office/drawing/2014/main" id="{C55DD640-9226-91A7-AED1-9557B0096C08}"/>
              </a:ext>
            </a:extLst>
          </p:cNvPr>
          <p:cNvPicPr>
            <a:picLocks noChangeAspect="1"/>
          </p:cNvPicPr>
          <p:nvPr/>
        </p:nvPicPr>
        <p:blipFill>
          <a:blip r:embed="rId9"/>
          <a:stretch>
            <a:fillRect/>
          </a:stretch>
        </p:blipFill>
        <p:spPr>
          <a:xfrm>
            <a:off x="10162883" y="4742370"/>
            <a:ext cx="1257538" cy="1676718"/>
          </a:xfrm>
          <a:prstGeom prst="rect">
            <a:avLst/>
          </a:prstGeom>
        </p:spPr>
      </p:pic>
    </p:spTree>
    <p:extLst>
      <p:ext uri="{BB962C8B-B14F-4D97-AF65-F5344CB8AC3E}">
        <p14:creationId xmlns:p14="http://schemas.microsoft.com/office/powerpoint/2010/main" val="5282553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lstStyle/>
          <a:p>
            <a:pPr algn="ctr"/>
            <a:r>
              <a:rPr lang="es-BO" b="1" dirty="0"/>
              <a:t>ARREGLOS</a:t>
            </a:r>
            <a:endParaRPr lang="en-US"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3141484130"/>
              </p:ext>
            </p:extLst>
          </p:nvPr>
        </p:nvGraphicFramePr>
        <p:xfrm>
          <a:off x="810500" y="2982154"/>
          <a:ext cx="3240776" cy="14705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D442A83F-8140-57F0-8B99-B5161A59F804}"/>
              </a:ext>
            </a:extLst>
          </p:cNvPr>
          <p:cNvPicPr>
            <a:picLocks noChangeAspect="1"/>
          </p:cNvPicPr>
          <p:nvPr/>
        </p:nvPicPr>
        <p:blipFill>
          <a:blip r:embed="rId7"/>
          <a:stretch>
            <a:fillRect/>
          </a:stretch>
        </p:blipFill>
        <p:spPr>
          <a:xfrm>
            <a:off x="4322619" y="1718720"/>
            <a:ext cx="3152228" cy="4202967"/>
          </a:xfrm>
          <a:prstGeom prst="rect">
            <a:avLst/>
          </a:prstGeom>
        </p:spPr>
      </p:pic>
      <p:pic>
        <p:nvPicPr>
          <p:cNvPr id="7" name="Imagen 6">
            <a:extLst>
              <a:ext uri="{FF2B5EF4-FFF2-40B4-BE49-F238E27FC236}">
                <a16:creationId xmlns:a16="http://schemas.microsoft.com/office/drawing/2014/main" id="{6BA9FF22-845A-80F2-D54F-4ED8CE1FD4D8}"/>
              </a:ext>
            </a:extLst>
          </p:cNvPr>
          <p:cNvPicPr>
            <a:picLocks noChangeAspect="1"/>
          </p:cNvPicPr>
          <p:nvPr/>
        </p:nvPicPr>
        <p:blipFill>
          <a:blip r:embed="rId8"/>
          <a:stretch>
            <a:fillRect/>
          </a:stretch>
        </p:blipFill>
        <p:spPr>
          <a:xfrm>
            <a:off x="899050" y="1751725"/>
            <a:ext cx="3152226" cy="4202968"/>
          </a:xfrm>
          <a:prstGeom prst="rect">
            <a:avLst/>
          </a:prstGeom>
        </p:spPr>
      </p:pic>
      <p:pic>
        <p:nvPicPr>
          <p:cNvPr id="6" name="Imagen 5">
            <a:extLst>
              <a:ext uri="{FF2B5EF4-FFF2-40B4-BE49-F238E27FC236}">
                <a16:creationId xmlns:a16="http://schemas.microsoft.com/office/drawing/2014/main" id="{C55DD640-9226-91A7-AED1-9557B0096C08}"/>
              </a:ext>
            </a:extLst>
          </p:cNvPr>
          <p:cNvPicPr>
            <a:picLocks noChangeAspect="1"/>
          </p:cNvPicPr>
          <p:nvPr/>
        </p:nvPicPr>
        <p:blipFill>
          <a:blip r:embed="rId9"/>
          <a:stretch>
            <a:fillRect/>
          </a:stretch>
        </p:blipFill>
        <p:spPr>
          <a:xfrm>
            <a:off x="7746190" y="1718720"/>
            <a:ext cx="3152225" cy="4202966"/>
          </a:xfrm>
          <a:prstGeom prst="rect">
            <a:avLst/>
          </a:prstGeom>
        </p:spPr>
      </p:pic>
      <p:sp>
        <p:nvSpPr>
          <p:cNvPr id="8" name="CuadroTexto 7">
            <a:extLst>
              <a:ext uri="{FF2B5EF4-FFF2-40B4-BE49-F238E27FC236}">
                <a16:creationId xmlns:a16="http://schemas.microsoft.com/office/drawing/2014/main" id="{BB569972-2066-FCE2-9F19-EB304EF1831C}"/>
              </a:ext>
            </a:extLst>
          </p:cNvPr>
          <p:cNvSpPr txBox="1"/>
          <p:nvPr/>
        </p:nvSpPr>
        <p:spPr>
          <a:xfrm>
            <a:off x="1828800" y="5946697"/>
            <a:ext cx="1204176" cy="369332"/>
          </a:xfrm>
          <a:prstGeom prst="rect">
            <a:avLst/>
          </a:prstGeom>
          <a:noFill/>
        </p:spPr>
        <p:txBody>
          <a:bodyPr wrap="none" rtlCol="0">
            <a:spAutoFit/>
          </a:bodyPr>
          <a:lstStyle/>
          <a:p>
            <a:r>
              <a:rPr lang="es-ES" dirty="0"/>
              <a:t>desmontaje</a:t>
            </a:r>
            <a:endParaRPr lang="es-BO" dirty="0"/>
          </a:p>
        </p:txBody>
      </p:sp>
      <p:sp>
        <p:nvSpPr>
          <p:cNvPr id="9" name="CuadroTexto 8">
            <a:extLst>
              <a:ext uri="{FF2B5EF4-FFF2-40B4-BE49-F238E27FC236}">
                <a16:creationId xmlns:a16="http://schemas.microsoft.com/office/drawing/2014/main" id="{60FBCB9B-95FB-42ED-824A-C74E6D3C1D49}"/>
              </a:ext>
            </a:extLst>
          </p:cNvPr>
          <p:cNvSpPr txBox="1"/>
          <p:nvPr/>
        </p:nvSpPr>
        <p:spPr>
          <a:xfrm>
            <a:off x="5174391" y="5946697"/>
            <a:ext cx="907621" cy="369332"/>
          </a:xfrm>
          <a:prstGeom prst="rect">
            <a:avLst/>
          </a:prstGeom>
          <a:noFill/>
        </p:spPr>
        <p:txBody>
          <a:bodyPr wrap="none" rtlCol="0">
            <a:spAutoFit/>
          </a:bodyPr>
          <a:lstStyle/>
          <a:p>
            <a:r>
              <a:rPr lang="es-ES" dirty="0"/>
              <a:t>montaje</a:t>
            </a:r>
            <a:endParaRPr lang="es-BO" dirty="0"/>
          </a:p>
        </p:txBody>
      </p:sp>
      <p:sp>
        <p:nvSpPr>
          <p:cNvPr id="10" name="CuadroTexto 9">
            <a:extLst>
              <a:ext uri="{FF2B5EF4-FFF2-40B4-BE49-F238E27FC236}">
                <a16:creationId xmlns:a16="http://schemas.microsoft.com/office/drawing/2014/main" id="{116A3786-39C6-E593-95A1-499E1C0CF8D7}"/>
              </a:ext>
            </a:extLst>
          </p:cNvPr>
          <p:cNvSpPr txBox="1"/>
          <p:nvPr/>
        </p:nvSpPr>
        <p:spPr>
          <a:xfrm>
            <a:off x="8387781" y="5946697"/>
            <a:ext cx="1595309" cy="369332"/>
          </a:xfrm>
          <a:prstGeom prst="rect">
            <a:avLst/>
          </a:prstGeom>
          <a:noFill/>
        </p:spPr>
        <p:txBody>
          <a:bodyPr wrap="none" rtlCol="0">
            <a:spAutoFit/>
          </a:bodyPr>
          <a:lstStyle/>
          <a:p>
            <a:r>
              <a:rPr lang="es-ES" dirty="0"/>
              <a:t>funcionamiento</a:t>
            </a:r>
            <a:endParaRPr lang="es-BO" dirty="0"/>
          </a:p>
        </p:txBody>
      </p:sp>
      <p:sp>
        <p:nvSpPr>
          <p:cNvPr id="3" name="Flecha: a la derecha 2">
            <a:extLst>
              <a:ext uri="{FF2B5EF4-FFF2-40B4-BE49-F238E27FC236}">
                <a16:creationId xmlns:a16="http://schemas.microsoft.com/office/drawing/2014/main" id="{F49D548D-42E5-69CE-401E-B1201785E826}"/>
              </a:ext>
            </a:extLst>
          </p:cNvPr>
          <p:cNvSpPr/>
          <p:nvPr/>
        </p:nvSpPr>
        <p:spPr>
          <a:xfrm>
            <a:off x="3895344" y="3895344"/>
            <a:ext cx="427275" cy="55737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1" name="Flecha: a la derecha 10">
            <a:extLst>
              <a:ext uri="{FF2B5EF4-FFF2-40B4-BE49-F238E27FC236}">
                <a16:creationId xmlns:a16="http://schemas.microsoft.com/office/drawing/2014/main" id="{A945BA67-A892-7341-F69B-93072EA8A9B2}"/>
              </a:ext>
            </a:extLst>
          </p:cNvPr>
          <p:cNvSpPr/>
          <p:nvPr/>
        </p:nvSpPr>
        <p:spPr>
          <a:xfrm>
            <a:off x="7318915" y="3769058"/>
            <a:ext cx="427275" cy="55737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a:p>
        </p:txBody>
      </p:sp>
    </p:spTree>
    <p:extLst>
      <p:ext uri="{BB962C8B-B14F-4D97-AF65-F5344CB8AC3E}">
        <p14:creationId xmlns:p14="http://schemas.microsoft.com/office/powerpoint/2010/main" val="68349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lstStyle/>
          <a:p>
            <a:pPr algn="ctr"/>
            <a:r>
              <a:rPr lang="es-BO" b="1" dirty="0"/>
              <a:t>ARREGLOS</a:t>
            </a:r>
            <a:endParaRPr lang="en-US"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3697409634"/>
              </p:ext>
            </p:extLst>
          </p:nvPr>
        </p:nvGraphicFramePr>
        <p:xfrm>
          <a:off x="666206" y="1175657"/>
          <a:ext cx="10058400"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73345B8F-9CF5-45DE-60F8-DFFC1B2CB4CC}"/>
              </a:ext>
            </a:extLst>
          </p:cNvPr>
          <p:cNvPicPr>
            <a:picLocks noChangeAspect="1"/>
          </p:cNvPicPr>
          <p:nvPr/>
        </p:nvPicPr>
        <p:blipFill>
          <a:blip r:embed="rId7"/>
          <a:stretch>
            <a:fillRect/>
          </a:stretch>
        </p:blipFill>
        <p:spPr>
          <a:xfrm>
            <a:off x="9096893" y="1602377"/>
            <a:ext cx="1567543" cy="1175657"/>
          </a:xfrm>
          <a:prstGeom prst="rect">
            <a:avLst/>
          </a:prstGeom>
        </p:spPr>
      </p:pic>
      <p:pic>
        <p:nvPicPr>
          <p:cNvPr id="7" name="Imagen 6">
            <a:extLst>
              <a:ext uri="{FF2B5EF4-FFF2-40B4-BE49-F238E27FC236}">
                <a16:creationId xmlns:a16="http://schemas.microsoft.com/office/drawing/2014/main" id="{B4C8E309-5260-4038-A70C-C6863175EAB9}"/>
              </a:ext>
            </a:extLst>
          </p:cNvPr>
          <p:cNvPicPr>
            <a:picLocks noChangeAspect="1"/>
          </p:cNvPicPr>
          <p:nvPr/>
        </p:nvPicPr>
        <p:blipFill>
          <a:blip r:embed="rId8"/>
          <a:stretch>
            <a:fillRect/>
          </a:stretch>
        </p:blipFill>
        <p:spPr>
          <a:xfrm>
            <a:off x="9880665" y="2967347"/>
            <a:ext cx="1431372" cy="1073529"/>
          </a:xfrm>
          <a:prstGeom prst="rect">
            <a:avLst/>
          </a:prstGeom>
        </p:spPr>
      </p:pic>
      <p:pic>
        <p:nvPicPr>
          <p:cNvPr id="9" name="Imagen 8">
            <a:extLst>
              <a:ext uri="{FF2B5EF4-FFF2-40B4-BE49-F238E27FC236}">
                <a16:creationId xmlns:a16="http://schemas.microsoft.com/office/drawing/2014/main" id="{98775F51-B8F8-7B8F-EC0C-71617922E78D}"/>
              </a:ext>
            </a:extLst>
          </p:cNvPr>
          <p:cNvPicPr>
            <a:picLocks noChangeAspect="1"/>
          </p:cNvPicPr>
          <p:nvPr/>
        </p:nvPicPr>
        <p:blipFill>
          <a:blip r:embed="rId9"/>
          <a:stretch>
            <a:fillRect/>
          </a:stretch>
        </p:blipFill>
        <p:spPr>
          <a:xfrm>
            <a:off x="10319657" y="4267397"/>
            <a:ext cx="1352733" cy="1014550"/>
          </a:xfrm>
          <a:prstGeom prst="rect">
            <a:avLst/>
          </a:prstGeom>
        </p:spPr>
      </p:pic>
    </p:spTree>
    <p:extLst>
      <p:ext uri="{BB962C8B-B14F-4D97-AF65-F5344CB8AC3E}">
        <p14:creationId xmlns:p14="http://schemas.microsoft.com/office/powerpoint/2010/main" val="24211594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lstStyle/>
          <a:p>
            <a:pPr algn="ctr"/>
            <a:r>
              <a:rPr lang="es-BO" b="1" dirty="0"/>
              <a:t>ARREGLOS</a:t>
            </a:r>
            <a:endParaRPr lang="en-US"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4200043888"/>
              </p:ext>
            </p:extLst>
          </p:nvPr>
        </p:nvGraphicFramePr>
        <p:xfrm>
          <a:off x="997526" y="3224051"/>
          <a:ext cx="2173976" cy="10145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73345B8F-9CF5-45DE-60F8-DFFC1B2CB4CC}"/>
              </a:ext>
            </a:extLst>
          </p:cNvPr>
          <p:cNvPicPr>
            <a:picLocks noChangeAspect="1"/>
          </p:cNvPicPr>
          <p:nvPr/>
        </p:nvPicPr>
        <p:blipFill>
          <a:blip r:embed="rId7"/>
          <a:stretch>
            <a:fillRect/>
          </a:stretch>
        </p:blipFill>
        <p:spPr>
          <a:xfrm>
            <a:off x="540328" y="2543598"/>
            <a:ext cx="3203302" cy="2402476"/>
          </a:xfrm>
          <a:prstGeom prst="rect">
            <a:avLst/>
          </a:prstGeom>
        </p:spPr>
      </p:pic>
      <p:pic>
        <p:nvPicPr>
          <p:cNvPr id="7" name="Imagen 6">
            <a:extLst>
              <a:ext uri="{FF2B5EF4-FFF2-40B4-BE49-F238E27FC236}">
                <a16:creationId xmlns:a16="http://schemas.microsoft.com/office/drawing/2014/main" id="{B4C8E309-5260-4038-A70C-C6863175EAB9}"/>
              </a:ext>
            </a:extLst>
          </p:cNvPr>
          <p:cNvPicPr>
            <a:picLocks noChangeAspect="1"/>
          </p:cNvPicPr>
          <p:nvPr/>
        </p:nvPicPr>
        <p:blipFill>
          <a:blip r:embed="rId8"/>
          <a:stretch>
            <a:fillRect/>
          </a:stretch>
        </p:blipFill>
        <p:spPr>
          <a:xfrm>
            <a:off x="4197928" y="1740034"/>
            <a:ext cx="3406501" cy="2554876"/>
          </a:xfrm>
          <a:prstGeom prst="rect">
            <a:avLst/>
          </a:prstGeom>
        </p:spPr>
      </p:pic>
      <p:pic>
        <p:nvPicPr>
          <p:cNvPr id="9" name="Imagen 8">
            <a:extLst>
              <a:ext uri="{FF2B5EF4-FFF2-40B4-BE49-F238E27FC236}">
                <a16:creationId xmlns:a16="http://schemas.microsoft.com/office/drawing/2014/main" id="{98775F51-B8F8-7B8F-EC0C-71617922E78D}"/>
              </a:ext>
            </a:extLst>
          </p:cNvPr>
          <p:cNvPicPr>
            <a:picLocks noChangeAspect="1"/>
          </p:cNvPicPr>
          <p:nvPr/>
        </p:nvPicPr>
        <p:blipFill>
          <a:blip r:embed="rId9"/>
          <a:stretch>
            <a:fillRect/>
          </a:stretch>
        </p:blipFill>
        <p:spPr>
          <a:xfrm>
            <a:off x="8058727" y="2391197"/>
            <a:ext cx="3406502" cy="2554877"/>
          </a:xfrm>
          <a:prstGeom prst="rect">
            <a:avLst/>
          </a:prstGeom>
        </p:spPr>
      </p:pic>
      <p:sp>
        <p:nvSpPr>
          <p:cNvPr id="3" name="Flecha: a la derecha 2">
            <a:extLst>
              <a:ext uri="{FF2B5EF4-FFF2-40B4-BE49-F238E27FC236}">
                <a16:creationId xmlns:a16="http://schemas.microsoft.com/office/drawing/2014/main" id="{21E297B4-1521-D298-A6AD-1A4005F8D1C8}"/>
              </a:ext>
            </a:extLst>
          </p:cNvPr>
          <p:cNvSpPr/>
          <p:nvPr/>
        </p:nvSpPr>
        <p:spPr>
          <a:xfrm>
            <a:off x="1496290" y="2633155"/>
            <a:ext cx="3406501" cy="367145"/>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BO"/>
          </a:p>
        </p:txBody>
      </p:sp>
      <p:sp>
        <p:nvSpPr>
          <p:cNvPr id="6" name="Flecha: a la derecha 5">
            <a:extLst>
              <a:ext uri="{FF2B5EF4-FFF2-40B4-BE49-F238E27FC236}">
                <a16:creationId xmlns:a16="http://schemas.microsoft.com/office/drawing/2014/main" id="{B5E4BA65-65E6-9239-AC60-4BF39C9A1F60}"/>
              </a:ext>
            </a:extLst>
          </p:cNvPr>
          <p:cNvSpPr/>
          <p:nvPr/>
        </p:nvSpPr>
        <p:spPr>
          <a:xfrm>
            <a:off x="7002614" y="2516680"/>
            <a:ext cx="1836586" cy="367145"/>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BO"/>
          </a:p>
        </p:txBody>
      </p:sp>
      <p:sp>
        <p:nvSpPr>
          <p:cNvPr id="8" name="Marco 7">
            <a:extLst>
              <a:ext uri="{FF2B5EF4-FFF2-40B4-BE49-F238E27FC236}">
                <a16:creationId xmlns:a16="http://schemas.microsoft.com/office/drawing/2014/main" id="{8ACC51E2-7B93-97BD-5563-DE19BF5FE041}"/>
              </a:ext>
            </a:extLst>
          </p:cNvPr>
          <p:cNvSpPr/>
          <p:nvPr/>
        </p:nvSpPr>
        <p:spPr>
          <a:xfrm>
            <a:off x="8811491" y="2403764"/>
            <a:ext cx="1399309" cy="1738745"/>
          </a:xfrm>
          <a:prstGeom prst="frame">
            <a:avLst>
              <a:gd name="adj1" fmla="val 6559"/>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BO">
              <a:solidFill>
                <a:schemeClr val="tx1"/>
              </a:solidFill>
            </a:endParaRPr>
          </a:p>
        </p:txBody>
      </p:sp>
      <p:sp>
        <p:nvSpPr>
          <p:cNvPr id="10" name="CuadroTexto 9">
            <a:extLst>
              <a:ext uri="{FF2B5EF4-FFF2-40B4-BE49-F238E27FC236}">
                <a16:creationId xmlns:a16="http://schemas.microsoft.com/office/drawing/2014/main" id="{D83F641D-825D-D4D5-B3C8-F7284F035109}"/>
              </a:ext>
            </a:extLst>
          </p:cNvPr>
          <p:cNvSpPr txBox="1"/>
          <p:nvPr/>
        </p:nvSpPr>
        <p:spPr>
          <a:xfrm>
            <a:off x="1440611" y="5251077"/>
            <a:ext cx="1769291" cy="369332"/>
          </a:xfrm>
          <a:prstGeom prst="rect">
            <a:avLst/>
          </a:prstGeom>
          <a:noFill/>
        </p:spPr>
        <p:txBody>
          <a:bodyPr wrap="square" rtlCol="0">
            <a:spAutoFit/>
          </a:bodyPr>
          <a:lstStyle/>
          <a:p>
            <a:r>
              <a:rPr lang="es-ES" dirty="0"/>
              <a:t>Panel frontal</a:t>
            </a:r>
            <a:endParaRPr lang="es-BO" dirty="0"/>
          </a:p>
        </p:txBody>
      </p:sp>
      <p:sp>
        <p:nvSpPr>
          <p:cNvPr id="11" name="CuadroTexto 10">
            <a:extLst>
              <a:ext uri="{FF2B5EF4-FFF2-40B4-BE49-F238E27FC236}">
                <a16:creationId xmlns:a16="http://schemas.microsoft.com/office/drawing/2014/main" id="{85677C05-0AF9-49C7-A977-CF4190FBBCE7}"/>
              </a:ext>
            </a:extLst>
          </p:cNvPr>
          <p:cNvSpPr txBox="1"/>
          <p:nvPr/>
        </p:nvSpPr>
        <p:spPr>
          <a:xfrm>
            <a:off x="4419335" y="5251077"/>
            <a:ext cx="2963685" cy="646331"/>
          </a:xfrm>
          <a:prstGeom prst="rect">
            <a:avLst/>
          </a:prstGeom>
          <a:noFill/>
        </p:spPr>
        <p:txBody>
          <a:bodyPr wrap="square" rtlCol="0">
            <a:spAutoFit/>
          </a:bodyPr>
          <a:lstStyle/>
          <a:p>
            <a:pPr algn="ctr"/>
            <a:r>
              <a:rPr lang="es-ES" dirty="0"/>
              <a:t>Parte posterior (conexiones del controlador del temperatura)</a:t>
            </a:r>
            <a:endParaRPr lang="es-BO" dirty="0"/>
          </a:p>
        </p:txBody>
      </p:sp>
      <p:sp>
        <p:nvSpPr>
          <p:cNvPr id="12" name="CuadroTexto 11">
            <a:extLst>
              <a:ext uri="{FF2B5EF4-FFF2-40B4-BE49-F238E27FC236}">
                <a16:creationId xmlns:a16="http://schemas.microsoft.com/office/drawing/2014/main" id="{96B6E46B-31D3-7FC9-B8A2-330554382011}"/>
              </a:ext>
            </a:extLst>
          </p:cNvPr>
          <p:cNvSpPr txBox="1"/>
          <p:nvPr/>
        </p:nvSpPr>
        <p:spPr>
          <a:xfrm>
            <a:off x="8280135" y="5251077"/>
            <a:ext cx="2963685" cy="923330"/>
          </a:xfrm>
          <a:prstGeom prst="rect">
            <a:avLst/>
          </a:prstGeom>
          <a:noFill/>
        </p:spPr>
        <p:txBody>
          <a:bodyPr wrap="square" rtlCol="0">
            <a:spAutoFit/>
          </a:bodyPr>
          <a:lstStyle/>
          <a:p>
            <a:pPr lvl="0" algn="ctr"/>
            <a:r>
              <a:rPr lang="es-ES" dirty="0"/>
              <a:t>conexiones que presentaban una sujeción deficiente corregidas.</a:t>
            </a:r>
            <a:endParaRPr lang="es-BO" dirty="0"/>
          </a:p>
        </p:txBody>
      </p:sp>
      <p:sp>
        <p:nvSpPr>
          <p:cNvPr id="13" name="Marco 12">
            <a:extLst>
              <a:ext uri="{FF2B5EF4-FFF2-40B4-BE49-F238E27FC236}">
                <a16:creationId xmlns:a16="http://schemas.microsoft.com/office/drawing/2014/main" id="{B0862A6C-CE17-3D1C-7E45-F074E00F6916}"/>
              </a:ext>
            </a:extLst>
          </p:cNvPr>
          <p:cNvSpPr/>
          <p:nvPr/>
        </p:nvSpPr>
        <p:spPr>
          <a:xfrm>
            <a:off x="997526" y="2609852"/>
            <a:ext cx="568037" cy="547945"/>
          </a:xfrm>
          <a:prstGeom prst="fram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BO">
              <a:solidFill>
                <a:schemeClr val="tx1"/>
              </a:solidFill>
            </a:endParaRPr>
          </a:p>
        </p:txBody>
      </p:sp>
    </p:spTree>
    <p:extLst>
      <p:ext uri="{BB962C8B-B14F-4D97-AF65-F5344CB8AC3E}">
        <p14:creationId xmlns:p14="http://schemas.microsoft.com/office/powerpoint/2010/main" val="2269595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lstStyle/>
          <a:p>
            <a:pPr algn="ctr"/>
            <a:r>
              <a:rPr lang="es-BO" b="1" dirty="0"/>
              <a:t>ARREGLOS</a:t>
            </a:r>
            <a:endParaRPr lang="en-US"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3517523567"/>
              </p:ext>
            </p:extLst>
          </p:nvPr>
        </p:nvGraphicFramePr>
        <p:xfrm>
          <a:off x="666206" y="1175657"/>
          <a:ext cx="10058400"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8CD0FA14-24B1-B984-85C0-BD1E515DAB0D}"/>
              </a:ext>
            </a:extLst>
          </p:cNvPr>
          <p:cNvPicPr>
            <a:picLocks noChangeAspect="1"/>
          </p:cNvPicPr>
          <p:nvPr/>
        </p:nvPicPr>
        <p:blipFill rotWithShape="1">
          <a:blip r:embed="rId7"/>
          <a:srcRect l="15606" r="14091"/>
          <a:stretch/>
        </p:blipFill>
        <p:spPr>
          <a:xfrm>
            <a:off x="8644246" y="1175657"/>
            <a:ext cx="818409" cy="873087"/>
          </a:xfrm>
          <a:prstGeom prst="rect">
            <a:avLst/>
          </a:prstGeom>
        </p:spPr>
      </p:pic>
      <p:pic>
        <p:nvPicPr>
          <p:cNvPr id="7" name="Imagen 6">
            <a:extLst>
              <a:ext uri="{FF2B5EF4-FFF2-40B4-BE49-F238E27FC236}">
                <a16:creationId xmlns:a16="http://schemas.microsoft.com/office/drawing/2014/main" id="{CB179570-E771-0EDC-5196-969418227009}"/>
              </a:ext>
            </a:extLst>
          </p:cNvPr>
          <p:cNvPicPr>
            <a:picLocks noChangeAspect="1"/>
          </p:cNvPicPr>
          <p:nvPr/>
        </p:nvPicPr>
        <p:blipFill>
          <a:blip r:embed="rId8"/>
          <a:stretch>
            <a:fillRect/>
          </a:stretch>
        </p:blipFill>
        <p:spPr>
          <a:xfrm>
            <a:off x="9587345" y="2179876"/>
            <a:ext cx="760912" cy="1014550"/>
          </a:xfrm>
          <a:prstGeom prst="rect">
            <a:avLst/>
          </a:prstGeom>
        </p:spPr>
      </p:pic>
      <p:pic>
        <p:nvPicPr>
          <p:cNvPr id="9" name="Imagen 8">
            <a:extLst>
              <a:ext uri="{FF2B5EF4-FFF2-40B4-BE49-F238E27FC236}">
                <a16:creationId xmlns:a16="http://schemas.microsoft.com/office/drawing/2014/main" id="{FB38B503-218C-7BC6-2C60-9582F7A8DB6B}"/>
              </a:ext>
            </a:extLst>
          </p:cNvPr>
          <p:cNvPicPr>
            <a:picLocks noChangeAspect="1"/>
          </p:cNvPicPr>
          <p:nvPr/>
        </p:nvPicPr>
        <p:blipFill>
          <a:blip r:embed="rId9"/>
          <a:stretch>
            <a:fillRect/>
          </a:stretch>
        </p:blipFill>
        <p:spPr>
          <a:xfrm>
            <a:off x="9975410" y="3377960"/>
            <a:ext cx="943297" cy="707473"/>
          </a:xfrm>
          <a:prstGeom prst="rect">
            <a:avLst/>
          </a:prstGeom>
        </p:spPr>
      </p:pic>
      <p:pic>
        <p:nvPicPr>
          <p:cNvPr id="11" name="Imagen 10">
            <a:extLst>
              <a:ext uri="{FF2B5EF4-FFF2-40B4-BE49-F238E27FC236}">
                <a16:creationId xmlns:a16="http://schemas.microsoft.com/office/drawing/2014/main" id="{48C6958E-4E80-2CD0-C6CB-50ED4D37D587}"/>
              </a:ext>
            </a:extLst>
          </p:cNvPr>
          <p:cNvPicPr>
            <a:picLocks noChangeAspect="1"/>
          </p:cNvPicPr>
          <p:nvPr/>
        </p:nvPicPr>
        <p:blipFill>
          <a:blip r:embed="rId10"/>
          <a:stretch>
            <a:fillRect/>
          </a:stretch>
        </p:blipFill>
        <p:spPr>
          <a:xfrm>
            <a:off x="10348258" y="4329556"/>
            <a:ext cx="659816" cy="879754"/>
          </a:xfrm>
          <a:prstGeom prst="rect">
            <a:avLst/>
          </a:prstGeom>
        </p:spPr>
      </p:pic>
      <p:pic>
        <p:nvPicPr>
          <p:cNvPr id="13" name="Imagen 12">
            <a:extLst>
              <a:ext uri="{FF2B5EF4-FFF2-40B4-BE49-F238E27FC236}">
                <a16:creationId xmlns:a16="http://schemas.microsoft.com/office/drawing/2014/main" id="{8D57FCAB-6F92-054C-1CA8-6C8DBEE76301}"/>
              </a:ext>
            </a:extLst>
          </p:cNvPr>
          <p:cNvPicPr>
            <a:picLocks noChangeAspect="1"/>
          </p:cNvPicPr>
          <p:nvPr/>
        </p:nvPicPr>
        <p:blipFill rotWithShape="1">
          <a:blip r:embed="rId11"/>
          <a:srcRect l="7273"/>
          <a:stretch/>
        </p:blipFill>
        <p:spPr>
          <a:xfrm rot="5400000">
            <a:off x="10993167" y="4407534"/>
            <a:ext cx="815773" cy="659817"/>
          </a:xfrm>
          <a:prstGeom prst="rect">
            <a:avLst/>
          </a:prstGeom>
        </p:spPr>
      </p:pic>
      <p:pic>
        <p:nvPicPr>
          <p:cNvPr id="15" name="Imagen 14">
            <a:extLst>
              <a:ext uri="{FF2B5EF4-FFF2-40B4-BE49-F238E27FC236}">
                <a16:creationId xmlns:a16="http://schemas.microsoft.com/office/drawing/2014/main" id="{9C31EA34-7361-0D43-AFD4-48D7001F7E7D}"/>
              </a:ext>
            </a:extLst>
          </p:cNvPr>
          <p:cNvPicPr>
            <a:picLocks noChangeAspect="1"/>
          </p:cNvPicPr>
          <p:nvPr/>
        </p:nvPicPr>
        <p:blipFill>
          <a:blip r:embed="rId12"/>
          <a:stretch>
            <a:fillRect/>
          </a:stretch>
        </p:blipFill>
        <p:spPr>
          <a:xfrm>
            <a:off x="10862689" y="5568428"/>
            <a:ext cx="801188" cy="600891"/>
          </a:xfrm>
          <a:prstGeom prst="rect">
            <a:avLst/>
          </a:prstGeom>
        </p:spPr>
      </p:pic>
    </p:spTree>
    <p:extLst>
      <p:ext uri="{BB962C8B-B14F-4D97-AF65-F5344CB8AC3E}">
        <p14:creationId xmlns:p14="http://schemas.microsoft.com/office/powerpoint/2010/main" val="246026056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lstStyle/>
          <a:p>
            <a:pPr algn="ctr"/>
            <a:r>
              <a:rPr lang="es-BO" b="1" dirty="0"/>
              <a:t>ARREGLOS</a:t>
            </a:r>
            <a:endParaRPr lang="en-US"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890215023"/>
              </p:ext>
            </p:extLst>
          </p:nvPr>
        </p:nvGraphicFramePr>
        <p:xfrm>
          <a:off x="3815180" y="3299559"/>
          <a:ext cx="3531721" cy="11796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8CD0FA14-24B1-B984-85C0-BD1E515DAB0D}"/>
              </a:ext>
            </a:extLst>
          </p:cNvPr>
          <p:cNvPicPr>
            <a:picLocks noChangeAspect="1"/>
          </p:cNvPicPr>
          <p:nvPr/>
        </p:nvPicPr>
        <p:blipFill rotWithShape="1">
          <a:blip r:embed="rId7"/>
          <a:srcRect l="15606" r="14091"/>
          <a:stretch/>
        </p:blipFill>
        <p:spPr>
          <a:xfrm>
            <a:off x="467072" y="2591513"/>
            <a:ext cx="2453852" cy="2617794"/>
          </a:xfrm>
          <a:prstGeom prst="rect">
            <a:avLst/>
          </a:prstGeom>
        </p:spPr>
      </p:pic>
      <p:pic>
        <p:nvPicPr>
          <p:cNvPr id="7" name="Imagen 6">
            <a:extLst>
              <a:ext uri="{FF2B5EF4-FFF2-40B4-BE49-F238E27FC236}">
                <a16:creationId xmlns:a16="http://schemas.microsoft.com/office/drawing/2014/main" id="{CB179570-E771-0EDC-5196-969418227009}"/>
              </a:ext>
            </a:extLst>
          </p:cNvPr>
          <p:cNvPicPr>
            <a:picLocks noChangeAspect="1"/>
          </p:cNvPicPr>
          <p:nvPr/>
        </p:nvPicPr>
        <p:blipFill>
          <a:blip r:embed="rId8"/>
          <a:stretch>
            <a:fillRect/>
          </a:stretch>
        </p:blipFill>
        <p:spPr>
          <a:xfrm>
            <a:off x="3215615" y="2616459"/>
            <a:ext cx="1963344" cy="2617794"/>
          </a:xfrm>
          <a:prstGeom prst="rect">
            <a:avLst/>
          </a:prstGeom>
        </p:spPr>
      </p:pic>
      <p:pic>
        <p:nvPicPr>
          <p:cNvPr id="9" name="Imagen 8">
            <a:extLst>
              <a:ext uri="{FF2B5EF4-FFF2-40B4-BE49-F238E27FC236}">
                <a16:creationId xmlns:a16="http://schemas.microsoft.com/office/drawing/2014/main" id="{FB38B503-218C-7BC6-2C60-9582F7A8DB6B}"/>
              </a:ext>
            </a:extLst>
          </p:cNvPr>
          <p:cNvPicPr>
            <a:picLocks noChangeAspect="1"/>
          </p:cNvPicPr>
          <p:nvPr/>
        </p:nvPicPr>
        <p:blipFill rotWithShape="1">
          <a:blip r:embed="rId9"/>
          <a:srcRect r="19594"/>
          <a:stretch/>
        </p:blipFill>
        <p:spPr>
          <a:xfrm>
            <a:off x="5178959" y="2616460"/>
            <a:ext cx="2806470" cy="2617793"/>
          </a:xfrm>
          <a:prstGeom prst="rect">
            <a:avLst/>
          </a:prstGeom>
        </p:spPr>
      </p:pic>
      <p:pic>
        <p:nvPicPr>
          <p:cNvPr id="11" name="Imagen 10">
            <a:extLst>
              <a:ext uri="{FF2B5EF4-FFF2-40B4-BE49-F238E27FC236}">
                <a16:creationId xmlns:a16="http://schemas.microsoft.com/office/drawing/2014/main" id="{48C6958E-4E80-2CD0-C6CB-50ED4D37D587}"/>
              </a:ext>
            </a:extLst>
          </p:cNvPr>
          <p:cNvPicPr>
            <a:picLocks noChangeAspect="1"/>
          </p:cNvPicPr>
          <p:nvPr/>
        </p:nvPicPr>
        <p:blipFill>
          <a:blip r:embed="rId10"/>
          <a:stretch>
            <a:fillRect/>
          </a:stretch>
        </p:blipFill>
        <p:spPr>
          <a:xfrm>
            <a:off x="8308621" y="2616459"/>
            <a:ext cx="1909365" cy="2545817"/>
          </a:xfrm>
          <a:prstGeom prst="rect">
            <a:avLst/>
          </a:prstGeom>
        </p:spPr>
      </p:pic>
      <p:pic>
        <p:nvPicPr>
          <p:cNvPr id="13" name="Imagen 12">
            <a:extLst>
              <a:ext uri="{FF2B5EF4-FFF2-40B4-BE49-F238E27FC236}">
                <a16:creationId xmlns:a16="http://schemas.microsoft.com/office/drawing/2014/main" id="{8D57FCAB-6F92-054C-1CA8-6C8DBEE76301}"/>
              </a:ext>
            </a:extLst>
          </p:cNvPr>
          <p:cNvPicPr>
            <a:picLocks noChangeAspect="1"/>
          </p:cNvPicPr>
          <p:nvPr/>
        </p:nvPicPr>
        <p:blipFill rotWithShape="1">
          <a:blip r:embed="rId11"/>
          <a:srcRect l="7273"/>
          <a:stretch/>
        </p:blipFill>
        <p:spPr>
          <a:xfrm rot="5400000">
            <a:off x="9589779" y="2870851"/>
            <a:ext cx="2545818" cy="2059119"/>
          </a:xfrm>
          <a:prstGeom prst="rect">
            <a:avLst/>
          </a:prstGeom>
        </p:spPr>
      </p:pic>
      <p:pic>
        <p:nvPicPr>
          <p:cNvPr id="15" name="Imagen 14">
            <a:extLst>
              <a:ext uri="{FF2B5EF4-FFF2-40B4-BE49-F238E27FC236}">
                <a16:creationId xmlns:a16="http://schemas.microsoft.com/office/drawing/2014/main" id="{9C31EA34-7361-0D43-AFD4-48D7001F7E7D}"/>
              </a:ext>
            </a:extLst>
          </p:cNvPr>
          <p:cNvPicPr>
            <a:picLocks noChangeAspect="1"/>
          </p:cNvPicPr>
          <p:nvPr/>
        </p:nvPicPr>
        <p:blipFill>
          <a:blip r:embed="rId12"/>
          <a:stretch>
            <a:fillRect/>
          </a:stretch>
        </p:blipFill>
        <p:spPr>
          <a:xfrm>
            <a:off x="10977154" y="5911061"/>
            <a:ext cx="801188" cy="600891"/>
          </a:xfrm>
          <a:prstGeom prst="rect">
            <a:avLst/>
          </a:prstGeom>
        </p:spPr>
      </p:pic>
      <p:sp>
        <p:nvSpPr>
          <p:cNvPr id="3" name="CuadroTexto 2">
            <a:extLst>
              <a:ext uri="{FF2B5EF4-FFF2-40B4-BE49-F238E27FC236}">
                <a16:creationId xmlns:a16="http://schemas.microsoft.com/office/drawing/2014/main" id="{76CA2F62-8E18-7F21-78EC-5DAB68C2EFAE}"/>
              </a:ext>
            </a:extLst>
          </p:cNvPr>
          <p:cNvSpPr txBox="1"/>
          <p:nvPr/>
        </p:nvSpPr>
        <p:spPr>
          <a:xfrm>
            <a:off x="3999288" y="5506329"/>
            <a:ext cx="3147015" cy="369332"/>
          </a:xfrm>
          <a:prstGeom prst="rect">
            <a:avLst/>
          </a:prstGeom>
          <a:noFill/>
        </p:spPr>
        <p:txBody>
          <a:bodyPr wrap="none" rtlCol="0">
            <a:spAutoFit/>
          </a:bodyPr>
          <a:lstStyle/>
          <a:p>
            <a:r>
              <a:rPr lang="es-ES" dirty="0"/>
              <a:t>Limpieza de vista lateral y frontal</a:t>
            </a:r>
            <a:endParaRPr lang="es-BO" dirty="0"/>
          </a:p>
        </p:txBody>
      </p:sp>
      <p:sp>
        <p:nvSpPr>
          <p:cNvPr id="6" name="CuadroTexto 5">
            <a:extLst>
              <a:ext uri="{FF2B5EF4-FFF2-40B4-BE49-F238E27FC236}">
                <a16:creationId xmlns:a16="http://schemas.microsoft.com/office/drawing/2014/main" id="{421DC989-C803-450F-A2EE-AA1F2FFDA9B6}"/>
              </a:ext>
            </a:extLst>
          </p:cNvPr>
          <p:cNvSpPr txBox="1"/>
          <p:nvPr/>
        </p:nvSpPr>
        <p:spPr>
          <a:xfrm>
            <a:off x="712068" y="5506418"/>
            <a:ext cx="1983235" cy="369332"/>
          </a:xfrm>
          <a:prstGeom prst="rect">
            <a:avLst/>
          </a:prstGeom>
          <a:noFill/>
        </p:spPr>
        <p:txBody>
          <a:bodyPr wrap="none" rtlCol="0">
            <a:spAutoFit/>
          </a:bodyPr>
          <a:lstStyle/>
          <a:p>
            <a:r>
              <a:rPr lang="es-ES" dirty="0"/>
              <a:t>Antes de la limpieza</a:t>
            </a:r>
            <a:endParaRPr lang="es-BO" dirty="0"/>
          </a:p>
        </p:txBody>
      </p:sp>
      <p:sp>
        <p:nvSpPr>
          <p:cNvPr id="8" name="CuadroTexto 7">
            <a:extLst>
              <a:ext uri="{FF2B5EF4-FFF2-40B4-BE49-F238E27FC236}">
                <a16:creationId xmlns:a16="http://schemas.microsoft.com/office/drawing/2014/main" id="{437EFA2D-D258-0D86-4768-FC77D8EC85AF}"/>
              </a:ext>
            </a:extLst>
          </p:cNvPr>
          <p:cNvSpPr txBox="1"/>
          <p:nvPr/>
        </p:nvSpPr>
        <p:spPr>
          <a:xfrm>
            <a:off x="8259620" y="5506329"/>
            <a:ext cx="3408305" cy="369332"/>
          </a:xfrm>
          <a:prstGeom prst="rect">
            <a:avLst/>
          </a:prstGeom>
          <a:noFill/>
        </p:spPr>
        <p:txBody>
          <a:bodyPr wrap="none" rtlCol="0">
            <a:spAutoFit/>
          </a:bodyPr>
          <a:lstStyle/>
          <a:p>
            <a:r>
              <a:rPr lang="es-ES" dirty="0"/>
              <a:t>Limpieza de vista en ambos tanques</a:t>
            </a:r>
            <a:endParaRPr lang="es-BO" dirty="0"/>
          </a:p>
        </p:txBody>
      </p:sp>
    </p:spTree>
    <p:extLst>
      <p:ext uri="{BB962C8B-B14F-4D97-AF65-F5344CB8AC3E}">
        <p14:creationId xmlns:p14="http://schemas.microsoft.com/office/powerpoint/2010/main" val="1846313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lstStyle/>
          <a:p>
            <a:pPr algn="ctr"/>
            <a:r>
              <a:rPr lang="es-BO" b="1" dirty="0"/>
              <a:t>ARREGLOS</a:t>
            </a:r>
            <a:endParaRPr lang="en-US"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1809649337"/>
              </p:ext>
            </p:extLst>
          </p:nvPr>
        </p:nvGraphicFramePr>
        <p:xfrm>
          <a:off x="666206" y="1175657"/>
          <a:ext cx="10058400"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8CD0FA14-24B1-B984-85C0-BD1E515DAB0D}"/>
              </a:ext>
            </a:extLst>
          </p:cNvPr>
          <p:cNvPicPr>
            <a:picLocks noChangeAspect="1"/>
          </p:cNvPicPr>
          <p:nvPr/>
        </p:nvPicPr>
        <p:blipFill rotWithShape="1">
          <a:blip r:embed="rId7"/>
          <a:srcRect l="15606" r="14091"/>
          <a:stretch/>
        </p:blipFill>
        <p:spPr>
          <a:xfrm>
            <a:off x="8644246" y="1175657"/>
            <a:ext cx="818409" cy="873087"/>
          </a:xfrm>
          <a:prstGeom prst="rect">
            <a:avLst/>
          </a:prstGeom>
        </p:spPr>
      </p:pic>
      <p:pic>
        <p:nvPicPr>
          <p:cNvPr id="7" name="Imagen 6">
            <a:extLst>
              <a:ext uri="{FF2B5EF4-FFF2-40B4-BE49-F238E27FC236}">
                <a16:creationId xmlns:a16="http://schemas.microsoft.com/office/drawing/2014/main" id="{CB179570-E771-0EDC-5196-969418227009}"/>
              </a:ext>
            </a:extLst>
          </p:cNvPr>
          <p:cNvPicPr>
            <a:picLocks noChangeAspect="1"/>
          </p:cNvPicPr>
          <p:nvPr/>
        </p:nvPicPr>
        <p:blipFill>
          <a:blip r:embed="rId8"/>
          <a:stretch>
            <a:fillRect/>
          </a:stretch>
        </p:blipFill>
        <p:spPr>
          <a:xfrm>
            <a:off x="9587345" y="2179876"/>
            <a:ext cx="760912" cy="1014550"/>
          </a:xfrm>
          <a:prstGeom prst="rect">
            <a:avLst/>
          </a:prstGeom>
        </p:spPr>
      </p:pic>
      <p:pic>
        <p:nvPicPr>
          <p:cNvPr id="9" name="Imagen 8">
            <a:extLst>
              <a:ext uri="{FF2B5EF4-FFF2-40B4-BE49-F238E27FC236}">
                <a16:creationId xmlns:a16="http://schemas.microsoft.com/office/drawing/2014/main" id="{FB38B503-218C-7BC6-2C60-9582F7A8DB6B}"/>
              </a:ext>
            </a:extLst>
          </p:cNvPr>
          <p:cNvPicPr>
            <a:picLocks noChangeAspect="1"/>
          </p:cNvPicPr>
          <p:nvPr/>
        </p:nvPicPr>
        <p:blipFill>
          <a:blip r:embed="rId9"/>
          <a:stretch>
            <a:fillRect/>
          </a:stretch>
        </p:blipFill>
        <p:spPr>
          <a:xfrm>
            <a:off x="9975410" y="3377960"/>
            <a:ext cx="943297" cy="707473"/>
          </a:xfrm>
          <a:prstGeom prst="rect">
            <a:avLst/>
          </a:prstGeom>
        </p:spPr>
      </p:pic>
      <p:pic>
        <p:nvPicPr>
          <p:cNvPr id="11" name="Imagen 10">
            <a:extLst>
              <a:ext uri="{FF2B5EF4-FFF2-40B4-BE49-F238E27FC236}">
                <a16:creationId xmlns:a16="http://schemas.microsoft.com/office/drawing/2014/main" id="{48C6958E-4E80-2CD0-C6CB-50ED4D37D587}"/>
              </a:ext>
            </a:extLst>
          </p:cNvPr>
          <p:cNvPicPr>
            <a:picLocks noChangeAspect="1"/>
          </p:cNvPicPr>
          <p:nvPr/>
        </p:nvPicPr>
        <p:blipFill>
          <a:blip r:embed="rId10"/>
          <a:stretch>
            <a:fillRect/>
          </a:stretch>
        </p:blipFill>
        <p:spPr>
          <a:xfrm>
            <a:off x="10348258" y="4329556"/>
            <a:ext cx="659816" cy="879754"/>
          </a:xfrm>
          <a:prstGeom prst="rect">
            <a:avLst/>
          </a:prstGeom>
        </p:spPr>
      </p:pic>
      <p:pic>
        <p:nvPicPr>
          <p:cNvPr id="13" name="Imagen 12">
            <a:extLst>
              <a:ext uri="{FF2B5EF4-FFF2-40B4-BE49-F238E27FC236}">
                <a16:creationId xmlns:a16="http://schemas.microsoft.com/office/drawing/2014/main" id="{8D57FCAB-6F92-054C-1CA8-6C8DBEE76301}"/>
              </a:ext>
            </a:extLst>
          </p:cNvPr>
          <p:cNvPicPr>
            <a:picLocks noChangeAspect="1"/>
          </p:cNvPicPr>
          <p:nvPr/>
        </p:nvPicPr>
        <p:blipFill rotWithShape="1">
          <a:blip r:embed="rId11"/>
          <a:srcRect l="7273"/>
          <a:stretch/>
        </p:blipFill>
        <p:spPr>
          <a:xfrm rot="5400000">
            <a:off x="10993167" y="4407534"/>
            <a:ext cx="815773" cy="659817"/>
          </a:xfrm>
          <a:prstGeom prst="rect">
            <a:avLst/>
          </a:prstGeom>
        </p:spPr>
      </p:pic>
      <p:pic>
        <p:nvPicPr>
          <p:cNvPr id="15" name="Imagen 14">
            <a:extLst>
              <a:ext uri="{FF2B5EF4-FFF2-40B4-BE49-F238E27FC236}">
                <a16:creationId xmlns:a16="http://schemas.microsoft.com/office/drawing/2014/main" id="{9C31EA34-7361-0D43-AFD4-48D7001F7E7D}"/>
              </a:ext>
            </a:extLst>
          </p:cNvPr>
          <p:cNvPicPr>
            <a:picLocks noChangeAspect="1"/>
          </p:cNvPicPr>
          <p:nvPr/>
        </p:nvPicPr>
        <p:blipFill>
          <a:blip r:embed="rId12"/>
          <a:stretch>
            <a:fillRect/>
          </a:stretch>
        </p:blipFill>
        <p:spPr>
          <a:xfrm>
            <a:off x="10862689" y="5568428"/>
            <a:ext cx="801188" cy="600891"/>
          </a:xfrm>
          <a:prstGeom prst="rect">
            <a:avLst/>
          </a:prstGeom>
        </p:spPr>
      </p:pic>
    </p:spTree>
    <p:extLst>
      <p:ext uri="{BB962C8B-B14F-4D97-AF65-F5344CB8AC3E}">
        <p14:creationId xmlns:p14="http://schemas.microsoft.com/office/powerpoint/2010/main" val="31791555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lstStyle/>
          <a:p>
            <a:pPr algn="ctr"/>
            <a:r>
              <a:rPr lang="es-BO" b="1" dirty="0"/>
              <a:t>ARREGLOS</a:t>
            </a:r>
            <a:endParaRPr lang="en-US"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554162479"/>
              </p:ext>
            </p:extLst>
          </p:nvPr>
        </p:nvGraphicFramePr>
        <p:xfrm>
          <a:off x="2562249" y="3031946"/>
          <a:ext cx="4662450" cy="1262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8CD0FA14-24B1-B984-85C0-BD1E515DAB0D}"/>
              </a:ext>
            </a:extLst>
          </p:cNvPr>
          <p:cNvPicPr>
            <a:picLocks noChangeAspect="1"/>
          </p:cNvPicPr>
          <p:nvPr/>
        </p:nvPicPr>
        <p:blipFill rotWithShape="1">
          <a:blip r:embed="rId7"/>
          <a:srcRect l="15606" r="14091"/>
          <a:stretch/>
        </p:blipFill>
        <p:spPr>
          <a:xfrm>
            <a:off x="5947954" y="1288869"/>
            <a:ext cx="818409" cy="873087"/>
          </a:xfrm>
          <a:prstGeom prst="rect">
            <a:avLst/>
          </a:prstGeom>
        </p:spPr>
      </p:pic>
      <p:pic>
        <p:nvPicPr>
          <p:cNvPr id="7" name="Imagen 6">
            <a:extLst>
              <a:ext uri="{FF2B5EF4-FFF2-40B4-BE49-F238E27FC236}">
                <a16:creationId xmlns:a16="http://schemas.microsoft.com/office/drawing/2014/main" id="{CB179570-E771-0EDC-5196-969418227009}"/>
              </a:ext>
            </a:extLst>
          </p:cNvPr>
          <p:cNvPicPr>
            <a:picLocks noChangeAspect="1"/>
          </p:cNvPicPr>
          <p:nvPr/>
        </p:nvPicPr>
        <p:blipFill>
          <a:blip r:embed="rId8"/>
          <a:stretch>
            <a:fillRect/>
          </a:stretch>
        </p:blipFill>
        <p:spPr>
          <a:xfrm>
            <a:off x="7005204" y="1287387"/>
            <a:ext cx="760912" cy="1014550"/>
          </a:xfrm>
          <a:prstGeom prst="rect">
            <a:avLst/>
          </a:prstGeom>
        </p:spPr>
      </p:pic>
      <p:pic>
        <p:nvPicPr>
          <p:cNvPr id="9" name="Imagen 8">
            <a:extLst>
              <a:ext uri="{FF2B5EF4-FFF2-40B4-BE49-F238E27FC236}">
                <a16:creationId xmlns:a16="http://schemas.microsoft.com/office/drawing/2014/main" id="{FB38B503-218C-7BC6-2C60-9582F7A8DB6B}"/>
              </a:ext>
            </a:extLst>
          </p:cNvPr>
          <p:cNvPicPr>
            <a:picLocks noChangeAspect="1"/>
          </p:cNvPicPr>
          <p:nvPr/>
        </p:nvPicPr>
        <p:blipFill>
          <a:blip r:embed="rId9"/>
          <a:stretch>
            <a:fillRect/>
          </a:stretch>
        </p:blipFill>
        <p:spPr>
          <a:xfrm>
            <a:off x="7681257" y="1278356"/>
            <a:ext cx="943297" cy="707473"/>
          </a:xfrm>
          <a:prstGeom prst="rect">
            <a:avLst/>
          </a:prstGeom>
        </p:spPr>
      </p:pic>
      <p:pic>
        <p:nvPicPr>
          <p:cNvPr id="11" name="Imagen 10">
            <a:extLst>
              <a:ext uri="{FF2B5EF4-FFF2-40B4-BE49-F238E27FC236}">
                <a16:creationId xmlns:a16="http://schemas.microsoft.com/office/drawing/2014/main" id="{48C6958E-4E80-2CD0-C6CB-50ED4D37D587}"/>
              </a:ext>
            </a:extLst>
          </p:cNvPr>
          <p:cNvPicPr>
            <a:picLocks noChangeAspect="1"/>
          </p:cNvPicPr>
          <p:nvPr/>
        </p:nvPicPr>
        <p:blipFill>
          <a:blip r:embed="rId10"/>
          <a:stretch>
            <a:fillRect/>
          </a:stretch>
        </p:blipFill>
        <p:spPr>
          <a:xfrm>
            <a:off x="9022519" y="1278356"/>
            <a:ext cx="659816" cy="879754"/>
          </a:xfrm>
          <a:prstGeom prst="rect">
            <a:avLst/>
          </a:prstGeom>
        </p:spPr>
      </p:pic>
      <p:pic>
        <p:nvPicPr>
          <p:cNvPr id="13" name="Imagen 12">
            <a:extLst>
              <a:ext uri="{FF2B5EF4-FFF2-40B4-BE49-F238E27FC236}">
                <a16:creationId xmlns:a16="http://schemas.microsoft.com/office/drawing/2014/main" id="{8D57FCAB-6F92-054C-1CA8-6C8DBEE76301}"/>
              </a:ext>
            </a:extLst>
          </p:cNvPr>
          <p:cNvPicPr>
            <a:picLocks noChangeAspect="1"/>
          </p:cNvPicPr>
          <p:nvPr/>
        </p:nvPicPr>
        <p:blipFill rotWithShape="1">
          <a:blip r:embed="rId11"/>
          <a:srcRect l="7273"/>
          <a:stretch/>
        </p:blipFill>
        <p:spPr>
          <a:xfrm rot="5400000">
            <a:off x="8978028" y="2294277"/>
            <a:ext cx="815773" cy="659817"/>
          </a:xfrm>
          <a:prstGeom prst="rect">
            <a:avLst/>
          </a:prstGeom>
        </p:spPr>
      </p:pic>
      <p:pic>
        <p:nvPicPr>
          <p:cNvPr id="15" name="Imagen 14">
            <a:extLst>
              <a:ext uri="{FF2B5EF4-FFF2-40B4-BE49-F238E27FC236}">
                <a16:creationId xmlns:a16="http://schemas.microsoft.com/office/drawing/2014/main" id="{9C31EA34-7361-0D43-AFD4-48D7001F7E7D}"/>
              </a:ext>
            </a:extLst>
          </p:cNvPr>
          <p:cNvPicPr>
            <a:picLocks noChangeAspect="1"/>
          </p:cNvPicPr>
          <p:nvPr/>
        </p:nvPicPr>
        <p:blipFill>
          <a:blip r:embed="rId12"/>
          <a:stretch>
            <a:fillRect/>
          </a:stretch>
        </p:blipFill>
        <p:spPr>
          <a:xfrm>
            <a:off x="2700877" y="1016545"/>
            <a:ext cx="7058057" cy="5293543"/>
          </a:xfrm>
          <a:prstGeom prst="rect">
            <a:avLst/>
          </a:prstGeom>
        </p:spPr>
      </p:pic>
      <p:sp>
        <p:nvSpPr>
          <p:cNvPr id="3" name="CuadroTexto 2">
            <a:extLst>
              <a:ext uri="{FF2B5EF4-FFF2-40B4-BE49-F238E27FC236}">
                <a16:creationId xmlns:a16="http://schemas.microsoft.com/office/drawing/2014/main" id="{2C6913AC-8548-697B-568C-B7D9B02CD1D7}"/>
              </a:ext>
            </a:extLst>
          </p:cNvPr>
          <p:cNvSpPr txBox="1"/>
          <p:nvPr/>
        </p:nvSpPr>
        <p:spPr>
          <a:xfrm>
            <a:off x="4245404" y="6230405"/>
            <a:ext cx="3405099" cy="369332"/>
          </a:xfrm>
          <a:prstGeom prst="rect">
            <a:avLst/>
          </a:prstGeom>
          <a:noFill/>
        </p:spPr>
        <p:txBody>
          <a:bodyPr wrap="none" rtlCol="0">
            <a:spAutoFit/>
          </a:bodyPr>
          <a:lstStyle/>
          <a:p>
            <a:r>
              <a:rPr lang="es-ES" dirty="0"/>
              <a:t>Vista final de la limpieza del sistema</a:t>
            </a:r>
            <a:endParaRPr lang="es-BO" dirty="0"/>
          </a:p>
        </p:txBody>
      </p:sp>
    </p:spTree>
    <p:extLst>
      <p:ext uri="{BB962C8B-B14F-4D97-AF65-F5344CB8AC3E}">
        <p14:creationId xmlns:p14="http://schemas.microsoft.com/office/powerpoint/2010/main" val="42153414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6B29B5-13CE-16E8-D8FA-99D482B0DAFA}"/>
              </a:ext>
            </a:extLst>
          </p:cNvPr>
          <p:cNvSpPr>
            <a:spLocks noGrp="1"/>
          </p:cNvSpPr>
          <p:nvPr>
            <p:ph type="title"/>
          </p:nvPr>
        </p:nvSpPr>
        <p:spPr>
          <a:xfrm>
            <a:off x="1563623" y="2268478"/>
            <a:ext cx="9070848" cy="2587752"/>
          </a:xfrm>
        </p:spPr>
        <p:txBody>
          <a:bodyPr/>
          <a:lstStyle/>
          <a:p>
            <a:r>
              <a:rPr lang="es-BO" b="1" dirty="0"/>
              <a:t>MODIFICACIONES AL SISTEMA</a:t>
            </a:r>
          </a:p>
        </p:txBody>
      </p:sp>
    </p:spTree>
    <p:extLst>
      <p:ext uri="{BB962C8B-B14F-4D97-AF65-F5344CB8AC3E}">
        <p14:creationId xmlns:p14="http://schemas.microsoft.com/office/powerpoint/2010/main" val="80221392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normAutofit/>
          </a:bodyPr>
          <a:lstStyle/>
          <a:p>
            <a:pPr algn="ctr"/>
            <a:r>
              <a:rPr lang="es-BO" sz="4400" b="1" dirty="0"/>
              <a:t>MODIFICACIONES</a:t>
            </a:r>
            <a:endParaRPr lang="en-US" sz="4400"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3049286191"/>
              </p:ext>
            </p:extLst>
          </p:nvPr>
        </p:nvGraphicFramePr>
        <p:xfrm>
          <a:off x="666206" y="1175657"/>
          <a:ext cx="10058400"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84338AF1-2891-42A8-D030-C8B27D2C6B69}"/>
              </a:ext>
            </a:extLst>
          </p:cNvPr>
          <p:cNvPicPr>
            <a:picLocks noChangeAspect="1"/>
          </p:cNvPicPr>
          <p:nvPr/>
        </p:nvPicPr>
        <p:blipFill>
          <a:blip r:embed="rId7"/>
          <a:stretch>
            <a:fillRect/>
          </a:stretch>
        </p:blipFill>
        <p:spPr>
          <a:xfrm>
            <a:off x="9335695" y="2190206"/>
            <a:ext cx="729096" cy="972128"/>
          </a:xfrm>
          <a:prstGeom prst="rect">
            <a:avLst/>
          </a:prstGeom>
        </p:spPr>
      </p:pic>
      <p:pic>
        <p:nvPicPr>
          <p:cNvPr id="9" name="Imagen 8">
            <a:extLst>
              <a:ext uri="{FF2B5EF4-FFF2-40B4-BE49-F238E27FC236}">
                <a16:creationId xmlns:a16="http://schemas.microsoft.com/office/drawing/2014/main" id="{F76BB39A-C56F-7479-8CC7-40951F08F320}"/>
              </a:ext>
            </a:extLst>
          </p:cNvPr>
          <p:cNvPicPr>
            <a:picLocks noChangeAspect="1"/>
          </p:cNvPicPr>
          <p:nvPr/>
        </p:nvPicPr>
        <p:blipFill>
          <a:blip r:embed="rId8"/>
          <a:stretch>
            <a:fillRect/>
          </a:stretch>
        </p:blipFill>
        <p:spPr>
          <a:xfrm>
            <a:off x="10252460" y="4405524"/>
            <a:ext cx="573527" cy="764703"/>
          </a:xfrm>
          <a:prstGeom prst="rect">
            <a:avLst/>
          </a:prstGeom>
        </p:spPr>
      </p:pic>
      <p:pic>
        <p:nvPicPr>
          <p:cNvPr id="13" name="Imagen 12">
            <a:extLst>
              <a:ext uri="{FF2B5EF4-FFF2-40B4-BE49-F238E27FC236}">
                <a16:creationId xmlns:a16="http://schemas.microsoft.com/office/drawing/2014/main" id="{E32D1A4D-7206-5D4F-3F90-2E4489E07947}"/>
              </a:ext>
            </a:extLst>
          </p:cNvPr>
          <p:cNvPicPr>
            <a:picLocks noChangeAspect="1"/>
          </p:cNvPicPr>
          <p:nvPr/>
        </p:nvPicPr>
        <p:blipFill>
          <a:blip r:embed="rId9"/>
          <a:stretch>
            <a:fillRect/>
          </a:stretch>
        </p:blipFill>
        <p:spPr>
          <a:xfrm>
            <a:off x="9813236" y="3288540"/>
            <a:ext cx="729096" cy="972128"/>
          </a:xfrm>
          <a:prstGeom prst="rect">
            <a:avLst/>
          </a:prstGeom>
        </p:spPr>
      </p:pic>
      <p:pic>
        <p:nvPicPr>
          <p:cNvPr id="15" name="Imagen 14">
            <a:extLst>
              <a:ext uri="{FF2B5EF4-FFF2-40B4-BE49-F238E27FC236}">
                <a16:creationId xmlns:a16="http://schemas.microsoft.com/office/drawing/2014/main" id="{F77B5643-FA47-77A9-CB72-AC9DDA856F66}"/>
              </a:ext>
            </a:extLst>
          </p:cNvPr>
          <p:cNvPicPr>
            <a:picLocks noChangeAspect="1"/>
          </p:cNvPicPr>
          <p:nvPr/>
        </p:nvPicPr>
        <p:blipFill>
          <a:blip r:embed="rId10"/>
          <a:stretch>
            <a:fillRect/>
          </a:stretch>
        </p:blipFill>
        <p:spPr>
          <a:xfrm>
            <a:off x="10800617" y="5315083"/>
            <a:ext cx="876069" cy="657052"/>
          </a:xfrm>
          <a:prstGeom prst="rect">
            <a:avLst/>
          </a:prstGeom>
        </p:spPr>
      </p:pic>
      <p:pic>
        <p:nvPicPr>
          <p:cNvPr id="17" name="Imagen 16">
            <a:extLst>
              <a:ext uri="{FF2B5EF4-FFF2-40B4-BE49-F238E27FC236}">
                <a16:creationId xmlns:a16="http://schemas.microsoft.com/office/drawing/2014/main" id="{36F4717E-9171-DC81-41F3-8031F04708CF}"/>
              </a:ext>
            </a:extLst>
          </p:cNvPr>
          <p:cNvPicPr>
            <a:picLocks noChangeAspect="1"/>
          </p:cNvPicPr>
          <p:nvPr/>
        </p:nvPicPr>
        <p:blipFill>
          <a:blip r:embed="rId11"/>
          <a:stretch>
            <a:fillRect/>
          </a:stretch>
        </p:blipFill>
        <p:spPr>
          <a:xfrm>
            <a:off x="10177740" y="2215412"/>
            <a:ext cx="327363" cy="436484"/>
          </a:xfrm>
          <a:prstGeom prst="rect">
            <a:avLst/>
          </a:prstGeom>
        </p:spPr>
      </p:pic>
      <p:pic>
        <p:nvPicPr>
          <p:cNvPr id="19" name="Imagen 18">
            <a:extLst>
              <a:ext uri="{FF2B5EF4-FFF2-40B4-BE49-F238E27FC236}">
                <a16:creationId xmlns:a16="http://schemas.microsoft.com/office/drawing/2014/main" id="{459DBB68-2668-6ECC-2AC8-2530808BF8B9}"/>
              </a:ext>
            </a:extLst>
          </p:cNvPr>
          <p:cNvPicPr>
            <a:picLocks noChangeAspect="1"/>
          </p:cNvPicPr>
          <p:nvPr/>
        </p:nvPicPr>
        <p:blipFill>
          <a:blip r:embed="rId12"/>
          <a:stretch>
            <a:fillRect/>
          </a:stretch>
        </p:blipFill>
        <p:spPr>
          <a:xfrm>
            <a:off x="10512379" y="2211110"/>
            <a:ext cx="327363" cy="436484"/>
          </a:xfrm>
          <a:prstGeom prst="rect">
            <a:avLst/>
          </a:prstGeom>
        </p:spPr>
      </p:pic>
      <p:pic>
        <p:nvPicPr>
          <p:cNvPr id="21" name="Imagen 20">
            <a:extLst>
              <a:ext uri="{FF2B5EF4-FFF2-40B4-BE49-F238E27FC236}">
                <a16:creationId xmlns:a16="http://schemas.microsoft.com/office/drawing/2014/main" id="{9F7DE859-B2E4-B4CE-6AD7-F925187CE1D4}"/>
              </a:ext>
            </a:extLst>
          </p:cNvPr>
          <p:cNvPicPr>
            <a:picLocks noChangeAspect="1"/>
          </p:cNvPicPr>
          <p:nvPr/>
        </p:nvPicPr>
        <p:blipFill>
          <a:blip r:embed="rId13"/>
          <a:stretch>
            <a:fillRect/>
          </a:stretch>
        </p:blipFill>
        <p:spPr>
          <a:xfrm>
            <a:off x="10849716" y="2211108"/>
            <a:ext cx="327363" cy="436485"/>
          </a:xfrm>
          <a:prstGeom prst="rect">
            <a:avLst/>
          </a:prstGeom>
        </p:spPr>
      </p:pic>
      <p:pic>
        <p:nvPicPr>
          <p:cNvPr id="23" name="Imagen 22">
            <a:extLst>
              <a:ext uri="{FF2B5EF4-FFF2-40B4-BE49-F238E27FC236}">
                <a16:creationId xmlns:a16="http://schemas.microsoft.com/office/drawing/2014/main" id="{BF7E5772-E299-8A05-F689-524878802046}"/>
              </a:ext>
            </a:extLst>
          </p:cNvPr>
          <p:cNvPicPr>
            <a:picLocks noChangeAspect="1"/>
          </p:cNvPicPr>
          <p:nvPr/>
        </p:nvPicPr>
        <p:blipFill>
          <a:blip r:embed="rId14"/>
          <a:stretch>
            <a:fillRect/>
          </a:stretch>
        </p:blipFill>
        <p:spPr>
          <a:xfrm>
            <a:off x="11187053" y="2210941"/>
            <a:ext cx="327363" cy="436484"/>
          </a:xfrm>
          <a:prstGeom prst="rect">
            <a:avLst/>
          </a:prstGeom>
        </p:spPr>
      </p:pic>
      <p:pic>
        <p:nvPicPr>
          <p:cNvPr id="25" name="Imagen 24">
            <a:extLst>
              <a:ext uri="{FF2B5EF4-FFF2-40B4-BE49-F238E27FC236}">
                <a16:creationId xmlns:a16="http://schemas.microsoft.com/office/drawing/2014/main" id="{B038EE06-9DB0-B9CC-53EA-5D20023A4BFF}"/>
              </a:ext>
            </a:extLst>
          </p:cNvPr>
          <p:cNvPicPr>
            <a:picLocks noChangeAspect="1"/>
          </p:cNvPicPr>
          <p:nvPr/>
        </p:nvPicPr>
        <p:blipFill>
          <a:blip r:embed="rId15"/>
          <a:stretch>
            <a:fillRect/>
          </a:stretch>
        </p:blipFill>
        <p:spPr>
          <a:xfrm rot="5400000">
            <a:off x="10583741" y="2743321"/>
            <a:ext cx="484490" cy="316237"/>
          </a:xfrm>
          <a:prstGeom prst="rect">
            <a:avLst/>
          </a:prstGeom>
        </p:spPr>
      </p:pic>
      <p:pic>
        <p:nvPicPr>
          <p:cNvPr id="29" name="Imagen 28">
            <a:extLst>
              <a:ext uri="{FF2B5EF4-FFF2-40B4-BE49-F238E27FC236}">
                <a16:creationId xmlns:a16="http://schemas.microsoft.com/office/drawing/2014/main" id="{8958934A-6D9D-EC01-FFB0-6E364CB13E26}"/>
              </a:ext>
            </a:extLst>
          </p:cNvPr>
          <p:cNvPicPr>
            <a:picLocks noChangeAspect="1"/>
          </p:cNvPicPr>
          <p:nvPr/>
        </p:nvPicPr>
        <p:blipFill rotWithShape="1">
          <a:blip r:embed="rId16"/>
          <a:srcRect t="25768" b="27071"/>
          <a:stretch/>
        </p:blipFill>
        <p:spPr>
          <a:xfrm>
            <a:off x="11524437" y="2215412"/>
            <a:ext cx="267603" cy="436484"/>
          </a:xfrm>
          <a:prstGeom prst="rect">
            <a:avLst/>
          </a:prstGeom>
        </p:spPr>
      </p:pic>
      <p:pic>
        <p:nvPicPr>
          <p:cNvPr id="31" name="Imagen 30">
            <a:extLst>
              <a:ext uri="{FF2B5EF4-FFF2-40B4-BE49-F238E27FC236}">
                <a16:creationId xmlns:a16="http://schemas.microsoft.com/office/drawing/2014/main" id="{1900D0A9-4F1A-A34F-ABD2-57715DDFA55B}"/>
              </a:ext>
            </a:extLst>
          </p:cNvPr>
          <p:cNvPicPr>
            <a:picLocks noChangeAspect="1"/>
          </p:cNvPicPr>
          <p:nvPr/>
        </p:nvPicPr>
        <p:blipFill rotWithShape="1">
          <a:blip r:embed="rId17"/>
          <a:srcRect t="9905"/>
          <a:stretch/>
        </p:blipFill>
        <p:spPr>
          <a:xfrm>
            <a:off x="10319419" y="2650007"/>
            <a:ext cx="239270" cy="467680"/>
          </a:xfrm>
          <a:prstGeom prst="rect">
            <a:avLst/>
          </a:prstGeom>
        </p:spPr>
      </p:pic>
      <p:pic>
        <p:nvPicPr>
          <p:cNvPr id="33" name="Imagen 32">
            <a:extLst>
              <a:ext uri="{FF2B5EF4-FFF2-40B4-BE49-F238E27FC236}">
                <a16:creationId xmlns:a16="http://schemas.microsoft.com/office/drawing/2014/main" id="{64A285CA-5E0F-E7EF-5AFE-2A6444CD839B}"/>
              </a:ext>
            </a:extLst>
          </p:cNvPr>
          <p:cNvPicPr>
            <a:picLocks noChangeAspect="1"/>
          </p:cNvPicPr>
          <p:nvPr/>
        </p:nvPicPr>
        <p:blipFill rotWithShape="1">
          <a:blip r:embed="rId18"/>
          <a:srcRect t="6857" b="13524"/>
          <a:stretch/>
        </p:blipFill>
        <p:spPr>
          <a:xfrm>
            <a:off x="11069971" y="2667524"/>
            <a:ext cx="252694" cy="436485"/>
          </a:xfrm>
          <a:prstGeom prst="rect">
            <a:avLst/>
          </a:prstGeom>
        </p:spPr>
      </p:pic>
      <p:pic>
        <p:nvPicPr>
          <p:cNvPr id="35" name="Imagen 34">
            <a:extLst>
              <a:ext uri="{FF2B5EF4-FFF2-40B4-BE49-F238E27FC236}">
                <a16:creationId xmlns:a16="http://schemas.microsoft.com/office/drawing/2014/main" id="{C0B4B958-54C0-9F34-82DC-77F249F28CE5}"/>
              </a:ext>
            </a:extLst>
          </p:cNvPr>
          <p:cNvPicPr>
            <a:picLocks noChangeAspect="1"/>
          </p:cNvPicPr>
          <p:nvPr/>
        </p:nvPicPr>
        <p:blipFill rotWithShape="1">
          <a:blip r:embed="rId19"/>
          <a:srcRect t="11396" b="12603"/>
          <a:stretch/>
        </p:blipFill>
        <p:spPr>
          <a:xfrm>
            <a:off x="11413728" y="2667524"/>
            <a:ext cx="269910" cy="445032"/>
          </a:xfrm>
          <a:prstGeom prst="rect">
            <a:avLst/>
          </a:prstGeom>
        </p:spPr>
      </p:pic>
      <p:pic>
        <p:nvPicPr>
          <p:cNvPr id="6" name="Imagen 5">
            <a:extLst>
              <a:ext uri="{FF2B5EF4-FFF2-40B4-BE49-F238E27FC236}">
                <a16:creationId xmlns:a16="http://schemas.microsoft.com/office/drawing/2014/main" id="{5196DCF6-512A-6FFC-7445-8E31DFD794EE}"/>
              </a:ext>
            </a:extLst>
          </p:cNvPr>
          <p:cNvPicPr>
            <a:picLocks noChangeAspect="1"/>
          </p:cNvPicPr>
          <p:nvPr/>
        </p:nvPicPr>
        <p:blipFill>
          <a:blip r:embed="rId20"/>
          <a:stretch>
            <a:fillRect/>
          </a:stretch>
        </p:blipFill>
        <p:spPr>
          <a:xfrm>
            <a:off x="8804620" y="1041027"/>
            <a:ext cx="2308054" cy="1007468"/>
          </a:xfrm>
          <a:prstGeom prst="rect">
            <a:avLst/>
          </a:prstGeom>
        </p:spPr>
      </p:pic>
    </p:spTree>
    <p:extLst>
      <p:ext uri="{BB962C8B-B14F-4D97-AF65-F5344CB8AC3E}">
        <p14:creationId xmlns:p14="http://schemas.microsoft.com/office/powerpoint/2010/main" val="24815389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normAutofit/>
          </a:bodyPr>
          <a:lstStyle/>
          <a:p>
            <a:pPr algn="ctr"/>
            <a:r>
              <a:rPr lang="es-BO" sz="4400" b="1" dirty="0"/>
              <a:t>MODIFICACIONES</a:t>
            </a:r>
            <a:endParaRPr lang="en-US" sz="4400"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84247988"/>
              </p:ext>
            </p:extLst>
          </p:nvPr>
        </p:nvGraphicFramePr>
        <p:xfrm>
          <a:off x="515314" y="1082769"/>
          <a:ext cx="10058400"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84338AF1-2891-42A8-D030-C8B27D2C6B69}"/>
              </a:ext>
            </a:extLst>
          </p:cNvPr>
          <p:cNvPicPr>
            <a:picLocks noChangeAspect="1"/>
          </p:cNvPicPr>
          <p:nvPr/>
        </p:nvPicPr>
        <p:blipFill>
          <a:blip r:embed="rId7"/>
          <a:stretch>
            <a:fillRect/>
          </a:stretch>
        </p:blipFill>
        <p:spPr>
          <a:xfrm>
            <a:off x="9335695" y="2190206"/>
            <a:ext cx="729096" cy="972128"/>
          </a:xfrm>
          <a:prstGeom prst="rect">
            <a:avLst/>
          </a:prstGeom>
        </p:spPr>
      </p:pic>
      <p:pic>
        <p:nvPicPr>
          <p:cNvPr id="9" name="Imagen 8">
            <a:extLst>
              <a:ext uri="{FF2B5EF4-FFF2-40B4-BE49-F238E27FC236}">
                <a16:creationId xmlns:a16="http://schemas.microsoft.com/office/drawing/2014/main" id="{F76BB39A-C56F-7479-8CC7-40951F08F320}"/>
              </a:ext>
            </a:extLst>
          </p:cNvPr>
          <p:cNvPicPr>
            <a:picLocks noChangeAspect="1"/>
          </p:cNvPicPr>
          <p:nvPr/>
        </p:nvPicPr>
        <p:blipFill>
          <a:blip r:embed="rId8"/>
          <a:stretch>
            <a:fillRect/>
          </a:stretch>
        </p:blipFill>
        <p:spPr>
          <a:xfrm>
            <a:off x="10252460" y="4405524"/>
            <a:ext cx="573527" cy="764703"/>
          </a:xfrm>
          <a:prstGeom prst="rect">
            <a:avLst/>
          </a:prstGeom>
        </p:spPr>
      </p:pic>
      <p:pic>
        <p:nvPicPr>
          <p:cNvPr id="13" name="Imagen 12">
            <a:extLst>
              <a:ext uri="{FF2B5EF4-FFF2-40B4-BE49-F238E27FC236}">
                <a16:creationId xmlns:a16="http://schemas.microsoft.com/office/drawing/2014/main" id="{E32D1A4D-7206-5D4F-3F90-2E4489E07947}"/>
              </a:ext>
            </a:extLst>
          </p:cNvPr>
          <p:cNvPicPr>
            <a:picLocks noChangeAspect="1"/>
          </p:cNvPicPr>
          <p:nvPr/>
        </p:nvPicPr>
        <p:blipFill>
          <a:blip r:embed="rId9"/>
          <a:stretch>
            <a:fillRect/>
          </a:stretch>
        </p:blipFill>
        <p:spPr>
          <a:xfrm>
            <a:off x="9813236" y="3288540"/>
            <a:ext cx="729096" cy="972128"/>
          </a:xfrm>
          <a:prstGeom prst="rect">
            <a:avLst/>
          </a:prstGeom>
        </p:spPr>
      </p:pic>
      <p:pic>
        <p:nvPicPr>
          <p:cNvPr id="15" name="Imagen 14">
            <a:extLst>
              <a:ext uri="{FF2B5EF4-FFF2-40B4-BE49-F238E27FC236}">
                <a16:creationId xmlns:a16="http://schemas.microsoft.com/office/drawing/2014/main" id="{F77B5643-FA47-77A9-CB72-AC9DDA856F66}"/>
              </a:ext>
            </a:extLst>
          </p:cNvPr>
          <p:cNvPicPr>
            <a:picLocks noChangeAspect="1"/>
          </p:cNvPicPr>
          <p:nvPr/>
        </p:nvPicPr>
        <p:blipFill>
          <a:blip r:embed="rId10"/>
          <a:stretch>
            <a:fillRect/>
          </a:stretch>
        </p:blipFill>
        <p:spPr>
          <a:xfrm>
            <a:off x="10800617" y="5315083"/>
            <a:ext cx="876069" cy="657052"/>
          </a:xfrm>
          <a:prstGeom prst="rect">
            <a:avLst/>
          </a:prstGeom>
        </p:spPr>
      </p:pic>
      <p:pic>
        <p:nvPicPr>
          <p:cNvPr id="17" name="Imagen 16">
            <a:extLst>
              <a:ext uri="{FF2B5EF4-FFF2-40B4-BE49-F238E27FC236}">
                <a16:creationId xmlns:a16="http://schemas.microsoft.com/office/drawing/2014/main" id="{36F4717E-9171-DC81-41F3-8031F04708CF}"/>
              </a:ext>
            </a:extLst>
          </p:cNvPr>
          <p:cNvPicPr>
            <a:picLocks noChangeAspect="1"/>
          </p:cNvPicPr>
          <p:nvPr/>
        </p:nvPicPr>
        <p:blipFill>
          <a:blip r:embed="rId11"/>
          <a:stretch>
            <a:fillRect/>
          </a:stretch>
        </p:blipFill>
        <p:spPr>
          <a:xfrm>
            <a:off x="10177740" y="2215412"/>
            <a:ext cx="327363" cy="436484"/>
          </a:xfrm>
          <a:prstGeom prst="rect">
            <a:avLst/>
          </a:prstGeom>
        </p:spPr>
      </p:pic>
      <p:pic>
        <p:nvPicPr>
          <p:cNvPr id="19" name="Imagen 18">
            <a:extLst>
              <a:ext uri="{FF2B5EF4-FFF2-40B4-BE49-F238E27FC236}">
                <a16:creationId xmlns:a16="http://schemas.microsoft.com/office/drawing/2014/main" id="{459DBB68-2668-6ECC-2AC8-2530808BF8B9}"/>
              </a:ext>
            </a:extLst>
          </p:cNvPr>
          <p:cNvPicPr>
            <a:picLocks noChangeAspect="1"/>
          </p:cNvPicPr>
          <p:nvPr/>
        </p:nvPicPr>
        <p:blipFill>
          <a:blip r:embed="rId12"/>
          <a:stretch>
            <a:fillRect/>
          </a:stretch>
        </p:blipFill>
        <p:spPr>
          <a:xfrm>
            <a:off x="10512379" y="2211110"/>
            <a:ext cx="327363" cy="436484"/>
          </a:xfrm>
          <a:prstGeom prst="rect">
            <a:avLst/>
          </a:prstGeom>
        </p:spPr>
      </p:pic>
      <p:pic>
        <p:nvPicPr>
          <p:cNvPr id="21" name="Imagen 20">
            <a:extLst>
              <a:ext uri="{FF2B5EF4-FFF2-40B4-BE49-F238E27FC236}">
                <a16:creationId xmlns:a16="http://schemas.microsoft.com/office/drawing/2014/main" id="{9F7DE859-B2E4-B4CE-6AD7-F925187CE1D4}"/>
              </a:ext>
            </a:extLst>
          </p:cNvPr>
          <p:cNvPicPr>
            <a:picLocks noChangeAspect="1"/>
          </p:cNvPicPr>
          <p:nvPr/>
        </p:nvPicPr>
        <p:blipFill>
          <a:blip r:embed="rId13"/>
          <a:stretch>
            <a:fillRect/>
          </a:stretch>
        </p:blipFill>
        <p:spPr>
          <a:xfrm>
            <a:off x="10849716" y="2211108"/>
            <a:ext cx="327363" cy="436485"/>
          </a:xfrm>
          <a:prstGeom prst="rect">
            <a:avLst/>
          </a:prstGeom>
        </p:spPr>
      </p:pic>
      <p:pic>
        <p:nvPicPr>
          <p:cNvPr id="23" name="Imagen 22">
            <a:extLst>
              <a:ext uri="{FF2B5EF4-FFF2-40B4-BE49-F238E27FC236}">
                <a16:creationId xmlns:a16="http://schemas.microsoft.com/office/drawing/2014/main" id="{BF7E5772-E299-8A05-F689-524878802046}"/>
              </a:ext>
            </a:extLst>
          </p:cNvPr>
          <p:cNvPicPr>
            <a:picLocks noChangeAspect="1"/>
          </p:cNvPicPr>
          <p:nvPr/>
        </p:nvPicPr>
        <p:blipFill>
          <a:blip r:embed="rId14"/>
          <a:stretch>
            <a:fillRect/>
          </a:stretch>
        </p:blipFill>
        <p:spPr>
          <a:xfrm>
            <a:off x="11187053" y="2210941"/>
            <a:ext cx="327363" cy="436484"/>
          </a:xfrm>
          <a:prstGeom prst="rect">
            <a:avLst/>
          </a:prstGeom>
        </p:spPr>
      </p:pic>
      <p:pic>
        <p:nvPicPr>
          <p:cNvPr id="25" name="Imagen 24">
            <a:extLst>
              <a:ext uri="{FF2B5EF4-FFF2-40B4-BE49-F238E27FC236}">
                <a16:creationId xmlns:a16="http://schemas.microsoft.com/office/drawing/2014/main" id="{B038EE06-9DB0-B9CC-53EA-5D20023A4BFF}"/>
              </a:ext>
            </a:extLst>
          </p:cNvPr>
          <p:cNvPicPr>
            <a:picLocks noChangeAspect="1"/>
          </p:cNvPicPr>
          <p:nvPr/>
        </p:nvPicPr>
        <p:blipFill>
          <a:blip r:embed="rId15"/>
          <a:stretch>
            <a:fillRect/>
          </a:stretch>
        </p:blipFill>
        <p:spPr>
          <a:xfrm rot="5400000">
            <a:off x="10583741" y="2743321"/>
            <a:ext cx="484490" cy="316237"/>
          </a:xfrm>
          <a:prstGeom prst="rect">
            <a:avLst/>
          </a:prstGeom>
        </p:spPr>
      </p:pic>
      <p:pic>
        <p:nvPicPr>
          <p:cNvPr id="29" name="Imagen 28">
            <a:extLst>
              <a:ext uri="{FF2B5EF4-FFF2-40B4-BE49-F238E27FC236}">
                <a16:creationId xmlns:a16="http://schemas.microsoft.com/office/drawing/2014/main" id="{8958934A-6D9D-EC01-FFB0-6E364CB13E26}"/>
              </a:ext>
            </a:extLst>
          </p:cNvPr>
          <p:cNvPicPr>
            <a:picLocks noChangeAspect="1"/>
          </p:cNvPicPr>
          <p:nvPr/>
        </p:nvPicPr>
        <p:blipFill rotWithShape="1">
          <a:blip r:embed="rId16"/>
          <a:srcRect t="25768" b="27071"/>
          <a:stretch/>
        </p:blipFill>
        <p:spPr>
          <a:xfrm>
            <a:off x="11524437" y="2215412"/>
            <a:ext cx="267603" cy="436484"/>
          </a:xfrm>
          <a:prstGeom prst="rect">
            <a:avLst/>
          </a:prstGeom>
        </p:spPr>
      </p:pic>
      <p:pic>
        <p:nvPicPr>
          <p:cNvPr id="31" name="Imagen 30">
            <a:extLst>
              <a:ext uri="{FF2B5EF4-FFF2-40B4-BE49-F238E27FC236}">
                <a16:creationId xmlns:a16="http://schemas.microsoft.com/office/drawing/2014/main" id="{1900D0A9-4F1A-A34F-ABD2-57715DDFA55B}"/>
              </a:ext>
            </a:extLst>
          </p:cNvPr>
          <p:cNvPicPr>
            <a:picLocks noChangeAspect="1"/>
          </p:cNvPicPr>
          <p:nvPr/>
        </p:nvPicPr>
        <p:blipFill rotWithShape="1">
          <a:blip r:embed="rId17"/>
          <a:srcRect t="9905"/>
          <a:stretch/>
        </p:blipFill>
        <p:spPr>
          <a:xfrm>
            <a:off x="10319419" y="2650007"/>
            <a:ext cx="239270" cy="467680"/>
          </a:xfrm>
          <a:prstGeom prst="rect">
            <a:avLst/>
          </a:prstGeom>
        </p:spPr>
      </p:pic>
      <p:pic>
        <p:nvPicPr>
          <p:cNvPr id="33" name="Imagen 32">
            <a:extLst>
              <a:ext uri="{FF2B5EF4-FFF2-40B4-BE49-F238E27FC236}">
                <a16:creationId xmlns:a16="http://schemas.microsoft.com/office/drawing/2014/main" id="{64A285CA-5E0F-E7EF-5AFE-2A6444CD839B}"/>
              </a:ext>
            </a:extLst>
          </p:cNvPr>
          <p:cNvPicPr>
            <a:picLocks noChangeAspect="1"/>
          </p:cNvPicPr>
          <p:nvPr/>
        </p:nvPicPr>
        <p:blipFill rotWithShape="1">
          <a:blip r:embed="rId18"/>
          <a:srcRect t="6857" b="13524"/>
          <a:stretch/>
        </p:blipFill>
        <p:spPr>
          <a:xfrm>
            <a:off x="11069971" y="2667524"/>
            <a:ext cx="252694" cy="436485"/>
          </a:xfrm>
          <a:prstGeom prst="rect">
            <a:avLst/>
          </a:prstGeom>
        </p:spPr>
      </p:pic>
      <p:pic>
        <p:nvPicPr>
          <p:cNvPr id="35" name="Imagen 34">
            <a:extLst>
              <a:ext uri="{FF2B5EF4-FFF2-40B4-BE49-F238E27FC236}">
                <a16:creationId xmlns:a16="http://schemas.microsoft.com/office/drawing/2014/main" id="{C0B4B958-54C0-9F34-82DC-77F249F28CE5}"/>
              </a:ext>
            </a:extLst>
          </p:cNvPr>
          <p:cNvPicPr>
            <a:picLocks noChangeAspect="1"/>
          </p:cNvPicPr>
          <p:nvPr/>
        </p:nvPicPr>
        <p:blipFill rotWithShape="1">
          <a:blip r:embed="rId19"/>
          <a:srcRect t="11396" b="12603"/>
          <a:stretch/>
        </p:blipFill>
        <p:spPr>
          <a:xfrm>
            <a:off x="11413728" y="2667524"/>
            <a:ext cx="269910" cy="445032"/>
          </a:xfrm>
          <a:prstGeom prst="rect">
            <a:avLst/>
          </a:prstGeom>
        </p:spPr>
      </p:pic>
      <p:pic>
        <p:nvPicPr>
          <p:cNvPr id="6" name="Imagen 5">
            <a:extLst>
              <a:ext uri="{FF2B5EF4-FFF2-40B4-BE49-F238E27FC236}">
                <a16:creationId xmlns:a16="http://schemas.microsoft.com/office/drawing/2014/main" id="{5196DCF6-512A-6FFC-7445-8E31DFD794EE}"/>
              </a:ext>
            </a:extLst>
          </p:cNvPr>
          <p:cNvPicPr>
            <a:picLocks noChangeAspect="1"/>
          </p:cNvPicPr>
          <p:nvPr/>
        </p:nvPicPr>
        <p:blipFill>
          <a:blip r:embed="rId20"/>
          <a:stretch>
            <a:fillRect/>
          </a:stretch>
        </p:blipFill>
        <p:spPr>
          <a:xfrm>
            <a:off x="372597" y="1190537"/>
            <a:ext cx="11446805" cy="4996543"/>
          </a:xfrm>
          <a:prstGeom prst="rect">
            <a:avLst/>
          </a:prstGeom>
        </p:spPr>
      </p:pic>
    </p:spTree>
    <p:extLst>
      <p:ext uri="{BB962C8B-B14F-4D97-AF65-F5344CB8AC3E}">
        <p14:creationId xmlns:p14="http://schemas.microsoft.com/office/powerpoint/2010/main" val="11114477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normAutofit/>
          </a:bodyPr>
          <a:lstStyle/>
          <a:p>
            <a:pPr algn="ctr"/>
            <a:r>
              <a:rPr lang="es-BO" sz="4400" b="1" dirty="0"/>
              <a:t>MODIFICACIONES</a:t>
            </a:r>
            <a:endParaRPr lang="en-US" sz="4400" b="1" dirty="0"/>
          </a:p>
        </p:txBody>
      </p:sp>
      <p:graphicFrame>
        <p:nvGraphicFramePr>
          <p:cNvPr id="4" name="Marcador de contenido 3"/>
          <p:cNvGraphicFramePr>
            <a:graphicFrameLocks noGrp="1"/>
          </p:cNvGraphicFramePr>
          <p:nvPr>
            <p:ph idx="1"/>
          </p:nvPr>
        </p:nvGraphicFramePr>
        <p:xfrm>
          <a:off x="666206" y="1175657"/>
          <a:ext cx="10058400"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84338AF1-2891-42A8-D030-C8B27D2C6B69}"/>
              </a:ext>
            </a:extLst>
          </p:cNvPr>
          <p:cNvPicPr>
            <a:picLocks noChangeAspect="1"/>
          </p:cNvPicPr>
          <p:nvPr/>
        </p:nvPicPr>
        <p:blipFill>
          <a:blip r:embed="rId7"/>
          <a:stretch>
            <a:fillRect/>
          </a:stretch>
        </p:blipFill>
        <p:spPr>
          <a:xfrm>
            <a:off x="9335695" y="2190206"/>
            <a:ext cx="729096" cy="972128"/>
          </a:xfrm>
          <a:prstGeom prst="rect">
            <a:avLst/>
          </a:prstGeom>
        </p:spPr>
      </p:pic>
      <p:pic>
        <p:nvPicPr>
          <p:cNvPr id="9" name="Imagen 8">
            <a:extLst>
              <a:ext uri="{FF2B5EF4-FFF2-40B4-BE49-F238E27FC236}">
                <a16:creationId xmlns:a16="http://schemas.microsoft.com/office/drawing/2014/main" id="{F76BB39A-C56F-7479-8CC7-40951F08F320}"/>
              </a:ext>
            </a:extLst>
          </p:cNvPr>
          <p:cNvPicPr>
            <a:picLocks noChangeAspect="1"/>
          </p:cNvPicPr>
          <p:nvPr/>
        </p:nvPicPr>
        <p:blipFill>
          <a:blip r:embed="rId8"/>
          <a:stretch>
            <a:fillRect/>
          </a:stretch>
        </p:blipFill>
        <p:spPr>
          <a:xfrm>
            <a:off x="10252460" y="4405524"/>
            <a:ext cx="573527" cy="764703"/>
          </a:xfrm>
          <a:prstGeom prst="rect">
            <a:avLst/>
          </a:prstGeom>
        </p:spPr>
      </p:pic>
      <p:pic>
        <p:nvPicPr>
          <p:cNvPr id="13" name="Imagen 12">
            <a:extLst>
              <a:ext uri="{FF2B5EF4-FFF2-40B4-BE49-F238E27FC236}">
                <a16:creationId xmlns:a16="http://schemas.microsoft.com/office/drawing/2014/main" id="{E32D1A4D-7206-5D4F-3F90-2E4489E07947}"/>
              </a:ext>
            </a:extLst>
          </p:cNvPr>
          <p:cNvPicPr>
            <a:picLocks noChangeAspect="1"/>
          </p:cNvPicPr>
          <p:nvPr/>
        </p:nvPicPr>
        <p:blipFill>
          <a:blip r:embed="rId9"/>
          <a:stretch>
            <a:fillRect/>
          </a:stretch>
        </p:blipFill>
        <p:spPr>
          <a:xfrm>
            <a:off x="9813236" y="3288540"/>
            <a:ext cx="729096" cy="972128"/>
          </a:xfrm>
          <a:prstGeom prst="rect">
            <a:avLst/>
          </a:prstGeom>
        </p:spPr>
      </p:pic>
      <p:pic>
        <p:nvPicPr>
          <p:cNvPr id="15" name="Imagen 14">
            <a:extLst>
              <a:ext uri="{FF2B5EF4-FFF2-40B4-BE49-F238E27FC236}">
                <a16:creationId xmlns:a16="http://schemas.microsoft.com/office/drawing/2014/main" id="{F77B5643-FA47-77A9-CB72-AC9DDA856F66}"/>
              </a:ext>
            </a:extLst>
          </p:cNvPr>
          <p:cNvPicPr>
            <a:picLocks noChangeAspect="1"/>
          </p:cNvPicPr>
          <p:nvPr/>
        </p:nvPicPr>
        <p:blipFill>
          <a:blip r:embed="rId10"/>
          <a:stretch>
            <a:fillRect/>
          </a:stretch>
        </p:blipFill>
        <p:spPr>
          <a:xfrm>
            <a:off x="10800617" y="5315083"/>
            <a:ext cx="876069" cy="657052"/>
          </a:xfrm>
          <a:prstGeom prst="rect">
            <a:avLst/>
          </a:prstGeom>
        </p:spPr>
      </p:pic>
      <p:pic>
        <p:nvPicPr>
          <p:cNvPr id="17" name="Imagen 16">
            <a:extLst>
              <a:ext uri="{FF2B5EF4-FFF2-40B4-BE49-F238E27FC236}">
                <a16:creationId xmlns:a16="http://schemas.microsoft.com/office/drawing/2014/main" id="{36F4717E-9171-DC81-41F3-8031F04708CF}"/>
              </a:ext>
            </a:extLst>
          </p:cNvPr>
          <p:cNvPicPr>
            <a:picLocks noChangeAspect="1"/>
          </p:cNvPicPr>
          <p:nvPr/>
        </p:nvPicPr>
        <p:blipFill>
          <a:blip r:embed="rId11"/>
          <a:stretch>
            <a:fillRect/>
          </a:stretch>
        </p:blipFill>
        <p:spPr>
          <a:xfrm>
            <a:off x="10177740" y="2215412"/>
            <a:ext cx="327363" cy="436484"/>
          </a:xfrm>
          <a:prstGeom prst="rect">
            <a:avLst/>
          </a:prstGeom>
        </p:spPr>
      </p:pic>
      <p:pic>
        <p:nvPicPr>
          <p:cNvPr id="19" name="Imagen 18">
            <a:extLst>
              <a:ext uri="{FF2B5EF4-FFF2-40B4-BE49-F238E27FC236}">
                <a16:creationId xmlns:a16="http://schemas.microsoft.com/office/drawing/2014/main" id="{459DBB68-2668-6ECC-2AC8-2530808BF8B9}"/>
              </a:ext>
            </a:extLst>
          </p:cNvPr>
          <p:cNvPicPr>
            <a:picLocks noChangeAspect="1"/>
          </p:cNvPicPr>
          <p:nvPr/>
        </p:nvPicPr>
        <p:blipFill>
          <a:blip r:embed="rId12"/>
          <a:stretch>
            <a:fillRect/>
          </a:stretch>
        </p:blipFill>
        <p:spPr>
          <a:xfrm>
            <a:off x="10512379" y="2211110"/>
            <a:ext cx="327363" cy="436484"/>
          </a:xfrm>
          <a:prstGeom prst="rect">
            <a:avLst/>
          </a:prstGeom>
        </p:spPr>
      </p:pic>
      <p:pic>
        <p:nvPicPr>
          <p:cNvPr id="21" name="Imagen 20">
            <a:extLst>
              <a:ext uri="{FF2B5EF4-FFF2-40B4-BE49-F238E27FC236}">
                <a16:creationId xmlns:a16="http://schemas.microsoft.com/office/drawing/2014/main" id="{9F7DE859-B2E4-B4CE-6AD7-F925187CE1D4}"/>
              </a:ext>
            </a:extLst>
          </p:cNvPr>
          <p:cNvPicPr>
            <a:picLocks noChangeAspect="1"/>
          </p:cNvPicPr>
          <p:nvPr/>
        </p:nvPicPr>
        <p:blipFill>
          <a:blip r:embed="rId13"/>
          <a:stretch>
            <a:fillRect/>
          </a:stretch>
        </p:blipFill>
        <p:spPr>
          <a:xfrm>
            <a:off x="10849716" y="2211108"/>
            <a:ext cx="327363" cy="436485"/>
          </a:xfrm>
          <a:prstGeom prst="rect">
            <a:avLst/>
          </a:prstGeom>
        </p:spPr>
      </p:pic>
      <p:pic>
        <p:nvPicPr>
          <p:cNvPr id="23" name="Imagen 22">
            <a:extLst>
              <a:ext uri="{FF2B5EF4-FFF2-40B4-BE49-F238E27FC236}">
                <a16:creationId xmlns:a16="http://schemas.microsoft.com/office/drawing/2014/main" id="{BF7E5772-E299-8A05-F689-524878802046}"/>
              </a:ext>
            </a:extLst>
          </p:cNvPr>
          <p:cNvPicPr>
            <a:picLocks noChangeAspect="1"/>
          </p:cNvPicPr>
          <p:nvPr/>
        </p:nvPicPr>
        <p:blipFill>
          <a:blip r:embed="rId14"/>
          <a:stretch>
            <a:fillRect/>
          </a:stretch>
        </p:blipFill>
        <p:spPr>
          <a:xfrm>
            <a:off x="11187053" y="2210941"/>
            <a:ext cx="327363" cy="436484"/>
          </a:xfrm>
          <a:prstGeom prst="rect">
            <a:avLst/>
          </a:prstGeom>
        </p:spPr>
      </p:pic>
      <p:pic>
        <p:nvPicPr>
          <p:cNvPr id="25" name="Imagen 24">
            <a:extLst>
              <a:ext uri="{FF2B5EF4-FFF2-40B4-BE49-F238E27FC236}">
                <a16:creationId xmlns:a16="http://schemas.microsoft.com/office/drawing/2014/main" id="{B038EE06-9DB0-B9CC-53EA-5D20023A4BFF}"/>
              </a:ext>
            </a:extLst>
          </p:cNvPr>
          <p:cNvPicPr>
            <a:picLocks noChangeAspect="1"/>
          </p:cNvPicPr>
          <p:nvPr/>
        </p:nvPicPr>
        <p:blipFill>
          <a:blip r:embed="rId15"/>
          <a:stretch>
            <a:fillRect/>
          </a:stretch>
        </p:blipFill>
        <p:spPr>
          <a:xfrm rot="5400000">
            <a:off x="10583741" y="2743321"/>
            <a:ext cx="484490" cy="316237"/>
          </a:xfrm>
          <a:prstGeom prst="rect">
            <a:avLst/>
          </a:prstGeom>
        </p:spPr>
      </p:pic>
      <p:pic>
        <p:nvPicPr>
          <p:cNvPr id="29" name="Imagen 28">
            <a:extLst>
              <a:ext uri="{FF2B5EF4-FFF2-40B4-BE49-F238E27FC236}">
                <a16:creationId xmlns:a16="http://schemas.microsoft.com/office/drawing/2014/main" id="{8958934A-6D9D-EC01-FFB0-6E364CB13E26}"/>
              </a:ext>
            </a:extLst>
          </p:cNvPr>
          <p:cNvPicPr>
            <a:picLocks noChangeAspect="1"/>
          </p:cNvPicPr>
          <p:nvPr/>
        </p:nvPicPr>
        <p:blipFill rotWithShape="1">
          <a:blip r:embed="rId16"/>
          <a:srcRect t="25768" b="27071"/>
          <a:stretch/>
        </p:blipFill>
        <p:spPr>
          <a:xfrm>
            <a:off x="11524437" y="2215412"/>
            <a:ext cx="267603" cy="436484"/>
          </a:xfrm>
          <a:prstGeom prst="rect">
            <a:avLst/>
          </a:prstGeom>
        </p:spPr>
      </p:pic>
      <p:pic>
        <p:nvPicPr>
          <p:cNvPr id="31" name="Imagen 30">
            <a:extLst>
              <a:ext uri="{FF2B5EF4-FFF2-40B4-BE49-F238E27FC236}">
                <a16:creationId xmlns:a16="http://schemas.microsoft.com/office/drawing/2014/main" id="{1900D0A9-4F1A-A34F-ABD2-57715DDFA55B}"/>
              </a:ext>
            </a:extLst>
          </p:cNvPr>
          <p:cNvPicPr>
            <a:picLocks noChangeAspect="1"/>
          </p:cNvPicPr>
          <p:nvPr/>
        </p:nvPicPr>
        <p:blipFill rotWithShape="1">
          <a:blip r:embed="rId17"/>
          <a:srcRect t="9905"/>
          <a:stretch/>
        </p:blipFill>
        <p:spPr>
          <a:xfrm>
            <a:off x="10319419" y="2650007"/>
            <a:ext cx="239270" cy="467680"/>
          </a:xfrm>
          <a:prstGeom prst="rect">
            <a:avLst/>
          </a:prstGeom>
        </p:spPr>
      </p:pic>
      <p:pic>
        <p:nvPicPr>
          <p:cNvPr id="33" name="Imagen 32">
            <a:extLst>
              <a:ext uri="{FF2B5EF4-FFF2-40B4-BE49-F238E27FC236}">
                <a16:creationId xmlns:a16="http://schemas.microsoft.com/office/drawing/2014/main" id="{64A285CA-5E0F-E7EF-5AFE-2A6444CD839B}"/>
              </a:ext>
            </a:extLst>
          </p:cNvPr>
          <p:cNvPicPr>
            <a:picLocks noChangeAspect="1"/>
          </p:cNvPicPr>
          <p:nvPr/>
        </p:nvPicPr>
        <p:blipFill rotWithShape="1">
          <a:blip r:embed="rId18"/>
          <a:srcRect t="6857" b="13524"/>
          <a:stretch/>
        </p:blipFill>
        <p:spPr>
          <a:xfrm>
            <a:off x="11069971" y="2667524"/>
            <a:ext cx="252694" cy="436485"/>
          </a:xfrm>
          <a:prstGeom prst="rect">
            <a:avLst/>
          </a:prstGeom>
        </p:spPr>
      </p:pic>
      <p:pic>
        <p:nvPicPr>
          <p:cNvPr id="35" name="Imagen 34">
            <a:extLst>
              <a:ext uri="{FF2B5EF4-FFF2-40B4-BE49-F238E27FC236}">
                <a16:creationId xmlns:a16="http://schemas.microsoft.com/office/drawing/2014/main" id="{C0B4B958-54C0-9F34-82DC-77F249F28CE5}"/>
              </a:ext>
            </a:extLst>
          </p:cNvPr>
          <p:cNvPicPr>
            <a:picLocks noChangeAspect="1"/>
          </p:cNvPicPr>
          <p:nvPr/>
        </p:nvPicPr>
        <p:blipFill rotWithShape="1">
          <a:blip r:embed="rId19"/>
          <a:srcRect t="11396" b="12603"/>
          <a:stretch/>
        </p:blipFill>
        <p:spPr>
          <a:xfrm>
            <a:off x="11413728" y="2667524"/>
            <a:ext cx="269910" cy="445032"/>
          </a:xfrm>
          <a:prstGeom prst="rect">
            <a:avLst/>
          </a:prstGeom>
        </p:spPr>
      </p:pic>
      <p:pic>
        <p:nvPicPr>
          <p:cNvPr id="6" name="Imagen 5">
            <a:extLst>
              <a:ext uri="{FF2B5EF4-FFF2-40B4-BE49-F238E27FC236}">
                <a16:creationId xmlns:a16="http://schemas.microsoft.com/office/drawing/2014/main" id="{5196DCF6-512A-6FFC-7445-8E31DFD794EE}"/>
              </a:ext>
            </a:extLst>
          </p:cNvPr>
          <p:cNvPicPr>
            <a:picLocks noChangeAspect="1"/>
          </p:cNvPicPr>
          <p:nvPr/>
        </p:nvPicPr>
        <p:blipFill>
          <a:blip r:embed="rId20"/>
          <a:stretch>
            <a:fillRect/>
          </a:stretch>
        </p:blipFill>
        <p:spPr>
          <a:xfrm>
            <a:off x="8804620" y="1041027"/>
            <a:ext cx="2308054" cy="1007468"/>
          </a:xfrm>
          <a:prstGeom prst="rect">
            <a:avLst/>
          </a:prstGeom>
        </p:spPr>
      </p:pic>
    </p:spTree>
    <p:extLst>
      <p:ext uri="{BB962C8B-B14F-4D97-AF65-F5344CB8AC3E}">
        <p14:creationId xmlns:p14="http://schemas.microsoft.com/office/powerpoint/2010/main" val="2559910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nvPr>
        </p:nvGraphicFramePr>
        <p:xfrm>
          <a:off x="666206" y="1175657"/>
          <a:ext cx="3824151" cy="18941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84338AF1-2891-42A8-D030-C8B27D2C6B69}"/>
              </a:ext>
            </a:extLst>
          </p:cNvPr>
          <p:cNvPicPr>
            <a:picLocks noChangeAspect="1"/>
          </p:cNvPicPr>
          <p:nvPr/>
        </p:nvPicPr>
        <p:blipFill>
          <a:blip r:embed="rId7"/>
          <a:stretch>
            <a:fillRect/>
          </a:stretch>
        </p:blipFill>
        <p:spPr>
          <a:xfrm>
            <a:off x="8618498" y="1077633"/>
            <a:ext cx="950768" cy="1267691"/>
          </a:xfrm>
          <a:prstGeom prst="rect">
            <a:avLst/>
          </a:prstGeom>
        </p:spPr>
      </p:pic>
      <p:pic>
        <p:nvPicPr>
          <p:cNvPr id="7" name="Imagen 6">
            <a:extLst>
              <a:ext uri="{FF2B5EF4-FFF2-40B4-BE49-F238E27FC236}">
                <a16:creationId xmlns:a16="http://schemas.microsoft.com/office/drawing/2014/main" id="{C144CABB-A4F3-D89F-F853-B607D90E7376}"/>
              </a:ext>
            </a:extLst>
          </p:cNvPr>
          <p:cNvPicPr>
            <a:picLocks noChangeAspect="1"/>
          </p:cNvPicPr>
          <p:nvPr/>
        </p:nvPicPr>
        <p:blipFill>
          <a:blip r:embed="rId8"/>
          <a:stretch>
            <a:fillRect/>
          </a:stretch>
        </p:blipFill>
        <p:spPr>
          <a:xfrm>
            <a:off x="9375197" y="2203665"/>
            <a:ext cx="729095" cy="972127"/>
          </a:xfrm>
          <a:prstGeom prst="rect">
            <a:avLst/>
          </a:prstGeom>
        </p:spPr>
      </p:pic>
      <p:pic>
        <p:nvPicPr>
          <p:cNvPr id="9" name="Imagen 8">
            <a:extLst>
              <a:ext uri="{FF2B5EF4-FFF2-40B4-BE49-F238E27FC236}">
                <a16:creationId xmlns:a16="http://schemas.microsoft.com/office/drawing/2014/main" id="{F76BB39A-C56F-7479-8CC7-40951F08F320}"/>
              </a:ext>
            </a:extLst>
          </p:cNvPr>
          <p:cNvPicPr>
            <a:picLocks noChangeAspect="1"/>
          </p:cNvPicPr>
          <p:nvPr/>
        </p:nvPicPr>
        <p:blipFill>
          <a:blip r:embed="rId9"/>
          <a:stretch>
            <a:fillRect/>
          </a:stretch>
        </p:blipFill>
        <p:spPr>
          <a:xfrm>
            <a:off x="10227090" y="2919884"/>
            <a:ext cx="573527" cy="764703"/>
          </a:xfrm>
          <a:prstGeom prst="rect">
            <a:avLst/>
          </a:prstGeom>
        </p:spPr>
      </p:pic>
      <p:pic>
        <p:nvPicPr>
          <p:cNvPr id="13" name="Imagen 12">
            <a:extLst>
              <a:ext uri="{FF2B5EF4-FFF2-40B4-BE49-F238E27FC236}">
                <a16:creationId xmlns:a16="http://schemas.microsoft.com/office/drawing/2014/main" id="{E32D1A4D-7206-5D4F-3F90-2E4489E07947}"/>
              </a:ext>
            </a:extLst>
          </p:cNvPr>
          <p:cNvPicPr>
            <a:picLocks noChangeAspect="1"/>
          </p:cNvPicPr>
          <p:nvPr/>
        </p:nvPicPr>
        <p:blipFill>
          <a:blip r:embed="rId10"/>
          <a:stretch>
            <a:fillRect/>
          </a:stretch>
        </p:blipFill>
        <p:spPr>
          <a:xfrm>
            <a:off x="9990261" y="2816172"/>
            <a:ext cx="729096" cy="972128"/>
          </a:xfrm>
          <a:prstGeom prst="rect">
            <a:avLst/>
          </a:prstGeom>
        </p:spPr>
      </p:pic>
      <p:pic>
        <p:nvPicPr>
          <p:cNvPr id="15" name="Imagen 14">
            <a:extLst>
              <a:ext uri="{FF2B5EF4-FFF2-40B4-BE49-F238E27FC236}">
                <a16:creationId xmlns:a16="http://schemas.microsoft.com/office/drawing/2014/main" id="{F77B5643-FA47-77A9-CB72-AC9DDA856F66}"/>
              </a:ext>
            </a:extLst>
          </p:cNvPr>
          <p:cNvPicPr>
            <a:picLocks noChangeAspect="1"/>
          </p:cNvPicPr>
          <p:nvPr/>
        </p:nvPicPr>
        <p:blipFill>
          <a:blip r:embed="rId11"/>
          <a:stretch>
            <a:fillRect/>
          </a:stretch>
        </p:blipFill>
        <p:spPr>
          <a:xfrm>
            <a:off x="10591516" y="3066621"/>
            <a:ext cx="876069" cy="657052"/>
          </a:xfrm>
          <a:prstGeom prst="rect">
            <a:avLst/>
          </a:prstGeom>
        </p:spPr>
      </p:pic>
      <p:pic>
        <p:nvPicPr>
          <p:cNvPr id="17" name="Imagen 16">
            <a:extLst>
              <a:ext uri="{FF2B5EF4-FFF2-40B4-BE49-F238E27FC236}">
                <a16:creationId xmlns:a16="http://schemas.microsoft.com/office/drawing/2014/main" id="{36F4717E-9171-DC81-41F3-8031F04708CF}"/>
              </a:ext>
            </a:extLst>
          </p:cNvPr>
          <p:cNvPicPr>
            <a:picLocks noChangeAspect="1"/>
          </p:cNvPicPr>
          <p:nvPr/>
        </p:nvPicPr>
        <p:blipFill>
          <a:blip r:embed="rId12"/>
          <a:stretch>
            <a:fillRect/>
          </a:stretch>
        </p:blipFill>
        <p:spPr>
          <a:xfrm>
            <a:off x="3439941" y="1048021"/>
            <a:ext cx="2079197" cy="2772262"/>
          </a:xfrm>
          <a:prstGeom prst="rect">
            <a:avLst/>
          </a:prstGeom>
        </p:spPr>
      </p:pic>
      <p:pic>
        <p:nvPicPr>
          <p:cNvPr id="19" name="Imagen 18">
            <a:extLst>
              <a:ext uri="{FF2B5EF4-FFF2-40B4-BE49-F238E27FC236}">
                <a16:creationId xmlns:a16="http://schemas.microsoft.com/office/drawing/2014/main" id="{459DBB68-2668-6ECC-2AC8-2530808BF8B9}"/>
              </a:ext>
            </a:extLst>
          </p:cNvPr>
          <p:cNvPicPr>
            <a:picLocks noChangeAspect="1"/>
          </p:cNvPicPr>
          <p:nvPr/>
        </p:nvPicPr>
        <p:blipFill rotWithShape="1">
          <a:blip r:embed="rId13"/>
          <a:srcRect r="16356"/>
          <a:stretch/>
        </p:blipFill>
        <p:spPr>
          <a:xfrm>
            <a:off x="1924126" y="1033085"/>
            <a:ext cx="1739112" cy="2772262"/>
          </a:xfrm>
          <a:prstGeom prst="rect">
            <a:avLst/>
          </a:prstGeom>
        </p:spPr>
      </p:pic>
      <p:pic>
        <p:nvPicPr>
          <p:cNvPr id="21" name="Imagen 20">
            <a:extLst>
              <a:ext uri="{FF2B5EF4-FFF2-40B4-BE49-F238E27FC236}">
                <a16:creationId xmlns:a16="http://schemas.microsoft.com/office/drawing/2014/main" id="{9F7DE859-B2E4-B4CE-6AD7-F925187CE1D4}"/>
              </a:ext>
            </a:extLst>
          </p:cNvPr>
          <p:cNvPicPr>
            <a:picLocks noChangeAspect="1"/>
          </p:cNvPicPr>
          <p:nvPr/>
        </p:nvPicPr>
        <p:blipFill>
          <a:blip r:embed="rId14"/>
          <a:stretch>
            <a:fillRect/>
          </a:stretch>
        </p:blipFill>
        <p:spPr>
          <a:xfrm>
            <a:off x="5203611" y="1041496"/>
            <a:ext cx="2079197" cy="2772269"/>
          </a:xfrm>
          <a:prstGeom prst="rect">
            <a:avLst/>
          </a:prstGeom>
        </p:spPr>
      </p:pic>
      <p:pic>
        <p:nvPicPr>
          <p:cNvPr id="23" name="Imagen 22">
            <a:extLst>
              <a:ext uri="{FF2B5EF4-FFF2-40B4-BE49-F238E27FC236}">
                <a16:creationId xmlns:a16="http://schemas.microsoft.com/office/drawing/2014/main" id="{BF7E5772-E299-8A05-F689-524878802046}"/>
              </a:ext>
            </a:extLst>
          </p:cNvPr>
          <p:cNvPicPr>
            <a:picLocks noChangeAspect="1"/>
          </p:cNvPicPr>
          <p:nvPr/>
        </p:nvPicPr>
        <p:blipFill>
          <a:blip r:embed="rId15"/>
          <a:stretch>
            <a:fillRect/>
          </a:stretch>
        </p:blipFill>
        <p:spPr>
          <a:xfrm>
            <a:off x="6874203" y="1048021"/>
            <a:ext cx="2079197" cy="2772262"/>
          </a:xfrm>
          <a:prstGeom prst="rect">
            <a:avLst/>
          </a:prstGeom>
        </p:spPr>
      </p:pic>
      <p:pic>
        <p:nvPicPr>
          <p:cNvPr id="25" name="Imagen 24">
            <a:extLst>
              <a:ext uri="{FF2B5EF4-FFF2-40B4-BE49-F238E27FC236}">
                <a16:creationId xmlns:a16="http://schemas.microsoft.com/office/drawing/2014/main" id="{B038EE06-9DB0-B9CC-53EA-5D20023A4BFF}"/>
              </a:ext>
            </a:extLst>
          </p:cNvPr>
          <p:cNvPicPr>
            <a:picLocks noChangeAspect="1"/>
          </p:cNvPicPr>
          <p:nvPr/>
        </p:nvPicPr>
        <p:blipFill>
          <a:blip r:embed="rId16"/>
          <a:stretch>
            <a:fillRect/>
          </a:stretch>
        </p:blipFill>
        <p:spPr>
          <a:xfrm rot="10800000">
            <a:off x="1749800" y="4555640"/>
            <a:ext cx="1940792" cy="1493282"/>
          </a:xfrm>
          <a:prstGeom prst="rect">
            <a:avLst/>
          </a:prstGeom>
        </p:spPr>
      </p:pic>
      <p:pic>
        <p:nvPicPr>
          <p:cNvPr id="29" name="Imagen 28">
            <a:extLst>
              <a:ext uri="{FF2B5EF4-FFF2-40B4-BE49-F238E27FC236}">
                <a16:creationId xmlns:a16="http://schemas.microsoft.com/office/drawing/2014/main" id="{8958934A-6D9D-EC01-FFB0-6E364CB13E26}"/>
              </a:ext>
            </a:extLst>
          </p:cNvPr>
          <p:cNvPicPr>
            <a:picLocks noChangeAspect="1"/>
          </p:cNvPicPr>
          <p:nvPr/>
        </p:nvPicPr>
        <p:blipFill rotWithShape="1">
          <a:blip r:embed="rId17"/>
          <a:srcRect t="25768" b="27071"/>
          <a:stretch/>
        </p:blipFill>
        <p:spPr>
          <a:xfrm>
            <a:off x="8525376" y="1048019"/>
            <a:ext cx="1699641" cy="2772264"/>
          </a:xfrm>
          <a:prstGeom prst="rect">
            <a:avLst/>
          </a:prstGeom>
        </p:spPr>
      </p:pic>
      <p:pic>
        <p:nvPicPr>
          <p:cNvPr id="31" name="Imagen 30">
            <a:extLst>
              <a:ext uri="{FF2B5EF4-FFF2-40B4-BE49-F238E27FC236}">
                <a16:creationId xmlns:a16="http://schemas.microsoft.com/office/drawing/2014/main" id="{1900D0A9-4F1A-A34F-ABD2-57715DDFA55B}"/>
              </a:ext>
            </a:extLst>
          </p:cNvPr>
          <p:cNvPicPr>
            <a:picLocks noChangeAspect="1"/>
          </p:cNvPicPr>
          <p:nvPr/>
        </p:nvPicPr>
        <p:blipFill rotWithShape="1">
          <a:blip r:embed="rId18"/>
          <a:srcRect t="9905"/>
          <a:stretch/>
        </p:blipFill>
        <p:spPr>
          <a:xfrm>
            <a:off x="10130690" y="1041496"/>
            <a:ext cx="1446200" cy="2772262"/>
          </a:xfrm>
          <a:prstGeom prst="rect">
            <a:avLst/>
          </a:prstGeom>
        </p:spPr>
      </p:pic>
      <p:pic>
        <p:nvPicPr>
          <p:cNvPr id="33" name="Imagen 32">
            <a:extLst>
              <a:ext uri="{FF2B5EF4-FFF2-40B4-BE49-F238E27FC236}">
                <a16:creationId xmlns:a16="http://schemas.microsoft.com/office/drawing/2014/main" id="{64A285CA-5E0F-E7EF-5AFE-2A6444CD839B}"/>
              </a:ext>
            </a:extLst>
          </p:cNvPr>
          <p:cNvPicPr>
            <a:picLocks noChangeAspect="1"/>
          </p:cNvPicPr>
          <p:nvPr/>
        </p:nvPicPr>
        <p:blipFill rotWithShape="1">
          <a:blip r:embed="rId19"/>
          <a:srcRect t="6857" b="13524"/>
          <a:stretch/>
        </p:blipFill>
        <p:spPr>
          <a:xfrm rot="5400000">
            <a:off x="5090998" y="4017642"/>
            <a:ext cx="1487428" cy="2569278"/>
          </a:xfrm>
          <a:prstGeom prst="rect">
            <a:avLst/>
          </a:prstGeom>
        </p:spPr>
      </p:pic>
      <p:pic>
        <p:nvPicPr>
          <p:cNvPr id="35" name="Imagen 34">
            <a:extLst>
              <a:ext uri="{FF2B5EF4-FFF2-40B4-BE49-F238E27FC236}">
                <a16:creationId xmlns:a16="http://schemas.microsoft.com/office/drawing/2014/main" id="{C0B4B958-54C0-9F34-82DC-77F249F28CE5}"/>
              </a:ext>
            </a:extLst>
          </p:cNvPr>
          <p:cNvPicPr>
            <a:picLocks noChangeAspect="1"/>
          </p:cNvPicPr>
          <p:nvPr/>
        </p:nvPicPr>
        <p:blipFill rotWithShape="1">
          <a:blip r:embed="rId20"/>
          <a:srcRect t="11396" b="12603"/>
          <a:stretch/>
        </p:blipFill>
        <p:spPr>
          <a:xfrm rot="5400000">
            <a:off x="8446732" y="4074069"/>
            <a:ext cx="1481778" cy="2443176"/>
          </a:xfrm>
          <a:prstGeom prst="rect">
            <a:avLst/>
          </a:prstGeom>
        </p:spPr>
      </p:pic>
      <p:sp>
        <p:nvSpPr>
          <p:cNvPr id="3" name="CuadroTexto 2">
            <a:extLst>
              <a:ext uri="{FF2B5EF4-FFF2-40B4-BE49-F238E27FC236}">
                <a16:creationId xmlns:a16="http://schemas.microsoft.com/office/drawing/2014/main" id="{06A21363-C749-68EE-92FB-F2C2C6E8B9E9}"/>
              </a:ext>
            </a:extLst>
          </p:cNvPr>
          <p:cNvSpPr txBox="1"/>
          <p:nvPr/>
        </p:nvSpPr>
        <p:spPr>
          <a:xfrm>
            <a:off x="2131887" y="3851552"/>
            <a:ext cx="1540358" cy="369332"/>
          </a:xfrm>
          <a:prstGeom prst="rect">
            <a:avLst/>
          </a:prstGeom>
          <a:noFill/>
        </p:spPr>
        <p:txBody>
          <a:bodyPr wrap="none" rtlCol="0">
            <a:spAutoFit/>
          </a:bodyPr>
          <a:lstStyle/>
          <a:p>
            <a:r>
              <a:rPr lang="es-ES" dirty="0"/>
              <a:t>Llave de pivote</a:t>
            </a:r>
            <a:endParaRPr lang="es-BO" dirty="0"/>
          </a:p>
        </p:txBody>
      </p:sp>
      <p:sp>
        <p:nvSpPr>
          <p:cNvPr id="6" name="CuadroTexto 5">
            <a:extLst>
              <a:ext uri="{FF2B5EF4-FFF2-40B4-BE49-F238E27FC236}">
                <a16:creationId xmlns:a16="http://schemas.microsoft.com/office/drawing/2014/main" id="{20B8A86F-8379-CC1B-4843-01CD10FE524C}"/>
              </a:ext>
            </a:extLst>
          </p:cNvPr>
          <p:cNvSpPr txBox="1"/>
          <p:nvPr/>
        </p:nvSpPr>
        <p:spPr>
          <a:xfrm>
            <a:off x="5317298" y="3861376"/>
            <a:ext cx="1672830" cy="369332"/>
          </a:xfrm>
          <a:prstGeom prst="rect">
            <a:avLst/>
          </a:prstGeom>
          <a:noFill/>
        </p:spPr>
        <p:txBody>
          <a:bodyPr wrap="none" rtlCol="0">
            <a:spAutoFit/>
          </a:bodyPr>
          <a:lstStyle/>
          <a:p>
            <a:r>
              <a:rPr lang="es-ES" dirty="0"/>
              <a:t>Llave de triquete</a:t>
            </a:r>
            <a:endParaRPr lang="es-BO" dirty="0"/>
          </a:p>
        </p:txBody>
      </p:sp>
      <p:sp>
        <p:nvSpPr>
          <p:cNvPr id="8" name="CuadroTexto 7">
            <a:extLst>
              <a:ext uri="{FF2B5EF4-FFF2-40B4-BE49-F238E27FC236}">
                <a16:creationId xmlns:a16="http://schemas.microsoft.com/office/drawing/2014/main" id="{DD14DFFA-889F-5DFB-3D23-939B4E049D46}"/>
              </a:ext>
            </a:extLst>
          </p:cNvPr>
          <p:cNvSpPr txBox="1"/>
          <p:nvPr/>
        </p:nvSpPr>
        <p:spPr>
          <a:xfrm>
            <a:off x="8487767" y="3863687"/>
            <a:ext cx="1519006" cy="369332"/>
          </a:xfrm>
          <a:prstGeom prst="rect">
            <a:avLst/>
          </a:prstGeom>
          <a:noFill/>
        </p:spPr>
        <p:txBody>
          <a:bodyPr wrap="none" rtlCol="0">
            <a:spAutoFit/>
          </a:bodyPr>
          <a:lstStyle/>
          <a:p>
            <a:r>
              <a:rPr lang="es-ES" dirty="0"/>
              <a:t>Tarraja manual</a:t>
            </a:r>
            <a:endParaRPr lang="es-BO" dirty="0"/>
          </a:p>
        </p:txBody>
      </p:sp>
      <p:sp>
        <p:nvSpPr>
          <p:cNvPr id="10" name="CuadroTexto 9">
            <a:extLst>
              <a:ext uri="{FF2B5EF4-FFF2-40B4-BE49-F238E27FC236}">
                <a16:creationId xmlns:a16="http://schemas.microsoft.com/office/drawing/2014/main" id="{996ACFD0-4623-5584-FDAA-BA4F00265E1E}"/>
              </a:ext>
            </a:extLst>
          </p:cNvPr>
          <p:cNvSpPr txBox="1"/>
          <p:nvPr/>
        </p:nvSpPr>
        <p:spPr>
          <a:xfrm>
            <a:off x="10025322" y="3875108"/>
            <a:ext cx="1903663" cy="369332"/>
          </a:xfrm>
          <a:prstGeom prst="rect">
            <a:avLst/>
          </a:prstGeom>
          <a:noFill/>
        </p:spPr>
        <p:txBody>
          <a:bodyPr wrap="none" rtlCol="0">
            <a:spAutoFit/>
          </a:bodyPr>
          <a:lstStyle/>
          <a:p>
            <a:r>
              <a:rPr lang="es-ES" dirty="0"/>
              <a:t>Llave de cremallera</a:t>
            </a:r>
            <a:endParaRPr lang="es-BO" dirty="0"/>
          </a:p>
        </p:txBody>
      </p:sp>
      <p:sp>
        <p:nvSpPr>
          <p:cNvPr id="11" name="CuadroTexto 10">
            <a:extLst>
              <a:ext uri="{FF2B5EF4-FFF2-40B4-BE49-F238E27FC236}">
                <a16:creationId xmlns:a16="http://schemas.microsoft.com/office/drawing/2014/main" id="{4C2B629C-5403-2E80-24DF-B7E257354937}"/>
              </a:ext>
            </a:extLst>
          </p:cNvPr>
          <p:cNvSpPr txBox="1"/>
          <p:nvPr/>
        </p:nvSpPr>
        <p:spPr>
          <a:xfrm>
            <a:off x="7282808" y="3861376"/>
            <a:ext cx="1165704" cy="369332"/>
          </a:xfrm>
          <a:prstGeom prst="rect">
            <a:avLst/>
          </a:prstGeom>
          <a:noFill/>
        </p:spPr>
        <p:txBody>
          <a:bodyPr wrap="none" rtlCol="0">
            <a:spAutoFit/>
          </a:bodyPr>
          <a:lstStyle/>
          <a:p>
            <a:r>
              <a:rPr lang="es-ES" dirty="0"/>
              <a:t>flexómetro</a:t>
            </a:r>
            <a:endParaRPr lang="es-BO" dirty="0"/>
          </a:p>
        </p:txBody>
      </p:sp>
      <p:sp>
        <p:nvSpPr>
          <p:cNvPr id="12" name="CuadroTexto 11">
            <a:extLst>
              <a:ext uri="{FF2B5EF4-FFF2-40B4-BE49-F238E27FC236}">
                <a16:creationId xmlns:a16="http://schemas.microsoft.com/office/drawing/2014/main" id="{DD26ED11-5B1B-5CB0-E3CD-DCFD9C4955F9}"/>
              </a:ext>
            </a:extLst>
          </p:cNvPr>
          <p:cNvSpPr txBox="1"/>
          <p:nvPr/>
        </p:nvSpPr>
        <p:spPr>
          <a:xfrm>
            <a:off x="3630243" y="3861376"/>
            <a:ext cx="1567417" cy="369332"/>
          </a:xfrm>
          <a:prstGeom prst="rect">
            <a:avLst/>
          </a:prstGeom>
          <a:noFill/>
        </p:spPr>
        <p:txBody>
          <a:bodyPr wrap="none" rtlCol="0">
            <a:spAutoFit/>
          </a:bodyPr>
          <a:lstStyle/>
          <a:p>
            <a:r>
              <a:rPr lang="es-ES" dirty="0"/>
              <a:t>Cierra de mano</a:t>
            </a:r>
            <a:endParaRPr lang="es-BO" dirty="0"/>
          </a:p>
        </p:txBody>
      </p:sp>
      <p:pic>
        <p:nvPicPr>
          <p:cNvPr id="16" name="Imagen 15">
            <a:extLst>
              <a:ext uri="{FF2B5EF4-FFF2-40B4-BE49-F238E27FC236}">
                <a16:creationId xmlns:a16="http://schemas.microsoft.com/office/drawing/2014/main" id="{FCEB71CC-3482-3F52-4683-46F5FD0C0890}"/>
              </a:ext>
            </a:extLst>
          </p:cNvPr>
          <p:cNvPicPr>
            <a:picLocks noChangeAspect="1"/>
          </p:cNvPicPr>
          <p:nvPr/>
        </p:nvPicPr>
        <p:blipFill rotWithShape="1">
          <a:blip r:embed="rId21"/>
          <a:srcRect t="10060" r="2101" b="12254"/>
          <a:stretch/>
        </p:blipFill>
        <p:spPr>
          <a:xfrm>
            <a:off x="473889" y="1024675"/>
            <a:ext cx="1489466" cy="2772262"/>
          </a:xfrm>
          <a:prstGeom prst="rect">
            <a:avLst/>
          </a:prstGeom>
        </p:spPr>
      </p:pic>
      <p:sp>
        <p:nvSpPr>
          <p:cNvPr id="18" name="CuadroTexto 17">
            <a:extLst>
              <a:ext uri="{FF2B5EF4-FFF2-40B4-BE49-F238E27FC236}">
                <a16:creationId xmlns:a16="http://schemas.microsoft.com/office/drawing/2014/main" id="{6424F98F-1404-3F8A-55E6-D3311A792BB3}"/>
              </a:ext>
            </a:extLst>
          </p:cNvPr>
          <p:cNvSpPr txBox="1"/>
          <p:nvPr/>
        </p:nvSpPr>
        <p:spPr>
          <a:xfrm>
            <a:off x="393428" y="3875108"/>
            <a:ext cx="1650388" cy="369332"/>
          </a:xfrm>
          <a:prstGeom prst="rect">
            <a:avLst/>
          </a:prstGeom>
          <a:noFill/>
        </p:spPr>
        <p:txBody>
          <a:bodyPr wrap="none" rtlCol="0">
            <a:spAutoFit/>
          </a:bodyPr>
          <a:lstStyle/>
          <a:p>
            <a:r>
              <a:rPr lang="es-ES" dirty="0"/>
              <a:t>Llave de presión</a:t>
            </a:r>
            <a:endParaRPr lang="es-BO" dirty="0"/>
          </a:p>
        </p:txBody>
      </p:sp>
      <p:sp>
        <p:nvSpPr>
          <p:cNvPr id="20" name="CuadroTexto 19">
            <a:extLst>
              <a:ext uri="{FF2B5EF4-FFF2-40B4-BE49-F238E27FC236}">
                <a16:creationId xmlns:a16="http://schemas.microsoft.com/office/drawing/2014/main" id="{D1FC5F43-0555-CC21-9FCC-34BE1DD9CAF9}"/>
              </a:ext>
            </a:extLst>
          </p:cNvPr>
          <p:cNvSpPr txBox="1"/>
          <p:nvPr/>
        </p:nvSpPr>
        <p:spPr>
          <a:xfrm>
            <a:off x="2050326" y="6036546"/>
            <a:ext cx="1564980" cy="369332"/>
          </a:xfrm>
          <a:prstGeom prst="rect">
            <a:avLst/>
          </a:prstGeom>
          <a:noFill/>
        </p:spPr>
        <p:txBody>
          <a:bodyPr wrap="none" rtlCol="0">
            <a:spAutoFit/>
          </a:bodyPr>
          <a:lstStyle/>
          <a:p>
            <a:r>
              <a:rPr lang="es-ES" dirty="0"/>
              <a:t>Tubo PVC (6u)</a:t>
            </a:r>
            <a:endParaRPr lang="es-BO" dirty="0"/>
          </a:p>
        </p:txBody>
      </p:sp>
      <p:sp>
        <p:nvSpPr>
          <p:cNvPr id="22" name="CuadroTexto 21">
            <a:extLst>
              <a:ext uri="{FF2B5EF4-FFF2-40B4-BE49-F238E27FC236}">
                <a16:creationId xmlns:a16="http://schemas.microsoft.com/office/drawing/2014/main" id="{35953E9B-F14E-9724-4C52-4F94CC0F89DD}"/>
              </a:ext>
            </a:extLst>
          </p:cNvPr>
          <p:cNvSpPr txBox="1"/>
          <p:nvPr/>
        </p:nvSpPr>
        <p:spPr>
          <a:xfrm>
            <a:off x="4947743" y="6045995"/>
            <a:ext cx="1849224" cy="369332"/>
          </a:xfrm>
          <a:prstGeom prst="rect">
            <a:avLst/>
          </a:prstGeom>
          <a:noFill/>
        </p:spPr>
        <p:txBody>
          <a:bodyPr wrap="none" rtlCol="0">
            <a:spAutoFit/>
          </a:bodyPr>
          <a:lstStyle/>
          <a:p>
            <a:r>
              <a:rPr lang="es-ES" dirty="0"/>
              <a:t>Codo de PVC (2u)</a:t>
            </a:r>
            <a:endParaRPr lang="es-BO" dirty="0"/>
          </a:p>
        </p:txBody>
      </p:sp>
      <p:sp>
        <p:nvSpPr>
          <p:cNvPr id="24" name="CuadroTexto 23">
            <a:extLst>
              <a:ext uri="{FF2B5EF4-FFF2-40B4-BE49-F238E27FC236}">
                <a16:creationId xmlns:a16="http://schemas.microsoft.com/office/drawing/2014/main" id="{1C63672B-2DD1-3973-983E-029B825C041E}"/>
              </a:ext>
            </a:extLst>
          </p:cNvPr>
          <p:cNvSpPr txBox="1"/>
          <p:nvPr/>
        </p:nvSpPr>
        <p:spPr>
          <a:xfrm>
            <a:off x="7748348" y="6045995"/>
            <a:ext cx="2878545" cy="369332"/>
          </a:xfrm>
          <a:prstGeom prst="rect">
            <a:avLst/>
          </a:prstGeom>
          <a:noFill/>
        </p:spPr>
        <p:txBody>
          <a:bodyPr wrap="none" rtlCol="0">
            <a:spAutoFit/>
          </a:bodyPr>
          <a:lstStyle/>
          <a:p>
            <a:r>
              <a:rPr lang="es-ES" dirty="0"/>
              <a:t>T de PVC y tapón macho (2u)</a:t>
            </a:r>
            <a:endParaRPr lang="es-BO" dirty="0"/>
          </a:p>
        </p:txBody>
      </p:sp>
      <p:sp>
        <p:nvSpPr>
          <p:cNvPr id="26" name="CuadroTexto 25">
            <a:extLst>
              <a:ext uri="{FF2B5EF4-FFF2-40B4-BE49-F238E27FC236}">
                <a16:creationId xmlns:a16="http://schemas.microsoft.com/office/drawing/2014/main" id="{CFBDE6C1-F5E8-942F-76C6-7149C44B4E39}"/>
              </a:ext>
            </a:extLst>
          </p:cNvPr>
          <p:cNvSpPr txBox="1"/>
          <p:nvPr/>
        </p:nvSpPr>
        <p:spPr>
          <a:xfrm>
            <a:off x="4167463" y="4218134"/>
            <a:ext cx="3648691" cy="369332"/>
          </a:xfrm>
          <a:prstGeom prst="rect">
            <a:avLst/>
          </a:prstGeom>
          <a:noFill/>
        </p:spPr>
        <p:txBody>
          <a:bodyPr wrap="none" rtlCol="0">
            <a:spAutoFit/>
          </a:bodyPr>
          <a:lstStyle/>
          <a:p>
            <a:r>
              <a:rPr lang="es-ES" dirty="0"/>
              <a:t>HERRAMIENTAS Y MATERIALES</a:t>
            </a:r>
            <a:endParaRPr lang="es-BO" dirty="0"/>
          </a:p>
        </p:txBody>
      </p:sp>
      <p:sp>
        <p:nvSpPr>
          <p:cNvPr id="28" name="Título 1">
            <a:extLst>
              <a:ext uri="{FF2B5EF4-FFF2-40B4-BE49-F238E27FC236}">
                <a16:creationId xmlns:a16="http://schemas.microsoft.com/office/drawing/2014/main" id="{FAC800A7-DDFB-574C-7CB3-5ECA556E197F}"/>
              </a:ext>
            </a:extLst>
          </p:cNvPr>
          <p:cNvSpPr txBox="1">
            <a:spLocks/>
          </p:cNvSpPr>
          <p:nvPr/>
        </p:nvSpPr>
        <p:spPr>
          <a:xfrm>
            <a:off x="918754" y="274320"/>
            <a:ext cx="10058400" cy="10145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algn="ctr"/>
            <a:r>
              <a:rPr lang="es-BO" sz="4400" b="1"/>
              <a:t>MODIFICACIONES</a:t>
            </a:r>
          </a:p>
        </p:txBody>
      </p:sp>
    </p:spTree>
    <p:extLst>
      <p:ext uri="{BB962C8B-B14F-4D97-AF65-F5344CB8AC3E}">
        <p14:creationId xmlns:p14="http://schemas.microsoft.com/office/powerpoint/2010/main" val="1145949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normAutofit/>
          </a:bodyPr>
          <a:lstStyle/>
          <a:p>
            <a:pPr algn="ctr"/>
            <a:r>
              <a:rPr lang="es-BO" sz="4400" b="1" dirty="0"/>
              <a:t>MODIFICACIONES</a:t>
            </a:r>
            <a:endParaRPr lang="en-US" sz="4400" b="1" dirty="0"/>
          </a:p>
        </p:txBody>
      </p:sp>
      <p:graphicFrame>
        <p:nvGraphicFramePr>
          <p:cNvPr id="4" name="Marcador de contenido 3"/>
          <p:cNvGraphicFramePr>
            <a:graphicFrameLocks noGrp="1"/>
          </p:cNvGraphicFramePr>
          <p:nvPr>
            <p:ph idx="1"/>
          </p:nvPr>
        </p:nvGraphicFramePr>
        <p:xfrm>
          <a:off x="666206" y="1175657"/>
          <a:ext cx="10058400"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84338AF1-2891-42A8-D030-C8B27D2C6B69}"/>
              </a:ext>
            </a:extLst>
          </p:cNvPr>
          <p:cNvPicPr>
            <a:picLocks noChangeAspect="1"/>
          </p:cNvPicPr>
          <p:nvPr/>
        </p:nvPicPr>
        <p:blipFill>
          <a:blip r:embed="rId7"/>
          <a:stretch>
            <a:fillRect/>
          </a:stretch>
        </p:blipFill>
        <p:spPr>
          <a:xfrm>
            <a:off x="9335695" y="2190206"/>
            <a:ext cx="729096" cy="972128"/>
          </a:xfrm>
          <a:prstGeom prst="rect">
            <a:avLst/>
          </a:prstGeom>
        </p:spPr>
      </p:pic>
      <p:pic>
        <p:nvPicPr>
          <p:cNvPr id="9" name="Imagen 8">
            <a:extLst>
              <a:ext uri="{FF2B5EF4-FFF2-40B4-BE49-F238E27FC236}">
                <a16:creationId xmlns:a16="http://schemas.microsoft.com/office/drawing/2014/main" id="{F76BB39A-C56F-7479-8CC7-40951F08F320}"/>
              </a:ext>
            </a:extLst>
          </p:cNvPr>
          <p:cNvPicPr>
            <a:picLocks noChangeAspect="1"/>
          </p:cNvPicPr>
          <p:nvPr/>
        </p:nvPicPr>
        <p:blipFill>
          <a:blip r:embed="rId8"/>
          <a:stretch>
            <a:fillRect/>
          </a:stretch>
        </p:blipFill>
        <p:spPr>
          <a:xfrm>
            <a:off x="10252460" y="4405524"/>
            <a:ext cx="573527" cy="764703"/>
          </a:xfrm>
          <a:prstGeom prst="rect">
            <a:avLst/>
          </a:prstGeom>
        </p:spPr>
      </p:pic>
      <p:pic>
        <p:nvPicPr>
          <p:cNvPr id="13" name="Imagen 12">
            <a:extLst>
              <a:ext uri="{FF2B5EF4-FFF2-40B4-BE49-F238E27FC236}">
                <a16:creationId xmlns:a16="http://schemas.microsoft.com/office/drawing/2014/main" id="{E32D1A4D-7206-5D4F-3F90-2E4489E07947}"/>
              </a:ext>
            </a:extLst>
          </p:cNvPr>
          <p:cNvPicPr>
            <a:picLocks noChangeAspect="1"/>
          </p:cNvPicPr>
          <p:nvPr/>
        </p:nvPicPr>
        <p:blipFill>
          <a:blip r:embed="rId9"/>
          <a:stretch>
            <a:fillRect/>
          </a:stretch>
        </p:blipFill>
        <p:spPr>
          <a:xfrm>
            <a:off x="9813236" y="3288540"/>
            <a:ext cx="729096" cy="972128"/>
          </a:xfrm>
          <a:prstGeom prst="rect">
            <a:avLst/>
          </a:prstGeom>
        </p:spPr>
      </p:pic>
      <p:pic>
        <p:nvPicPr>
          <p:cNvPr id="15" name="Imagen 14">
            <a:extLst>
              <a:ext uri="{FF2B5EF4-FFF2-40B4-BE49-F238E27FC236}">
                <a16:creationId xmlns:a16="http://schemas.microsoft.com/office/drawing/2014/main" id="{F77B5643-FA47-77A9-CB72-AC9DDA856F66}"/>
              </a:ext>
            </a:extLst>
          </p:cNvPr>
          <p:cNvPicPr>
            <a:picLocks noChangeAspect="1"/>
          </p:cNvPicPr>
          <p:nvPr/>
        </p:nvPicPr>
        <p:blipFill>
          <a:blip r:embed="rId10"/>
          <a:stretch>
            <a:fillRect/>
          </a:stretch>
        </p:blipFill>
        <p:spPr>
          <a:xfrm>
            <a:off x="10800617" y="5315083"/>
            <a:ext cx="876069" cy="657052"/>
          </a:xfrm>
          <a:prstGeom prst="rect">
            <a:avLst/>
          </a:prstGeom>
        </p:spPr>
      </p:pic>
      <p:pic>
        <p:nvPicPr>
          <p:cNvPr id="17" name="Imagen 16">
            <a:extLst>
              <a:ext uri="{FF2B5EF4-FFF2-40B4-BE49-F238E27FC236}">
                <a16:creationId xmlns:a16="http://schemas.microsoft.com/office/drawing/2014/main" id="{36F4717E-9171-DC81-41F3-8031F04708CF}"/>
              </a:ext>
            </a:extLst>
          </p:cNvPr>
          <p:cNvPicPr>
            <a:picLocks noChangeAspect="1"/>
          </p:cNvPicPr>
          <p:nvPr/>
        </p:nvPicPr>
        <p:blipFill>
          <a:blip r:embed="rId11"/>
          <a:stretch>
            <a:fillRect/>
          </a:stretch>
        </p:blipFill>
        <p:spPr>
          <a:xfrm>
            <a:off x="10177740" y="2215412"/>
            <a:ext cx="327363" cy="436484"/>
          </a:xfrm>
          <a:prstGeom prst="rect">
            <a:avLst/>
          </a:prstGeom>
        </p:spPr>
      </p:pic>
      <p:pic>
        <p:nvPicPr>
          <p:cNvPr id="19" name="Imagen 18">
            <a:extLst>
              <a:ext uri="{FF2B5EF4-FFF2-40B4-BE49-F238E27FC236}">
                <a16:creationId xmlns:a16="http://schemas.microsoft.com/office/drawing/2014/main" id="{459DBB68-2668-6ECC-2AC8-2530808BF8B9}"/>
              </a:ext>
            </a:extLst>
          </p:cNvPr>
          <p:cNvPicPr>
            <a:picLocks noChangeAspect="1"/>
          </p:cNvPicPr>
          <p:nvPr/>
        </p:nvPicPr>
        <p:blipFill>
          <a:blip r:embed="rId12"/>
          <a:stretch>
            <a:fillRect/>
          </a:stretch>
        </p:blipFill>
        <p:spPr>
          <a:xfrm>
            <a:off x="10512379" y="2211110"/>
            <a:ext cx="327363" cy="436484"/>
          </a:xfrm>
          <a:prstGeom prst="rect">
            <a:avLst/>
          </a:prstGeom>
        </p:spPr>
      </p:pic>
      <p:pic>
        <p:nvPicPr>
          <p:cNvPr id="21" name="Imagen 20">
            <a:extLst>
              <a:ext uri="{FF2B5EF4-FFF2-40B4-BE49-F238E27FC236}">
                <a16:creationId xmlns:a16="http://schemas.microsoft.com/office/drawing/2014/main" id="{9F7DE859-B2E4-B4CE-6AD7-F925187CE1D4}"/>
              </a:ext>
            </a:extLst>
          </p:cNvPr>
          <p:cNvPicPr>
            <a:picLocks noChangeAspect="1"/>
          </p:cNvPicPr>
          <p:nvPr/>
        </p:nvPicPr>
        <p:blipFill>
          <a:blip r:embed="rId13"/>
          <a:stretch>
            <a:fillRect/>
          </a:stretch>
        </p:blipFill>
        <p:spPr>
          <a:xfrm>
            <a:off x="10849716" y="2211108"/>
            <a:ext cx="327363" cy="436485"/>
          </a:xfrm>
          <a:prstGeom prst="rect">
            <a:avLst/>
          </a:prstGeom>
        </p:spPr>
      </p:pic>
      <p:pic>
        <p:nvPicPr>
          <p:cNvPr id="23" name="Imagen 22">
            <a:extLst>
              <a:ext uri="{FF2B5EF4-FFF2-40B4-BE49-F238E27FC236}">
                <a16:creationId xmlns:a16="http://schemas.microsoft.com/office/drawing/2014/main" id="{BF7E5772-E299-8A05-F689-524878802046}"/>
              </a:ext>
            </a:extLst>
          </p:cNvPr>
          <p:cNvPicPr>
            <a:picLocks noChangeAspect="1"/>
          </p:cNvPicPr>
          <p:nvPr/>
        </p:nvPicPr>
        <p:blipFill>
          <a:blip r:embed="rId14"/>
          <a:stretch>
            <a:fillRect/>
          </a:stretch>
        </p:blipFill>
        <p:spPr>
          <a:xfrm>
            <a:off x="11187053" y="2210941"/>
            <a:ext cx="327363" cy="436484"/>
          </a:xfrm>
          <a:prstGeom prst="rect">
            <a:avLst/>
          </a:prstGeom>
        </p:spPr>
      </p:pic>
      <p:pic>
        <p:nvPicPr>
          <p:cNvPr id="25" name="Imagen 24">
            <a:extLst>
              <a:ext uri="{FF2B5EF4-FFF2-40B4-BE49-F238E27FC236}">
                <a16:creationId xmlns:a16="http://schemas.microsoft.com/office/drawing/2014/main" id="{B038EE06-9DB0-B9CC-53EA-5D20023A4BFF}"/>
              </a:ext>
            </a:extLst>
          </p:cNvPr>
          <p:cNvPicPr>
            <a:picLocks noChangeAspect="1"/>
          </p:cNvPicPr>
          <p:nvPr/>
        </p:nvPicPr>
        <p:blipFill>
          <a:blip r:embed="rId15"/>
          <a:stretch>
            <a:fillRect/>
          </a:stretch>
        </p:blipFill>
        <p:spPr>
          <a:xfrm rot="5400000">
            <a:off x="10583741" y="2743321"/>
            <a:ext cx="484490" cy="316237"/>
          </a:xfrm>
          <a:prstGeom prst="rect">
            <a:avLst/>
          </a:prstGeom>
        </p:spPr>
      </p:pic>
      <p:pic>
        <p:nvPicPr>
          <p:cNvPr id="29" name="Imagen 28">
            <a:extLst>
              <a:ext uri="{FF2B5EF4-FFF2-40B4-BE49-F238E27FC236}">
                <a16:creationId xmlns:a16="http://schemas.microsoft.com/office/drawing/2014/main" id="{8958934A-6D9D-EC01-FFB0-6E364CB13E26}"/>
              </a:ext>
            </a:extLst>
          </p:cNvPr>
          <p:cNvPicPr>
            <a:picLocks noChangeAspect="1"/>
          </p:cNvPicPr>
          <p:nvPr/>
        </p:nvPicPr>
        <p:blipFill rotWithShape="1">
          <a:blip r:embed="rId16"/>
          <a:srcRect t="25768" b="27071"/>
          <a:stretch/>
        </p:blipFill>
        <p:spPr>
          <a:xfrm>
            <a:off x="11524437" y="2215412"/>
            <a:ext cx="267603" cy="436484"/>
          </a:xfrm>
          <a:prstGeom prst="rect">
            <a:avLst/>
          </a:prstGeom>
        </p:spPr>
      </p:pic>
      <p:pic>
        <p:nvPicPr>
          <p:cNvPr id="31" name="Imagen 30">
            <a:extLst>
              <a:ext uri="{FF2B5EF4-FFF2-40B4-BE49-F238E27FC236}">
                <a16:creationId xmlns:a16="http://schemas.microsoft.com/office/drawing/2014/main" id="{1900D0A9-4F1A-A34F-ABD2-57715DDFA55B}"/>
              </a:ext>
            </a:extLst>
          </p:cNvPr>
          <p:cNvPicPr>
            <a:picLocks noChangeAspect="1"/>
          </p:cNvPicPr>
          <p:nvPr/>
        </p:nvPicPr>
        <p:blipFill rotWithShape="1">
          <a:blip r:embed="rId17"/>
          <a:srcRect t="9905"/>
          <a:stretch/>
        </p:blipFill>
        <p:spPr>
          <a:xfrm>
            <a:off x="10319419" y="2650007"/>
            <a:ext cx="239270" cy="467680"/>
          </a:xfrm>
          <a:prstGeom prst="rect">
            <a:avLst/>
          </a:prstGeom>
        </p:spPr>
      </p:pic>
      <p:pic>
        <p:nvPicPr>
          <p:cNvPr id="33" name="Imagen 32">
            <a:extLst>
              <a:ext uri="{FF2B5EF4-FFF2-40B4-BE49-F238E27FC236}">
                <a16:creationId xmlns:a16="http://schemas.microsoft.com/office/drawing/2014/main" id="{64A285CA-5E0F-E7EF-5AFE-2A6444CD839B}"/>
              </a:ext>
            </a:extLst>
          </p:cNvPr>
          <p:cNvPicPr>
            <a:picLocks noChangeAspect="1"/>
          </p:cNvPicPr>
          <p:nvPr/>
        </p:nvPicPr>
        <p:blipFill rotWithShape="1">
          <a:blip r:embed="rId18"/>
          <a:srcRect t="6857" b="13524"/>
          <a:stretch/>
        </p:blipFill>
        <p:spPr>
          <a:xfrm>
            <a:off x="11069971" y="2667524"/>
            <a:ext cx="252694" cy="436485"/>
          </a:xfrm>
          <a:prstGeom prst="rect">
            <a:avLst/>
          </a:prstGeom>
        </p:spPr>
      </p:pic>
      <p:pic>
        <p:nvPicPr>
          <p:cNvPr id="35" name="Imagen 34">
            <a:extLst>
              <a:ext uri="{FF2B5EF4-FFF2-40B4-BE49-F238E27FC236}">
                <a16:creationId xmlns:a16="http://schemas.microsoft.com/office/drawing/2014/main" id="{C0B4B958-54C0-9F34-82DC-77F249F28CE5}"/>
              </a:ext>
            </a:extLst>
          </p:cNvPr>
          <p:cNvPicPr>
            <a:picLocks noChangeAspect="1"/>
          </p:cNvPicPr>
          <p:nvPr/>
        </p:nvPicPr>
        <p:blipFill rotWithShape="1">
          <a:blip r:embed="rId19"/>
          <a:srcRect t="11396" b="12603"/>
          <a:stretch/>
        </p:blipFill>
        <p:spPr>
          <a:xfrm>
            <a:off x="11413728" y="2667524"/>
            <a:ext cx="269910" cy="445032"/>
          </a:xfrm>
          <a:prstGeom prst="rect">
            <a:avLst/>
          </a:prstGeom>
        </p:spPr>
      </p:pic>
      <p:pic>
        <p:nvPicPr>
          <p:cNvPr id="6" name="Imagen 5">
            <a:extLst>
              <a:ext uri="{FF2B5EF4-FFF2-40B4-BE49-F238E27FC236}">
                <a16:creationId xmlns:a16="http://schemas.microsoft.com/office/drawing/2014/main" id="{5196DCF6-512A-6FFC-7445-8E31DFD794EE}"/>
              </a:ext>
            </a:extLst>
          </p:cNvPr>
          <p:cNvPicPr>
            <a:picLocks noChangeAspect="1"/>
          </p:cNvPicPr>
          <p:nvPr/>
        </p:nvPicPr>
        <p:blipFill>
          <a:blip r:embed="rId20"/>
          <a:stretch>
            <a:fillRect/>
          </a:stretch>
        </p:blipFill>
        <p:spPr>
          <a:xfrm>
            <a:off x="8804620" y="1041027"/>
            <a:ext cx="2308054" cy="1007468"/>
          </a:xfrm>
          <a:prstGeom prst="rect">
            <a:avLst/>
          </a:prstGeom>
        </p:spPr>
      </p:pic>
    </p:spTree>
    <p:extLst>
      <p:ext uri="{BB962C8B-B14F-4D97-AF65-F5344CB8AC3E}">
        <p14:creationId xmlns:p14="http://schemas.microsoft.com/office/powerpoint/2010/main" val="1638551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8754" y="274320"/>
            <a:ext cx="10058400" cy="1014549"/>
          </a:xfrm>
        </p:spPr>
        <p:txBody>
          <a:bodyPr/>
          <a:lstStyle/>
          <a:p>
            <a:pPr algn="ctr"/>
            <a:r>
              <a:rPr lang="es-BO" b="1" dirty="0"/>
              <a:t>ARREGLOS</a:t>
            </a:r>
            <a:endParaRPr lang="en-US" b="1" dirty="0"/>
          </a:p>
        </p:txBody>
      </p:sp>
      <p:graphicFrame>
        <p:nvGraphicFramePr>
          <p:cNvPr id="4" name="Marcador de contenido 3"/>
          <p:cNvGraphicFramePr>
            <a:graphicFrameLocks noGrp="1"/>
          </p:cNvGraphicFramePr>
          <p:nvPr>
            <p:ph idx="1"/>
          </p:nvPr>
        </p:nvGraphicFramePr>
        <p:xfrm>
          <a:off x="666206" y="1175657"/>
          <a:ext cx="2340230" cy="14844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84338AF1-2891-42A8-D030-C8B27D2C6B69}"/>
              </a:ext>
            </a:extLst>
          </p:cNvPr>
          <p:cNvPicPr>
            <a:picLocks noChangeAspect="1"/>
          </p:cNvPicPr>
          <p:nvPr/>
        </p:nvPicPr>
        <p:blipFill>
          <a:blip r:embed="rId7"/>
          <a:stretch>
            <a:fillRect/>
          </a:stretch>
        </p:blipFill>
        <p:spPr>
          <a:xfrm>
            <a:off x="652766" y="929908"/>
            <a:ext cx="2402999" cy="3204000"/>
          </a:xfrm>
          <a:prstGeom prst="rect">
            <a:avLst/>
          </a:prstGeom>
        </p:spPr>
      </p:pic>
      <p:pic>
        <p:nvPicPr>
          <p:cNvPr id="9" name="Imagen 8">
            <a:extLst>
              <a:ext uri="{FF2B5EF4-FFF2-40B4-BE49-F238E27FC236}">
                <a16:creationId xmlns:a16="http://schemas.microsoft.com/office/drawing/2014/main" id="{F76BB39A-C56F-7479-8CC7-40951F08F320}"/>
              </a:ext>
            </a:extLst>
          </p:cNvPr>
          <p:cNvPicPr>
            <a:picLocks noChangeAspect="1"/>
          </p:cNvPicPr>
          <p:nvPr/>
        </p:nvPicPr>
        <p:blipFill>
          <a:blip r:embed="rId8"/>
          <a:stretch>
            <a:fillRect/>
          </a:stretch>
        </p:blipFill>
        <p:spPr>
          <a:xfrm>
            <a:off x="6164355" y="2014904"/>
            <a:ext cx="2402999" cy="3204000"/>
          </a:xfrm>
          <a:prstGeom prst="rect">
            <a:avLst/>
          </a:prstGeom>
        </p:spPr>
      </p:pic>
      <p:pic>
        <p:nvPicPr>
          <p:cNvPr id="13" name="Imagen 12">
            <a:extLst>
              <a:ext uri="{FF2B5EF4-FFF2-40B4-BE49-F238E27FC236}">
                <a16:creationId xmlns:a16="http://schemas.microsoft.com/office/drawing/2014/main" id="{E32D1A4D-7206-5D4F-3F90-2E4489E07947}"/>
              </a:ext>
            </a:extLst>
          </p:cNvPr>
          <p:cNvPicPr>
            <a:picLocks noChangeAspect="1"/>
          </p:cNvPicPr>
          <p:nvPr/>
        </p:nvPicPr>
        <p:blipFill>
          <a:blip r:embed="rId9"/>
          <a:stretch>
            <a:fillRect/>
          </a:stretch>
        </p:blipFill>
        <p:spPr>
          <a:xfrm>
            <a:off x="3418701" y="1505576"/>
            <a:ext cx="2427300" cy="3236400"/>
          </a:xfrm>
          <a:prstGeom prst="rect">
            <a:avLst/>
          </a:prstGeom>
        </p:spPr>
      </p:pic>
      <p:pic>
        <p:nvPicPr>
          <p:cNvPr id="15" name="Imagen 14">
            <a:extLst>
              <a:ext uri="{FF2B5EF4-FFF2-40B4-BE49-F238E27FC236}">
                <a16:creationId xmlns:a16="http://schemas.microsoft.com/office/drawing/2014/main" id="{F77B5643-FA47-77A9-CB72-AC9DDA856F66}"/>
              </a:ext>
            </a:extLst>
          </p:cNvPr>
          <p:cNvPicPr>
            <a:picLocks noChangeAspect="1"/>
          </p:cNvPicPr>
          <p:nvPr/>
        </p:nvPicPr>
        <p:blipFill rotWithShape="1">
          <a:blip r:embed="rId10"/>
          <a:srcRect r="42439"/>
          <a:stretch/>
        </p:blipFill>
        <p:spPr>
          <a:xfrm>
            <a:off x="8930290" y="2456410"/>
            <a:ext cx="2458981" cy="3204000"/>
          </a:xfrm>
          <a:prstGeom prst="rect">
            <a:avLst/>
          </a:prstGeom>
        </p:spPr>
      </p:pic>
      <p:sp>
        <p:nvSpPr>
          <p:cNvPr id="3" name="CuadroTexto 2">
            <a:extLst>
              <a:ext uri="{FF2B5EF4-FFF2-40B4-BE49-F238E27FC236}">
                <a16:creationId xmlns:a16="http://schemas.microsoft.com/office/drawing/2014/main" id="{DC6E5968-0110-CD41-BDFC-550EBC490369}"/>
              </a:ext>
            </a:extLst>
          </p:cNvPr>
          <p:cNvSpPr txBox="1"/>
          <p:nvPr/>
        </p:nvSpPr>
        <p:spPr>
          <a:xfrm>
            <a:off x="1360714" y="4133908"/>
            <a:ext cx="764953" cy="369332"/>
          </a:xfrm>
          <a:prstGeom prst="rect">
            <a:avLst/>
          </a:prstGeom>
          <a:noFill/>
        </p:spPr>
        <p:txBody>
          <a:bodyPr wrap="none" rtlCol="0">
            <a:spAutoFit/>
          </a:bodyPr>
          <a:lstStyle/>
          <a:p>
            <a:r>
              <a:rPr lang="es-ES" dirty="0"/>
              <a:t>Antes </a:t>
            </a:r>
            <a:endParaRPr lang="es-BO" dirty="0"/>
          </a:p>
        </p:txBody>
      </p:sp>
      <p:sp>
        <p:nvSpPr>
          <p:cNvPr id="8" name="CuadroTexto 7">
            <a:extLst>
              <a:ext uri="{FF2B5EF4-FFF2-40B4-BE49-F238E27FC236}">
                <a16:creationId xmlns:a16="http://schemas.microsoft.com/office/drawing/2014/main" id="{56F7DD3F-9FE9-4426-4EE6-483F0A7B3952}"/>
              </a:ext>
            </a:extLst>
          </p:cNvPr>
          <p:cNvSpPr txBox="1"/>
          <p:nvPr/>
        </p:nvSpPr>
        <p:spPr>
          <a:xfrm>
            <a:off x="3978332" y="4698902"/>
            <a:ext cx="1204176" cy="369332"/>
          </a:xfrm>
          <a:prstGeom prst="rect">
            <a:avLst/>
          </a:prstGeom>
          <a:noFill/>
        </p:spPr>
        <p:txBody>
          <a:bodyPr wrap="none" rtlCol="0">
            <a:spAutoFit/>
          </a:bodyPr>
          <a:lstStyle/>
          <a:p>
            <a:r>
              <a:rPr lang="es-ES" dirty="0"/>
              <a:t>desmontaje</a:t>
            </a:r>
            <a:endParaRPr lang="es-BO" dirty="0"/>
          </a:p>
        </p:txBody>
      </p:sp>
      <p:sp>
        <p:nvSpPr>
          <p:cNvPr id="10" name="CuadroTexto 9">
            <a:extLst>
              <a:ext uri="{FF2B5EF4-FFF2-40B4-BE49-F238E27FC236}">
                <a16:creationId xmlns:a16="http://schemas.microsoft.com/office/drawing/2014/main" id="{93B6599A-68B3-789B-E105-6FF51F89B95F}"/>
              </a:ext>
            </a:extLst>
          </p:cNvPr>
          <p:cNvSpPr txBox="1"/>
          <p:nvPr/>
        </p:nvSpPr>
        <p:spPr>
          <a:xfrm>
            <a:off x="6510577" y="5218904"/>
            <a:ext cx="1904852" cy="646331"/>
          </a:xfrm>
          <a:prstGeom prst="rect">
            <a:avLst/>
          </a:prstGeom>
          <a:noFill/>
        </p:spPr>
        <p:txBody>
          <a:bodyPr wrap="square" rtlCol="0">
            <a:spAutoFit/>
          </a:bodyPr>
          <a:lstStyle/>
          <a:p>
            <a:r>
              <a:rPr lang="es-ES" dirty="0"/>
              <a:t>Montaje de los nuevos tubos PVC</a:t>
            </a:r>
          </a:p>
        </p:txBody>
      </p:sp>
      <p:sp>
        <p:nvSpPr>
          <p:cNvPr id="12" name="CuadroTexto 11">
            <a:extLst>
              <a:ext uri="{FF2B5EF4-FFF2-40B4-BE49-F238E27FC236}">
                <a16:creationId xmlns:a16="http://schemas.microsoft.com/office/drawing/2014/main" id="{8EB9871E-7B33-7092-B891-F598ACEDDE40}"/>
              </a:ext>
            </a:extLst>
          </p:cNvPr>
          <p:cNvSpPr txBox="1"/>
          <p:nvPr/>
        </p:nvSpPr>
        <p:spPr>
          <a:xfrm>
            <a:off x="9533815" y="5737037"/>
            <a:ext cx="1251929" cy="646331"/>
          </a:xfrm>
          <a:prstGeom prst="rect">
            <a:avLst/>
          </a:prstGeom>
          <a:noFill/>
        </p:spPr>
        <p:txBody>
          <a:bodyPr wrap="square" rtlCol="0">
            <a:spAutoFit/>
          </a:bodyPr>
          <a:lstStyle/>
          <a:p>
            <a:r>
              <a:rPr lang="es-ES" dirty="0"/>
              <a:t>Pintado de tubos PVC</a:t>
            </a:r>
          </a:p>
        </p:txBody>
      </p:sp>
      <p:sp>
        <p:nvSpPr>
          <p:cNvPr id="11" name="Flecha: a la derecha 10">
            <a:extLst>
              <a:ext uri="{FF2B5EF4-FFF2-40B4-BE49-F238E27FC236}">
                <a16:creationId xmlns:a16="http://schemas.microsoft.com/office/drawing/2014/main" id="{7AF6D03A-FAF2-5CE9-3094-49B37FA1819B}"/>
              </a:ext>
            </a:extLst>
          </p:cNvPr>
          <p:cNvSpPr/>
          <p:nvPr/>
        </p:nvSpPr>
        <p:spPr>
          <a:xfrm>
            <a:off x="3006436" y="2456410"/>
            <a:ext cx="367683" cy="33759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4" name="Flecha: a la derecha 13">
            <a:extLst>
              <a:ext uri="{FF2B5EF4-FFF2-40B4-BE49-F238E27FC236}">
                <a16:creationId xmlns:a16="http://schemas.microsoft.com/office/drawing/2014/main" id="{B7198DAC-8738-C4B9-9825-49D794AAAAC9}"/>
              </a:ext>
            </a:extLst>
          </p:cNvPr>
          <p:cNvSpPr/>
          <p:nvPr/>
        </p:nvSpPr>
        <p:spPr>
          <a:xfrm>
            <a:off x="5821276" y="3123776"/>
            <a:ext cx="367683" cy="33759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16" name="Flecha: a la derecha 15">
            <a:extLst>
              <a:ext uri="{FF2B5EF4-FFF2-40B4-BE49-F238E27FC236}">
                <a16:creationId xmlns:a16="http://schemas.microsoft.com/office/drawing/2014/main" id="{312B3CB8-9467-FBBE-F8A6-283F5F481B7F}"/>
              </a:ext>
            </a:extLst>
          </p:cNvPr>
          <p:cNvSpPr/>
          <p:nvPr/>
        </p:nvSpPr>
        <p:spPr>
          <a:xfrm>
            <a:off x="8586018" y="3720820"/>
            <a:ext cx="367683" cy="33759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a:p>
        </p:txBody>
      </p:sp>
    </p:spTree>
    <p:extLst>
      <p:ext uri="{BB962C8B-B14F-4D97-AF65-F5344CB8AC3E}">
        <p14:creationId xmlns:p14="http://schemas.microsoft.com/office/powerpoint/2010/main" val="2257171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BO" dirty="0"/>
              <a:t>PROGRAMACION EN EL PLC</a:t>
            </a:r>
            <a:endParaRPr lang="en-US" dirty="0"/>
          </a:p>
        </p:txBody>
      </p:sp>
      <p:sp>
        <p:nvSpPr>
          <p:cNvPr id="3" name="Subtítulo 2"/>
          <p:cNvSpPr>
            <a:spLocks noGrp="1"/>
          </p:cNvSpPr>
          <p:nvPr>
            <p:ph type="subTitle" idx="1"/>
          </p:nvPr>
        </p:nvSpPr>
        <p:spPr/>
        <p:txBody>
          <a:bodyPr/>
          <a:lstStyle/>
          <a:p>
            <a:r>
              <a:rPr lang="es-BO" dirty="0"/>
              <a:t>ETN-1034</a:t>
            </a:r>
            <a:endParaRPr lang="en-US" dirty="0"/>
          </a:p>
        </p:txBody>
      </p:sp>
    </p:spTree>
    <p:extLst>
      <p:ext uri="{BB962C8B-B14F-4D97-AF65-F5344CB8AC3E}">
        <p14:creationId xmlns:p14="http://schemas.microsoft.com/office/powerpoint/2010/main" val="75257094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663337" y="372227"/>
            <a:ext cx="9284480" cy="810025"/>
          </a:xfrm>
        </p:spPr>
        <p:txBody>
          <a:bodyPr>
            <a:normAutofit/>
          </a:bodyPr>
          <a:lstStyle/>
          <a:p>
            <a:pPr algn="ctr"/>
            <a:r>
              <a:rPr lang="es-BO" sz="4000" b="1" dirty="0"/>
              <a:t>Proceso deberá: </a:t>
            </a:r>
            <a:endParaRPr lang="en-US" sz="4000"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909561608"/>
              </p:ext>
            </p:extLst>
          </p:nvPr>
        </p:nvGraphicFramePr>
        <p:xfrm>
          <a:off x="597624" y="1074420"/>
          <a:ext cx="10679976" cy="50063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411978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6111" y="435301"/>
            <a:ext cx="11005958" cy="1400530"/>
          </a:xfrm>
        </p:spPr>
        <p:txBody>
          <a:bodyPr/>
          <a:lstStyle/>
          <a:p>
            <a:pPr algn="ctr"/>
            <a:r>
              <a:rPr lang="es-BO" dirty="0"/>
              <a:t>Proceso de carga y descarga de un tanque </a:t>
            </a:r>
            <a:endParaRPr lang="en-US" dirty="0"/>
          </a:p>
        </p:txBody>
      </p:sp>
      <p:sp>
        <p:nvSpPr>
          <p:cNvPr id="3" name="Marcador de contenido 2"/>
          <p:cNvSpPr>
            <a:spLocks noGrp="1"/>
          </p:cNvSpPr>
          <p:nvPr>
            <p:ph idx="1"/>
          </p:nvPr>
        </p:nvSpPr>
        <p:spPr>
          <a:xfrm>
            <a:off x="5329416" y="3474720"/>
            <a:ext cx="5410699" cy="2590799"/>
          </a:xfrm>
        </p:spPr>
        <p:txBody>
          <a:bodyPr/>
          <a:lstStyle/>
          <a:p>
            <a:r>
              <a:rPr lang="es-BO" b="1" dirty="0">
                <a:solidFill>
                  <a:srgbClr val="FF0000"/>
                </a:solidFill>
              </a:rPr>
              <a:t>I0:3  : </a:t>
            </a:r>
            <a:r>
              <a:rPr lang="es-BO" dirty="0"/>
              <a:t>Proceso de carga y descarga del liquido(inicializa con HL=0[m], el tanque </a:t>
            </a:r>
            <a:r>
              <a:rPr lang="es-BO" dirty="0" err="1"/>
              <a:t>vacio</a:t>
            </a:r>
            <a:r>
              <a:rPr lang="es-BO" dirty="0"/>
              <a:t>)</a:t>
            </a:r>
          </a:p>
          <a:p>
            <a:r>
              <a:rPr lang="es-BO" b="1" dirty="0">
                <a:solidFill>
                  <a:srgbClr val="FF0000"/>
                </a:solidFill>
              </a:rPr>
              <a:t>I0:4  : </a:t>
            </a:r>
            <a:r>
              <a:rPr lang="es-BO" dirty="0"/>
              <a:t>Proceso de carga de liquido ( inicializa HL=X[m],desde cualquier altura del tanque).</a:t>
            </a:r>
            <a:endParaRPr lang="en-US" dirty="0"/>
          </a:p>
        </p:txBody>
      </p:sp>
      <p:pic>
        <p:nvPicPr>
          <p:cNvPr id="4" name="Imagen 3">
            <a:extLst>
              <a:ext uri="{FF2B5EF4-FFF2-40B4-BE49-F238E27FC236}">
                <a16:creationId xmlns:a16="http://schemas.microsoft.com/office/drawing/2014/main" id="{C719B569-2C33-4E6A-BB1F-60BAFB5215C3}"/>
              </a:ext>
            </a:extLst>
          </p:cNvPr>
          <p:cNvPicPr>
            <a:picLocks noChangeAspect="1"/>
          </p:cNvPicPr>
          <p:nvPr/>
        </p:nvPicPr>
        <p:blipFill rotWithShape="1">
          <a:blip r:embed="rId2">
            <a:extLst>
              <a:ext uri="{28A0092B-C50C-407E-A947-70E740481C1C}">
                <a14:useLocalDpi xmlns:a14="http://schemas.microsoft.com/office/drawing/2010/main" val="0"/>
              </a:ext>
            </a:extLst>
          </a:blip>
          <a:srcRect l="36072" t="44546" r="28190" b="46540"/>
          <a:stretch/>
        </p:blipFill>
        <p:spPr>
          <a:xfrm>
            <a:off x="5783890" y="2312855"/>
            <a:ext cx="4501749" cy="841258"/>
          </a:xfrm>
          <a:prstGeom prst="rect">
            <a:avLst/>
          </a:prstGeom>
        </p:spPr>
      </p:pic>
      <p:sp>
        <p:nvSpPr>
          <p:cNvPr id="5" name="Elipse 4">
            <a:extLst>
              <a:ext uri="{FF2B5EF4-FFF2-40B4-BE49-F238E27FC236}">
                <a16:creationId xmlns:a16="http://schemas.microsoft.com/office/drawing/2014/main" id="{1EAFB2E7-328C-427E-92C3-75E5B693F419}"/>
              </a:ext>
            </a:extLst>
          </p:cNvPr>
          <p:cNvSpPr/>
          <p:nvPr/>
        </p:nvSpPr>
        <p:spPr>
          <a:xfrm>
            <a:off x="6423680" y="2312854"/>
            <a:ext cx="432048" cy="536433"/>
          </a:xfrm>
          <a:prstGeom prst="ellipse">
            <a:avLst/>
          </a:prstGeom>
          <a:noFill/>
          <a:ln w="571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s-BO">
              <a:noFill/>
            </a:endParaRPr>
          </a:p>
        </p:txBody>
      </p:sp>
      <p:pic>
        <p:nvPicPr>
          <p:cNvPr id="7" name="Imagen 6">
            <a:extLst>
              <a:ext uri="{FF2B5EF4-FFF2-40B4-BE49-F238E27FC236}">
                <a16:creationId xmlns:a16="http://schemas.microsoft.com/office/drawing/2014/main" id="{F7378903-C66A-7D9B-1217-9A7ADCF8A6D0}"/>
              </a:ext>
            </a:extLst>
          </p:cNvPr>
          <p:cNvPicPr>
            <a:picLocks noChangeAspect="1"/>
          </p:cNvPicPr>
          <p:nvPr/>
        </p:nvPicPr>
        <p:blipFill rotWithShape="1">
          <a:blip r:embed="rId3"/>
          <a:srcRect b="6050"/>
          <a:stretch/>
        </p:blipFill>
        <p:spPr>
          <a:xfrm>
            <a:off x="1103312" y="2052918"/>
            <a:ext cx="3622760" cy="4069208"/>
          </a:xfrm>
          <a:prstGeom prst="rect">
            <a:avLst/>
          </a:prstGeom>
        </p:spPr>
      </p:pic>
      <p:sp>
        <p:nvSpPr>
          <p:cNvPr id="8" name="Rectángulo redondeado 7"/>
          <p:cNvSpPr/>
          <p:nvPr/>
        </p:nvSpPr>
        <p:spPr>
          <a:xfrm>
            <a:off x="8795657" y="1459124"/>
            <a:ext cx="2926080" cy="60089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BO" dirty="0"/>
              <a:t>HL: Altura del liquido</a:t>
            </a:r>
            <a:endParaRPr lang="en-US" dirty="0"/>
          </a:p>
        </p:txBody>
      </p:sp>
      <p:sp>
        <p:nvSpPr>
          <p:cNvPr id="9" name="Elipse 8">
            <a:extLst>
              <a:ext uri="{FF2B5EF4-FFF2-40B4-BE49-F238E27FC236}">
                <a16:creationId xmlns:a16="http://schemas.microsoft.com/office/drawing/2014/main" id="{1EAFB2E7-328C-427E-92C3-75E5B693F419}"/>
              </a:ext>
            </a:extLst>
          </p:cNvPr>
          <p:cNvSpPr/>
          <p:nvPr/>
        </p:nvSpPr>
        <p:spPr>
          <a:xfrm>
            <a:off x="6994092" y="2312855"/>
            <a:ext cx="432048" cy="536433"/>
          </a:xfrm>
          <a:prstGeom prst="ellipse">
            <a:avLst/>
          </a:prstGeom>
          <a:noFill/>
          <a:ln w="5715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s-BO">
              <a:noFill/>
            </a:endParaRPr>
          </a:p>
        </p:txBody>
      </p:sp>
      <p:sp>
        <p:nvSpPr>
          <p:cNvPr id="10" name="Rectángulo 9"/>
          <p:cNvSpPr/>
          <p:nvPr/>
        </p:nvSpPr>
        <p:spPr>
          <a:xfrm rot="16200000">
            <a:off x="-1433775" y="3825912"/>
            <a:ext cx="4016356" cy="523220"/>
          </a:xfrm>
          <a:prstGeom prst="rect">
            <a:avLst/>
          </a:prstGeom>
          <a:noFill/>
          <a:ln>
            <a:noFill/>
          </a:ln>
        </p:spPr>
        <p:style>
          <a:lnRef idx="0">
            <a:scrgbClr r="0" g="0" b="0"/>
          </a:lnRef>
          <a:fillRef idx="0">
            <a:scrgbClr r="0" g="0" b="0"/>
          </a:fillRef>
          <a:effectRef idx="0">
            <a:scrgbClr r="0" g="0" b="0"/>
          </a:effectRef>
          <a:fontRef idx="minor">
            <a:schemeClr val="dk1"/>
          </a:fontRef>
        </p:style>
        <p:txBody>
          <a:bodyPr wrap="none" lIns="91440" tIns="45720" rIns="91440" bIns="45720">
            <a:spAutoFit/>
          </a:bodyPr>
          <a:lstStyle/>
          <a:p>
            <a:pPr algn="ctr"/>
            <a:r>
              <a:rPr lang="es-ES" sz="2800" b="1" dirty="0">
                <a:ln w="0"/>
                <a:solidFill>
                  <a:srgbClr val="0070C0"/>
                </a:solidFill>
                <a:effectLst>
                  <a:outerShdw blurRad="38100" dist="25400" dir="5400000" algn="ctr" rotWithShape="0">
                    <a:srgbClr val="6E747A">
                      <a:alpha val="43000"/>
                    </a:srgbClr>
                  </a:outerShdw>
                </a:effectLst>
              </a:rPr>
              <a:t>Sensor vibratorio de nivel</a:t>
            </a:r>
            <a:endParaRPr lang="es-ES" sz="2800" b="1" cap="none" spc="0" dirty="0">
              <a:ln w="0"/>
              <a:solidFill>
                <a:srgbClr val="0070C0"/>
              </a:solidFill>
              <a:effectLst>
                <a:outerShdw blurRad="38100" dist="25400" dir="5400000" algn="ctr" rotWithShape="0">
                  <a:srgbClr val="6E747A">
                    <a:alpha val="43000"/>
                  </a:srgbClr>
                </a:outerShdw>
              </a:effectLst>
            </a:endParaRPr>
          </a:p>
        </p:txBody>
      </p:sp>
      <p:sp>
        <p:nvSpPr>
          <p:cNvPr id="11" name="Flecha derecha 10"/>
          <p:cNvSpPr/>
          <p:nvPr/>
        </p:nvSpPr>
        <p:spPr>
          <a:xfrm>
            <a:off x="739799" y="2632365"/>
            <a:ext cx="330792" cy="6254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echa derecha 11"/>
          <p:cNvSpPr/>
          <p:nvPr/>
        </p:nvSpPr>
        <p:spPr>
          <a:xfrm>
            <a:off x="772520" y="5231874"/>
            <a:ext cx="330792" cy="6254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ángulo 12"/>
          <p:cNvSpPr/>
          <p:nvPr/>
        </p:nvSpPr>
        <p:spPr>
          <a:xfrm>
            <a:off x="5510714" y="1888615"/>
            <a:ext cx="2966774" cy="400110"/>
          </a:xfrm>
          <a:prstGeom prst="rect">
            <a:avLst/>
          </a:prstGeom>
          <a:noFill/>
        </p:spPr>
        <p:txBody>
          <a:bodyPr wrap="none" lIns="91440" tIns="45720" rIns="91440" bIns="45720">
            <a:spAutoFit/>
          </a:bodyPr>
          <a:lstStyle/>
          <a:p>
            <a:pPr algn="ctr"/>
            <a:r>
              <a:rPr lang="es-ES" sz="2000" b="1" dirty="0">
                <a:ln w="0"/>
                <a:solidFill>
                  <a:srgbClr val="0070C0"/>
                </a:solidFill>
                <a:effectLst>
                  <a:outerShdw blurRad="38100" dist="25400" dir="5400000" algn="ctr" rotWithShape="0">
                    <a:srgbClr val="6E747A">
                      <a:alpha val="43000"/>
                    </a:srgbClr>
                  </a:outerShdw>
                </a:effectLst>
              </a:rPr>
              <a:t>Inicialización del proceso</a:t>
            </a:r>
            <a:endParaRPr lang="es-ES" sz="2000" b="1" cap="none" spc="0" dirty="0">
              <a:ln w="0"/>
              <a:solidFill>
                <a:srgbClr val="0070C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339718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 presetClass="exit" presetSubtype="0" fill="hold" nodeType="withEffect">
                                  <p:stCondLst>
                                    <p:cond delay="0"/>
                                  </p:stCondLst>
                                  <p:childTnLst>
                                    <p:set>
                                      <p:cBhvr>
                                        <p:cTn id="15" dur="1" fill="hold">
                                          <p:stCondLst>
                                            <p:cond delay="0"/>
                                          </p:stCondLst>
                                        </p:cTn>
                                        <p:tgtEl>
                                          <p:spTgt spid="7"/>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965960" y="791688"/>
            <a:ext cx="9105899" cy="828106"/>
          </a:xfrm>
        </p:spPr>
        <p:txBody>
          <a:bodyPr>
            <a:normAutofit fontScale="90000"/>
          </a:bodyPr>
          <a:lstStyle/>
          <a:p>
            <a:pPr algn="ctr"/>
            <a:r>
              <a:rPr lang="en-US" b="1" dirty="0" err="1"/>
              <a:t>Asignación</a:t>
            </a:r>
            <a:r>
              <a:rPr lang="en-US" b="1" dirty="0"/>
              <a:t> de INICIO/APAGADO</a:t>
            </a:r>
          </a:p>
        </p:txBody>
      </p:sp>
      <p:pic>
        <p:nvPicPr>
          <p:cNvPr id="6" name="Marcador de contenido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74295" y="1696985"/>
            <a:ext cx="5876965" cy="4407724"/>
          </a:xfrm>
        </p:spPr>
      </p:pic>
      <p:sp>
        <p:nvSpPr>
          <p:cNvPr id="4" name="Flecha derecha 3"/>
          <p:cNvSpPr/>
          <p:nvPr/>
        </p:nvSpPr>
        <p:spPr>
          <a:xfrm>
            <a:off x="2858124" y="2846613"/>
            <a:ext cx="5333376" cy="15882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p:cNvSpPr/>
          <p:nvPr/>
        </p:nvSpPr>
        <p:spPr>
          <a:xfrm>
            <a:off x="3126940" y="3456061"/>
            <a:ext cx="3565400" cy="461665"/>
          </a:xfrm>
          <a:prstGeom prst="rect">
            <a:avLst/>
          </a:prstGeom>
        </p:spPr>
        <p:txBody>
          <a:bodyPr wrap="none">
            <a:spAutoFit/>
          </a:bodyPr>
          <a:lstStyle/>
          <a:p>
            <a:r>
              <a:rPr lang="en-US" sz="2400" b="1" dirty="0"/>
              <a:t>I0:3 :INICIO/APAGADO</a:t>
            </a:r>
          </a:p>
        </p:txBody>
      </p:sp>
    </p:spTree>
    <p:extLst>
      <p:ext uri="{BB962C8B-B14F-4D97-AF65-F5344CB8AC3E}">
        <p14:creationId xmlns:p14="http://schemas.microsoft.com/office/powerpoint/2010/main" val="3506030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437923" y="759821"/>
            <a:ext cx="9221368" cy="1802462"/>
          </a:xfrm>
        </p:spPr>
        <p:txBody>
          <a:bodyPr>
            <a:noAutofit/>
          </a:bodyPr>
          <a:lstStyle/>
          <a:p>
            <a:pPr marL="0" indent="0" algn="just">
              <a:buNone/>
            </a:pPr>
            <a:r>
              <a:rPr lang="es-ES" sz="2800" dirty="0"/>
              <a:t>El proceso iniciara con el pulsador de </a:t>
            </a:r>
            <a:r>
              <a:rPr lang="es-ES" sz="2800" b="1" dirty="0">
                <a:solidFill>
                  <a:schemeClr val="tx1"/>
                </a:solidFill>
              </a:rPr>
              <a:t>encendido/apagado</a:t>
            </a:r>
            <a:r>
              <a:rPr lang="es-ES" sz="2800" dirty="0"/>
              <a:t> </a:t>
            </a:r>
            <a:r>
              <a:rPr lang="es-ES" sz="2800" b="1" dirty="0"/>
              <a:t>I:0/3</a:t>
            </a:r>
            <a:r>
              <a:rPr lang="es-ES" sz="2800" dirty="0"/>
              <a:t>, este cambia el estado de las electroválvulas (NC) y enciende el variador de frecuencia. Según la señalización de la baliza:</a:t>
            </a:r>
          </a:p>
          <a:p>
            <a:pPr marL="0" indent="0">
              <a:buNone/>
            </a:pPr>
            <a:r>
              <a:rPr lang="es-ES" sz="3200" dirty="0"/>
              <a:t>  </a:t>
            </a:r>
          </a:p>
        </p:txBody>
      </p:sp>
      <p:grpSp>
        <p:nvGrpSpPr>
          <p:cNvPr id="2" name="Grupo 1"/>
          <p:cNvGrpSpPr/>
          <p:nvPr/>
        </p:nvGrpSpPr>
        <p:grpSpPr>
          <a:xfrm>
            <a:off x="1011203" y="2847701"/>
            <a:ext cx="6133939" cy="3146301"/>
            <a:chOff x="2567608" y="1196758"/>
            <a:chExt cx="9253028" cy="5232674"/>
          </a:xfrm>
        </p:grpSpPr>
        <p:pic>
          <p:nvPicPr>
            <p:cNvPr id="4" name="Imagen 3">
              <a:extLst>
                <a:ext uri="{FF2B5EF4-FFF2-40B4-BE49-F238E27FC236}">
                  <a16:creationId xmlns:a16="http://schemas.microsoft.com/office/drawing/2014/main" id="{9DD5A8E0-020A-4941-90DC-BF9A85303909}"/>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harpenSoften amount="15000"/>
                      </a14:imgEffect>
                      <a14:imgEffect>
                        <a14:brightnessContrast bright="23000"/>
                      </a14:imgEffect>
                    </a14:imgLayer>
                  </a14:imgProps>
                </a:ext>
                <a:ext uri="{28A0092B-C50C-407E-A947-70E740481C1C}">
                  <a14:useLocalDpi xmlns:a14="http://schemas.microsoft.com/office/drawing/2010/main" val="0"/>
                </a:ext>
              </a:extLst>
            </a:blip>
            <a:srcRect l="12200" r="15351"/>
            <a:stretch/>
          </p:blipFill>
          <p:spPr>
            <a:xfrm rot="5400000">
              <a:off x="6142385" y="1752221"/>
              <a:ext cx="4968552" cy="3857625"/>
            </a:xfrm>
            <a:prstGeom prst="rect">
              <a:avLst/>
            </a:prstGeom>
          </p:spPr>
        </p:pic>
        <p:pic>
          <p:nvPicPr>
            <p:cNvPr id="5" name="Imagen 4">
              <a:extLst>
                <a:ext uri="{FF2B5EF4-FFF2-40B4-BE49-F238E27FC236}">
                  <a16:creationId xmlns:a16="http://schemas.microsoft.com/office/drawing/2014/main" id="{DC7EFBA9-48FF-464B-B54F-618F5D068E7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18500"/>
            <a:stretch/>
          </p:blipFill>
          <p:spPr>
            <a:xfrm rot="5400000">
              <a:off x="1787473" y="2120906"/>
              <a:ext cx="5088661" cy="3528392"/>
            </a:xfrm>
            <a:prstGeom prst="rect">
              <a:avLst/>
            </a:prstGeom>
          </p:spPr>
        </p:pic>
        <p:grpSp>
          <p:nvGrpSpPr>
            <p:cNvPr id="6" name="Grupo 5">
              <a:extLst>
                <a:ext uri="{FF2B5EF4-FFF2-40B4-BE49-F238E27FC236}">
                  <a16:creationId xmlns:a16="http://schemas.microsoft.com/office/drawing/2014/main" id="{AEC05C48-B306-43DA-2A36-743C1927E14C}"/>
                </a:ext>
              </a:extLst>
            </p:cNvPr>
            <p:cNvGrpSpPr/>
            <p:nvPr/>
          </p:nvGrpSpPr>
          <p:grpSpPr>
            <a:xfrm>
              <a:off x="4314043" y="1718339"/>
              <a:ext cx="7506593" cy="2284056"/>
              <a:chOff x="4314043" y="1718338"/>
              <a:chExt cx="7506593" cy="2284056"/>
            </a:xfrm>
          </p:grpSpPr>
          <p:sp>
            <p:nvSpPr>
              <p:cNvPr id="7" name="CuadroTexto 6">
                <a:extLst>
                  <a:ext uri="{FF2B5EF4-FFF2-40B4-BE49-F238E27FC236}">
                    <a16:creationId xmlns:a16="http://schemas.microsoft.com/office/drawing/2014/main" id="{75F5A407-228C-4244-814C-E62B9C8B877D}"/>
                  </a:ext>
                </a:extLst>
              </p:cNvPr>
              <p:cNvSpPr txBox="1"/>
              <p:nvPr/>
            </p:nvSpPr>
            <p:spPr>
              <a:xfrm>
                <a:off x="9120336" y="1718338"/>
                <a:ext cx="2700300" cy="460683"/>
              </a:xfrm>
              <a:prstGeom prst="rect">
                <a:avLst/>
              </a:prstGeom>
              <a:solidFill>
                <a:srgbClr val="FF0000"/>
              </a:solidFill>
              <a:ln>
                <a:solidFill>
                  <a:schemeClr val="tx1"/>
                </a:solidFill>
              </a:ln>
            </p:spPr>
            <p:txBody>
              <a:bodyPr wrap="square" rtlCol="0">
                <a:spAutoFit/>
              </a:bodyPr>
              <a:lstStyle/>
              <a:p>
                <a:pPr algn="just"/>
                <a:r>
                  <a:rPr lang="es-MX" sz="1200" b="0" i="0" dirty="0">
                    <a:effectLst/>
                  </a:rPr>
                  <a:t>Baliza de color Rojo</a:t>
                </a:r>
              </a:p>
            </p:txBody>
          </p:sp>
          <p:grpSp>
            <p:nvGrpSpPr>
              <p:cNvPr id="8" name="Grupo 7">
                <a:extLst>
                  <a:ext uri="{FF2B5EF4-FFF2-40B4-BE49-F238E27FC236}">
                    <a16:creationId xmlns:a16="http://schemas.microsoft.com/office/drawing/2014/main" id="{D6B8E2D7-BB7D-166A-59B1-29D656B3161C}"/>
                  </a:ext>
                </a:extLst>
              </p:cNvPr>
              <p:cNvGrpSpPr/>
              <p:nvPr/>
            </p:nvGrpSpPr>
            <p:grpSpPr>
              <a:xfrm>
                <a:off x="4314043" y="1844824"/>
                <a:ext cx="3726173" cy="1510160"/>
                <a:chOff x="4314043" y="1844824"/>
                <a:chExt cx="3726173" cy="1510160"/>
              </a:xfrm>
            </p:grpSpPr>
            <p:sp>
              <p:nvSpPr>
                <p:cNvPr id="10" name="Rectángulo 9">
                  <a:extLst>
                    <a:ext uri="{FF2B5EF4-FFF2-40B4-BE49-F238E27FC236}">
                      <a16:creationId xmlns:a16="http://schemas.microsoft.com/office/drawing/2014/main" id="{02513EF6-DC42-4505-B028-55FD5B58187C}"/>
                    </a:ext>
                  </a:extLst>
                </p:cNvPr>
                <p:cNvSpPr/>
                <p:nvPr/>
              </p:nvSpPr>
              <p:spPr>
                <a:xfrm>
                  <a:off x="4314043" y="1844824"/>
                  <a:ext cx="465597" cy="360040"/>
                </a:xfrm>
                <a:prstGeom prst="rect">
                  <a:avLst/>
                </a:prstGeom>
                <a:noFill/>
                <a:ln>
                  <a:solidFill>
                    <a:srgbClr val="FF0000"/>
                  </a:solidFill>
                  <a:prstDash val="dash"/>
                </a:ln>
                <a:effectLst>
                  <a:glow rad="228600">
                    <a:schemeClr val="accent2">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sp>
              <p:nvSpPr>
                <p:cNvPr id="11" name="Rectángulo 10">
                  <a:extLst>
                    <a:ext uri="{FF2B5EF4-FFF2-40B4-BE49-F238E27FC236}">
                      <a16:creationId xmlns:a16="http://schemas.microsoft.com/office/drawing/2014/main" id="{E53F0603-F9B1-457F-B315-48A681C04C96}"/>
                    </a:ext>
                  </a:extLst>
                </p:cNvPr>
                <p:cNvSpPr/>
                <p:nvPr/>
              </p:nvSpPr>
              <p:spPr>
                <a:xfrm>
                  <a:off x="4331803" y="2195488"/>
                  <a:ext cx="465597" cy="360040"/>
                </a:xfrm>
                <a:prstGeom prst="rect">
                  <a:avLst/>
                </a:prstGeom>
                <a:noFill/>
                <a:ln>
                  <a:solidFill>
                    <a:srgbClr val="00B050"/>
                  </a:solidFill>
                  <a:prstDash val="dash"/>
                </a:ln>
                <a:effectLst>
                  <a:glow rad="228600">
                    <a:srgbClr val="00B050">
                      <a:alpha val="40000"/>
                    </a:srgb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s-BO"/>
                </a:p>
              </p:txBody>
            </p:sp>
            <p:cxnSp>
              <p:nvCxnSpPr>
                <p:cNvPr id="12" name="Conector recto de flecha 11">
                  <a:extLst>
                    <a:ext uri="{FF2B5EF4-FFF2-40B4-BE49-F238E27FC236}">
                      <a16:creationId xmlns:a16="http://schemas.microsoft.com/office/drawing/2014/main" id="{4A55F48D-C29D-4E0E-8B6F-BA17168C1510}"/>
                    </a:ext>
                  </a:extLst>
                </p:cNvPr>
                <p:cNvCxnSpPr>
                  <a:cxnSpLocks/>
                  <a:stCxn id="10" idx="3"/>
                </p:cNvCxnSpPr>
                <p:nvPr/>
              </p:nvCxnSpPr>
              <p:spPr>
                <a:xfrm flipV="1">
                  <a:off x="4779640" y="1844824"/>
                  <a:ext cx="3260576" cy="180020"/>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C130411E-3821-4644-8F68-DA4DD19900DE}"/>
                    </a:ext>
                  </a:extLst>
                </p:cNvPr>
                <p:cNvCxnSpPr>
                  <a:cxnSpLocks/>
                </p:cNvCxnSpPr>
                <p:nvPr/>
              </p:nvCxnSpPr>
              <p:spPr>
                <a:xfrm>
                  <a:off x="4815160" y="2404919"/>
                  <a:ext cx="3225056" cy="950065"/>
                </a:xfrm>
                <a:prstGeom prst="straightConnector1">
                  <a:avLst/>
                </a:prstGeom>
                <a:ln w="28575">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9" name="CuadroTexto 8">
                <a:extLst>
                  <a:ext uri="{FF2B5EF4-FFF2-40B4-BE49-F238E27FC236}">
                    <a16:creationId xmlns:a16="http://schemas.microsoft.com/office/drawing/2014/main" id="{032E524C-7ACD-4864-8FEF-DE3D08F7C257}"/>
                  </a:ext>
                </a:extLst>
              </p:cNvPr>
              <p:cNvSpPr txBox="1"/>
              <p:nvPr/>
            </p:nvSpPr>
            <p:spPr>
              <a:xfrm>
                <a:off x="9120336" y="3541712"/>
                <a:ext cx="2700300" cy="460682"/>
              </a:xfrm>
              <a:prstGeom prst="rect">
                <a:avLst/>
              </a:prstGeom>
              <a:solidFill>
                <a:srgbClr val="00B050"/>
              </a:solidFill>
              <a:ln>
                <a:solidFill>
                  <a:schemeClr val="tx1"/>
                </a:solidFill>
              </a:ln>
            </p:spPr>
            <p:txBody>
              <a:bodyPr wrap="square" rtlCol="0">
                <a:spAutoFit/>
              </a:bodyPr>
              <a:lstStyle/>
              <a:p>
                <a:pPr algn="just"/>
                <a:r>
                  <a:rPr lang="es-MX" sz="1200" b="0" i="0" dirty="0">
                    <a:effectLst/>
                  </a:rPr>
                  <a:t>Baliza de color Verde</a:t>
                </a:r>
              </a:p>
            </p:txBody>
          </p:sp>
        </p:grpSp>
      </p:grpSp>
      <p:sp>
        <p:nvSpPr>
          <p:cNvPr id="14" name="Rectángulo 13"/>
          <p:cNvSpPr/>
          <p:nvPr/>
        </p:nvSpPr>
        <p:spPr>
          <a:xfrm>
            <a:off x="7617325" y="2965014"/>
            <a:ext cx="3764777" cy="1569660"/>
          </a:xfrm>
          <a:prstGeom prst="rect">
            <a:avLst/>
          </a:prstGeom>
        </p:spPr>
        <p:txBody>
          <a:bodyPr wrap="square">
            <a:spAutoFit/>
          </a:bodyPr>
          <a:lstStyle/>
          <a:p>
            <a:pPr algn="just"/>
            <a:r>
              <a:rPr lang="es-ES" sz="2400" b="1" dirty="0">
                <a:ln w="12700">
                  <a:solidFill>
                    <a:srgbClr val="00B050"/>
                  </a:solidFill>
                  <a:prstDash val="solid"/>
                </a:ln>
                <a:solidFill>
                  <a:srgbClr val="00B050"/>
                </a:solidFill>
                <a:effectLst>
                  <a:innerShdw blurRad="177800">
                    <a:schemeClr val="accent3">
                      <a:lumMod val="50000"/>
                    </a:schemeClr>
                  </a:innerShdw>
                </a:effectLst>
              </a:rPr>
              <a:t>Baliza verde: </a:t>
            </a:r>
            <a:r>
              <a:rPr lang="es-ES" sz="2400" dirty="0"/>
              <a:t>sistema en operación.</a:t>
            </a:r>
          </a:p>
          <a:p>
            <a:pPr algn="just"/>
            <a:r>
              <a:rPr lang="es-ES" sz="2400" b="1" dirty="0">
                <a:ln w="12700">
                  <a:solidFill>
                    <a:srgbClr val="FF0000"/>
                  </a:solidFill>
                  <a:prstDash val="solid"/>
                </a:ln>
                <a:solidFill>
                  <a:srgbClr val="FF0000"/>
                </a:solidFill>
                <a:effectLst>
                  <a:innerShdw blurRad="177800">
                    <a:schemeClr val="accent3">
                      <a:lumMod val="50000"/>
                    </a:schemeClr>
                  </a:innerShdw>
                </a:effectLst>
              </a:rPr>
              <a:t>Baliza roja: </a:t>
            </a:r>
            <a:r>
              <a:rPr lang="es-ES" sz="2400" dirty="0"/>
              <a:t>sistema en detención.</a:t>
            </a:r>
          </a:p>
        </p:txBody>
      </p:sp>
    </p:spTree>
    <p:extLst>
      <p:ext uri="{BB962C8B-B14F-4D97-AF65-F5344CB8AC3E}">
        <p14:creationId xmlns:p14="http://schemas.microsoft.com/office/powerpoint/2010/main" val="380682609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21049" y="521080"/>
            <a:ext cx="9404723" cy="872081"/>
          </a:xfrm>
        </p:spPr>
        <p:txBody>
          <a:bodyPr/>
          <a:lstStyle/>
          <a:p>
            <a:r>
              <a:rPr lang="es-ES" sz="3600" b="1" dirty="0"/>
              <a:t>Adición de sensores de vibración al PLC.</a:t>
            </a:r>
          </a:p>
        </p:txBody>
      </p:sp>
      <p:sp>
        <p:nvSpPr>
          <p:cNvPr id="3" name="Marcador de contenido 2"/>
          <p:cNvSpPr>
            <a:spLocks noGrp="1"/>
          </p:cNvSpPr>
          <p:nvPr>
            <p:ph idx="1"/>
          </p:nvPr>
        </p:nvSpPr>
        <p:spPr>
          <a:xfrm>
            <a:off x="1121049" y="1267118"/>
            <a:ext cx="10178322" cy="3593591"/>
          </a:xfrm>
        </p:spPr>
        <p:txBody>
          <a:bodyPr>
            <a:noAutofit/>
          </a:bodyPr>
          <a:lstStyle/>
          <a:p>
            <a:pPr marL="0" indent="0">
              <a:buNone/>
            </a:pPr>
            <a:r>
              <a:rPr lang="es-ES" sz="3200" dirty="0"/>
              <a:t>Se adiciono los sensores de vibración al PLC como entradas I:0/0 y I:0/1, el cual funciona con lógica inversa:							</a:t>
            </a:r>
            <a:r>
              <a:rPr lang="es-ES" sz="2600" b="1" dirty="0">
                <a:solidFill>
                  <a:schemeClr val="tx1"/>
                </a:solidFill>
              </a:rPr>
              <a:t>0: </a:t>
            </a:r>
            <a:r>
              <a:rPr lang="es-ES" sz="2600" dirty="0">
                <a:solidFill>
                  <a:schemeClr val="tx1"/>
                </a:solidFill>
              </a:rPr>
              <a:t>Detección de liquido</a:t>
            </a:r>
          </a:p>
          <a:p>
            <a:pPr marL="3657600" lvl="8" indent="0">
              <a:buNone/>
            </a:pPr>
            <a:r>
              <a:rPr lang="es-ES" sz="2600" dirty="0">
                <a:solidFill>
                  <a:schemeClr val="tx1"/>
                </a:solidFill>
              </a:rPr>
              <a:t>	</a:t>
            </a:r>
            <a:r>
              <a:rPr lang="es-ES" sz="2600" b="1" dirty="0">
                <a:solidFill>
                  <a:schemeClr val="tx1"/>
                </a:solidFill>
              </a:rPr>
              <a:t>1: </a:t>
            </a:r>
            <a:r>
              <a:rPr lang="es-ES" sz="2600" dirty="0">
                <a:solidFill>
                  <a:schemeClr val="tx1"/>
                </a:solidFill>
              </a:rPr>
              <a:t>Sin detección</a:t>
            </a:r>
            <a:endParaRPr lang="es-ES" sz="3200" dirty="0">
              <a:solidFill>
                <a:schemeClr val="tx1"/>
              </a:solidFill>
            </a:endParaRPr>
          </a:p>
        </p:txBody>
      </p:sp>
      <p:sp>
        <p:nvSpPr>
          <p:cNvPr id="5" name="Elipse 4"/>
          <p:cNvSpPr/>
          <p:nvPr/>
        </p:nvSpPr>
        <p:spPr>
          <a:xfrm>
            <a:off x="9544594" y="2300835"/>
            <a:ext cx="714103" cy="426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rgbClr val="FF0000"/>
              </a:solidFill>
            </a:endParaRPr>
          </a:p>
        </p:txBody>
      </p:sp>
      <p:sp>
        <p:nvSpPr>
          <p:cNvPr id="6" name="Elipse 5"/>
          <p:cNvSpPr/>
          <p:nvPr/>
        </p:nvSpPr>
        <p:spPr>
          <a:xfrm>
            <a:off x="9544594" y="2850553"/>
            <a:ext cx="714103" cy="42672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a 6"/>
          <p:cNvGraphicFramePr>
            <a:graphicFrameLocks noGrp="1"/>
          </p:cNvGraphicFramePr>
          <p:nvPr>
            <p:extLst>
              <p:ext uri="{D42A27DB-BD31-4B8C-83A1-F6EECF244321}">
                <p14:modId xmlns:p14="http://schemas.microsoft.com/office/powerpoint/2010/main" val="2004505594"/>
              </p:ext>
            </p:extLst>
          </p:nvPr>
        </p:nvGraphicFramePr>
        <p:xfrm>
          <a:off x="1087213" y="3422638"/>
          <a:ext cx="4530812" cy="1854200"/>
        </p:xfrm>
        <a:graphic>
          <a:graphicData uri="http://schemas.openxmlformats.org/drawingml/2006/table">
            <a:tbl>
              <a:tblPr firstRow="1" bandRow="1">
                <a:tableStyleId>{5C22544A-7EE6-4342-B048-85BDC9FD1C3A}</a:tableStyleId>
              </a:tblPr>
              <a:tblGrid>
                <a:gridCol w="655499">
                  <a:extLst>
                    <a:ext uri="{9D8B030D-6E8A-4147-A177-3AD203B41FA5}">
                      <a16:colId xmlns:a16="http://schemas.microsoft.com/office/drawing/2014/main" val="2779476750"/>
                    </a:ext>
                  </a:extLst>
                </a:gridCol>
                <a:gridCol w="670560">
                  <a:extLst>
                    <a:ext uri="{9D8B030D-6E8A-4147-A177-3AD203B41FA5}">
                      <a16:colId xmlns:a16="http://schemas.microsoft.com/office/drawing/2014/main" val="2282401534"/>
                    </a:ext>
                  </a:extLst>
                </a:gridCol>
                <a:gridCol w="844732">
                  <a:extLst>
                    <a:ext uri="{9D8B030D-6E8A-4147-A177-3AD203B41FA5}">
                      <a16:colId xmlns:a16="http://schemas.microsoft.com/office/drawing/2014/main" val="377024258"/>
                    </a:ext>
                  </a:extLst>
                </a:gridCol>
                <a:gridCol w="2360021">
                  <a:extLst>
                    <a:ext uri="{9D8B030D-6E8A-4147-A177-3AD203B41FA5}">
                      <a16:colId xmlns:a16="http://schemas.microsoft.com/office/drawing/2014/main" val="2636819013"/>
                    </a:ext>
                  </a:extLst>
                </a:gridCol>
              </a:tblGrid>
              <a:tr h="370840">
                <a:tc>
                  <a:txBody>
                    <a:bodyPr/>
                    <a:lstStyle/>
                    <a:p>
                      <a:pPr algn="ctr"/>
                      <a:r>
                        <a:rPr lang="es-BO" dirty="0"/>
                        <a:t>SW1</a:t>
                      </a:r>
                      <a:endParaRPr lang="en-US" dirty="0"/>
                    </a:p>
                  </a:txBody>
                  <a:tcPr>
                    <a:solidFill>
                      <a:srgbClr val="C00000"/>
                    </a:solidFill>
                  </a:tcPr>
                </a:tc>
                <a:tc>
                  <a:txBody>
                    <a:bodyPr/>
                    <a:lstStyle/>
                    <a:p>
                      <a:pPr algn="ctr"/>
                      <a:r>
                        <a:rPr lang="es-BO" dirty="0"/>
                        <a:t>SW2</a:t>
                      </a:r>
                      <a:endParaRPr lang="en-US" dirty="0"/>
                    </a:p>
                  </a:txBody>
                  <a:tcPr>
                    <a:solidFill>
                      <a:srgbClr val="C00000"/>
                    </a:solidFill>
                  </a:tcPr>
                </a:tc>
                <a:tc>
                  <a:txBody>
                    <a:bodyPr/>
                    <a:lstStyle/>
                    <a:p>
                      <a:pPr algn="ctr"/>
                      <a:r>
                        <a:rPr lang="es-BO" dirty="0"/>
                        <a:t>VF</a:t>
                      </a:r>
                      <a:endParaRPr lang="en-US" dirty="0"/>
                    </a:p>
                  </a:txBody>
                  <a:tcPr>
                    <a:solidFill>
                      <a:srgbClr val="C00000"/>
                    </a:solidFill>
                  </a:tcPr>
                </a:tc>
                <a:tc>
                  <a:txBody>
                    <a:bodyPr/>
                    <a:lstStyle/>
                    <a:p>
                      <a:pPr algn="ctr"/>
                      <a:r>
                        <a:rPr lang="es-BO" dirty="0"/>
                        <a:t>FUNCION</a:t>
                      </a:r>
                      <a:endParaRPr lang="en-US" dirty="0"/>
                    </a:p>
                  </a:txBody>
                  <a:tcPr>
                    <a:solidFill>
                      <a:srgbClr val="C00000"/>
                    </a:solidFill>
                  </a:tcPr>
                </a:tc>
                <a:extLst>
                  <a:ext uri="{0D108BD9-81ED-4DB2-BD59-A6C34878D82A}">
                    <a16:rowId xmlns:a16="http://schemas.microsoft.com/office/drawing/2014/main" val="2566618493"/>
                  </a:ext>
                </a:extLst>
              </a:tr>
              <a:tr h="370840">
                <a:tc>
                  <a:txBody>
                    <a:bodyPr/>
                    <a:lstStyle/>
                    <a:p>
                      <a:pPr algn="ctr"/>
                      <a:r>
                        <a:rPr lang="es-BO" dirty="0"/>
                        <a:t>0</a:t>
                      </a:r>
                      <a:endParaRPr lang="en-US" dirty="0"/>
                    </a:p>
                  </a:txBody>
                  <a:tcPr/>
                </a:tc>
                <a:tc>
                  <a:txBody>
                    <a:bodyPr/>
                    <a:lstStyle/>
                    <a:p>
                      <a:pPr algn="ctr"/>
                      <a:r>
                        <a:rPr lang="es-BO" dirty="0"/>
                        <a:t>0</a:t>
                      </a:r>
                      <a:endParaRPr lang="en-US" dirty="0"/>
                    </a:p>
                  </a:txBody>
                  <a:tcPr/>
                </a:tc>
                <a:tc>
                  <a:txBody>
                    <a:bodyPr/>
                    <a:lstStyle/>
                    <a:p>
                      <a:pPr algn="ctr"/>
                      <a:r>
                        <a:rPr lang="es-BO" dirty="0"/>
                        <a:t>1</a:t>
                      </a:r>
                      <a:endParaRPr lang="en-US" dirty="0"/>
                    </a:p>
                  </a:txBody>
                  <a:tcPr/>
                </a:tc>
                <a:tc>
                  <a:txBody>
                    <a:bodyPr/>
                    <a:lstStyle/>
                    <a:p>
                      <a:pPr algn="ctr"/>
                      <a:r>
                        <a:rPr lang="es-BO" b="1" dirty="0"/>
                        <a:t>Encendido</a:t>
                      </a:r>
                      <a:endParaRPr lang="en-US" b="1" dirty="0"/>
                    </a:p>
                  </a:txBody>
                  <a:tcPr/>
                </a:tc>
                <a:extLst>
                  <a:ext uri="{0D108BD9-81ED-4DB2-BD59-A6C34878D82A}">
                    <a16:rowId xmlns:a16="http://schemas.microsoft.com/office/drawing/2014/main" val="4141405701"/>
                  </a:ext>
                </a:extLst>
              </a:tr>
              <a:tr h="370840">
                <a:tc>
                  <a:txBody>
                    <a:bodyPr/>
                    <a:lstStyle/>
                    <a:p>
                      <a:pPr algn="ctr"/>
                      <a:r>
                        <a:rPr lang="es-BO" dirty="0"/>
                        <a:t>0</a:t>
                      </a:r>
                      <a:endParaRPr lang="en-US" dirty="0"/>
                    </a:p>
                  </a:txBody>
                  <a:tcPr/>
                </a:tc>
                <a:tc>
                  <a:txBody>
                    <a:bodyPr/>
                    <a:lstStyle/>
                    <a:p>
                      <a:pPr algn="ctr"/>
                      <a:r>
                        <a:rPr lang="es-BO" dirty="0"/>
                        <a:t>1</a:t>
                      </a:r>
                      <a:endParaRPr lang="en-US" dirty="0"/>
                    </a:p>
                  </a:txBody>
                  <a:tcPr/>
                </a:tc>
                <a:tc>
                  <a:txBody>
                    <a:bodyPr/>
                    <a:lstStyle/>
                    <a:p>
                      <a:pPr algn="ctr"/>
                      <a:r>
                        <a:rPr lang="es-BO" dirty="0"/>
                        <a:t>1</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BO" sz="1800" b="0" i="0" u="none" strike="noStrike" kern="1200" cap="none" spc="0" normalizeH="0" baseline="0" noProof="0" dirty="0">
                          <a:ln>
                            <a:noFill/>
                          </a:ln>
                          <a:solidFill>
                            <a:prstClr val="black"/>
                          </a:solidFill>
                          <a:effectLst/>
                          <a:uLnTx/>
                          <a:uFillTx/>
                          <a:latin typeface="Gill Sans MT" panose="020B0502020104020203"/>
                          <a:ea typeface="+mn-ea"/>
                          <a:cs typeface="+mn-cs"/>
                        </a:rPr>
                        <a:t>Encendido </a:t>
                      </a:r>
                      <a:endParaRPr kumimoji="0" lang="en-US"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extLst>
                  <a:ext uri="{0D108BD9-81ED-4DB2-BD59-A6C34878D82A}">
                    <a16:rowId xmlns:a16="http://schemas.microsoft.com/office/drawing/2014/main" val="3684140306"/>
                  </a:ext>
                </a:extLst>
              </a:tr>
              <a:tr h="370840">
                <a:tc>
                  <a:txBody>
                    <a:bodyPr/>
                    <a:lstStyle/>
                    <a:p>
                      <a:pPr algn="ctr"/>
                      <a:r>
                        <a:rPr lang="es-BO" dirty="0"/>
                        <a:t>1</a:t>
                      </a:r>
                      <a:endParaRPr lang="en-US" dirty="0"/>
                    </a:p>
                  </a:txBody>
                  <a:tcPr/>
                </a:tc>
                <a:tc>
                  <a:txBody>
                    <a:bodyPr/>
                    <a:lstStyle/>
                    <a:p>
                      <a:pPr algn="ctr"/>
                      <a:r>
                        <a:rPr lang="es-BO" dirty="0"/>
                        <a:t>0</a:t>
                      </a:r>
                      <a:endParaRPr lang="en-US" dirty="0"/>
                    </a:p>
                  </a:txBody>
                  <a:tcPr/>
                </a:tc>
                <a:tc>
                  <a:txBody>
                    <a:bodyPr/>
                    <a:lstStyle/>
                    <a:p>
                      <a:pPr algn="ctr"/>
                      <a:r>
                        <a:rPr lang="es-BO" dirty="0"/>
                        <a:t>1</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BO" sz="1800" b="0" i="0" u="none" strike="noStrike" kern="1200" cap="none" spc="0" normalizeH="0" baseline="0" noProof="0" dirty="0">
                          <a:ln>
                            <a:noFill/>
                          </a:ln>
                          <a:solidFill>
                            <a:prstClr val="black"/>
                          </a:solidFill>
                          <a:effectLst/>
                          <a:uLnTx/>
                          <a:uFillTx/>
                          <a:latin typeface="Gill Sans MT" panose="020B0502020104020203"/>
                          <a:ea typeface="+mn-ea"/>
                          <a:cs typeface="+mn-cs"/>
                        </a:rPr>
                        <a:t>Encendido </a:t>
                      </a:r>
                      <a:endParaRPr kumimoji="0" lang="en-US"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extLst>
                  <a:ext uri="{0D108BD9-81ED-4DB2-BD59-A6C34878D82A}">
                    <a16:rowId xmlns:a16="http://schemas.microsoft.com/office/drawing/2014/main" val="2125979503"/>
                  </a:ext>
                </a:extLst>
              </a:tr>
              <a:tr h="370840">
                <a:tc>
                  <a:txBody>
                    <a:bodyPr/>
                    <a:lstStyle/>
                    <a:p>
                      <a:pPr algn="ctr"/>
                      <a:r>
                        <a:rPr lang="es-BO" dirty="0"/>
                        <a:t>1</a:t>
                      </a:r>
                      <a:endParaRPr lang="en-US" dirty="0"/>
                    </a:p>
                  </a:txBody>
                  <a:tcPr/>
                </a:tc>
                <a:tc>
                  <a:txBody>
                    <a:bodyPr/>
                    <a:lstStyle/>
                    <a:p>
                      <a:pPr algn="ctr"/>
                      <a:r>
                        <a:rPr lang="es-BO" dirty="0"/>
                        <a:t>1</a:t>
                      </a:r>
                      <a:endParaRPr lang="en-US" dirty="0"/>
                    </a:p>
                  </a:txBody>
                  <a:tcPr/>
                </a:tc>
                <a:tc>
                  <a:txBody>
                    <a:bodyPr/>
                    <a:lstStyle/>
                    <a:p>
                      <a:pPr algn="ctr"/>
                      <a:r>
                        <a:rPr lang="es-BO" dirty="0"/>
                        <a:t>0</a:t>
                      </a:r>
                      <a:endParaRPr lang="en-US" dirty="0"/>
                    </a:p>
                  </a:txBody>
                  <a:tcPr/>
                </a:tc>
                <a:tc>
                  <a:txBody>
                    <a:bodyPr/>
                    <a:lstStyle/>
                    <a:p>
                      <a:pPr algn="ctr"/>
                      <a:r>
                        <a:rPr lang="es-BO" dirty="0"/>
                        <a:t>Apagado</a:t>
                      </a:r>
                      <a:r>
                        <a:rPr lang="es-BO" baseline="0" dirty="0"/>
                        <a:t> </a:t>
                      </a:r>
                      <a:endParaRPr lang="en-US" dirty="0"/>
                    </a:p>
                  </a:txBody>
                  <a:tcPr/>
                </a:tc>
                <a:extLst>
                  <a:ext uri="{0D108BD9-81ED-4DB2-BD59-A6C34878D82A}">
                    <a16:rowId xmlns:a16="http://schemas.microsoft.com/office/drawing/2014/main" val="695995138"/>
                  </a:ext>
                </a:extLst>
              </a:tr>
            </a:tbl>
          </a:graphicData>
        </a:graphic>
      </p:graphicFrame>
      <p:sp>
        <p:nvSpPr>
          <p:cNvPr id="9" name="Cerrar llave 8"/>
          <p:cNvSpPr/>
          <p:nvPr/>
        </p:nvSpPr>
        <p:spPr>
          <a:xfrm>
            <a:off x="5748974" y="3425663"/>
            <a:ext cx="687977" cy="1731080"/>
          </a:xfrm>
          <a:prstGeom prst="rightBrace">
            <a:avLst/>
          </a:prstGeom>
          <a:noFill/>
          <a:ln w="38100">
            <a:solidFill>
              <a:srgbClr val="C00000"/>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10" name="Nube 9"/>
          <p:cNvSpPr/>
          <p:nvPr/>
        </p:nvSpPr>
        <p:spPr>
          <a:xfrm>
            <a:off x="6094909" y="5452777"/>
            <a:ext cx="2917371" cy="924148"/>
          </a:xfrm>
          <a:prstGeom prst="cloud">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b="1" dirty="0">
                <a:solidFill>
                  <a:schemeClr val="bg1"/>
                </a:solidFill>
              </a:rPr>
              <a:t>USO DE LATCH</a:t>
            </a:r>
            <a:endParaRPr lang="en-US" b="1" dirty="0">
              <a:solidFill>
                <a:schemeClr val="bg1"/>
              </a:solidFill>
            </a:endParaRPr>
          </a:p>
        </p:txBody>
      </p:sp>
      <p:sp>
        <p:nvSpPr>
          <p:cNvPr id="4" name="Flecha derecha 3"/>
          <p:cNvSpPr/>
          <p:nvPr/>
        </p:nvSpPr>
        <p:spPr>
          <a:xfrm>
            <a:off x="4200706" y="2391284"/>
            <a:ext cx="1349829" cy="701469"/>
          </a:xfrm>
          <a:prstGeom prst="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dirty="0"/>
              <a:t>SWX</a:t>
            </a:r>
            <a:endParaRPr lang="en-US" dirty="0"/>
          </a:p>
        </p:txBody>
      </p:sp>
      <p:sp>
        <p:nvSpPr>
          <p:cNvPr id="8" name="Rectángulo redondeado 7"/>
          <p:cNvSpPr/>
          <p:nvPr/>
        </p:nvSpPr>
        <p:spPr>
          <a:xfrm>
            <a:off x="6345280" y="4549276"/>
            <a:ext cx="5334000" cy="467834"/>
          </a:xfrm>
          <a:prstGeom prst="round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dirty="0"/>
              <a:t>SI SW2 DETECTA EL LIQUIDO: APAGA KW1 Y KW2,VF.</a:t>
            </a:r>
            <a:endParaRPr lang="en-US" dirty="0"/>
          </a:p>
        </p:txBody>
      </p:sp>
      <p:sp>
        <p:nvSpPr>
          <p:cNvPr id="11" name="Rectángulo redondeado 10"/>
          <p:cNvSpPr/>
          <p:nvPr/>
        </p:nvSpPr>
        <p:spPr>
          <a:xfrm>
            <a:off x="6346638" y="3580728"/>
            <a:ext cx="5334000" cy="467834"/>
          </a:xfrm>
          <a:prstGeom prst="round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dirty="0"/>
              <a:t>SI SW1 DETECTA EL LIQUIDO: ENCIENDE KW1 Y KW2,VF.</a:t>
            </a:r>
            <a:endParaRPr lang="en-US" dirty="0"/>
          </a:p>
        </p:txBody>
      </p:sp>
    </p:spTree>
    <p:extLst>
      <p:ext uri="{BB962C8B-B14F-4D97-AF65-F5344CB8AC3E}">
        <p14:creationId xmlns:p14="http://schemas.microsoft.com/office/powerpoint/2010/main" val="356374753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49234" y="829985"/>
            <a:ext cx="10515600" cy="1325563"/>
          </a:xfrm>
        </p:spPr>
        <p:txBody>
          <a:bodyPr>
            <a:normAutofit fontScale="90000"/>
          </a:bodyPr>
          <a:lstStyle/>
          <a:p>
            <a:r>
              <a:rPr lang="es-ES" b="1" dirty="0"/>
              <a:t>Designación de entradas y salidas del PLC </a:t>
            </a:r>
            <a:br>
              <a:rPr lang="es-ES" dirty="0"/>
            </a:br>
            <a:endParaRPr lang="en-US" dirty="0"/>
          </a:p>
        </p:txBody>
      </p:sp>
      <p:graphicFrame>
        <p:nvGraphicFramePr>
          <p:cNvPr id="4" name="Tabla 3"/>
          <p:cNvGraphicFramePr>
            <a:graphicFrameLocks noGrp="1"/>
          </p:cNvGraphicFramePr>
          <p:nvPr>
            <p:extLst>
              <p:ext uri="{D42A27DB-BD31-4B8C-83A1-F6EECF244321}">
                <p14:modId xmlns:p14="http://schemas.microsoft.com/office/powerpoint/2010/main" val="1161769741"/>
              </p:ext>
            </p:extLst>
          </p:nvPr>
        </p:nvGraphicFramePr>
        <p:xfrm>
          <a:off x="1883954" y="1645920"/>
          <a:ext cx="8127999" cy="3566160"/>
        </p:xfrm>
        <a:graphic>
          <a:graphicData uri="http://schemas.openxmlformats.org/drawingml/2006/table">
            <a:tbl>
              <a:tblPr firstRow="1" bandRow="1">
                <a:tableStyleId>{21E4AEA4-8DFA-4A89-87EB-49C32662AFE0}</a:tableStyleId>
              </a:tblPr>
              <a:tblGrid>
                <a:gridCol w="676366">
                  <a:extLst>
                    <a:ext uri="{9D8B030D-6E8A-4147-A177-3AD203B41FA5}">
                      <a16:colId xmlns:a16="http://schemas.microsoft.com/office/drawing/2014/main" val="3152834109"/>
                    </a:ext>
                  </a:extLst>
                </a:gridCol>
                <a:gridCol w="2534194">
                  <a:extLst>
                    <a:ext uri="{9D8B030D-6E8A-4147-A177-3AD203B41FA5}">
                      <a16:colId xmlns:a16="http://schemas.microsoft.com/office/drawing/2014/main" val="207252360"/>
                    </a:ext>
                  </a:extLst>
                </a:gridCol>
                <a:gridCol w="4917439">
                  <a:extLst>
                    <a:ext uri="{9D8B030D-6E8A-4147-A177-3AD203B41FA5}">
                      <a16:colId xmlns:a16="http://schemas.microsoft.com/office/drawing/2014/main" val="3090050685"/>
                    </a:ext>
                  </a:extLst>
                </a:gridCol>
              </a:tblGrid>
              <a:tr h="370840">
                <a:tc>
                  <a:txBody>
                    <a:bodyPr/>
                    <a:lstStyle/>
                    <a:p>
                      <a:pPr algn="l"/>
                      <a:r>
                        <a:rPr lang="es-BO" sz="2000" dirty="0"/>
                        <a:t>N°</a:t>
                      </a:r>
                      <a:endParaRPr lang="en-US" sz="2000" dirty="0"/>
                    </a:p>
                  </a:txBody>
                  <a:tcPr>
                    <a:solidFill>
                      <a:srgbClr val="C00000"/>
                    </a:solidFill>
                  </a:tcPr>
                </a:tc>
                <a:tc>
                  <a:txBody>
                    <a:bodyPr/>
                    <a:lstStyle/>
                    <a:p>
                      <a:pPr algn="l"/>
                      <a:r>
                        <a:rPr lang="es-BO" sz="2000" dirty="0"/>
                        <a:t>Entradas o salidas </a:t>
                      </a:r>
                      <a:endParaRPr lang="en-US" sz="2000" dirty="0"/>
                    </a:p>
                  </a:txBody>
                  <a:tcPr>
                    <a:solidFill>
                      <a:srgbClr val="C00000"/>
                    </a:solidFill>
                  </a:tcPr>
                </a:tc>
                <a:tc>
                  <a:txBody>
                    <a:bodyPr/>
                    <a:lstStyle/>
                    <a:p>
                      <a:pPr algn="l"/>
                      <a:r>
                        <a:rPr lang="es-BO" sz="2000" dirty="0"/>
                        <a:t>Nombre </a:t>
                      </a:r>
                      <a:endParaRPr lang="en-US" sz="2000" dirty="0"/>
                    </a:p>
                  </a:txBody>
                  <a:tcPr>
                    <a:solidFill>
                      <a:srgbClr val="C00000"/>
                    </a:solidFill>
                  </a:tcPr>
                </a:tc>
                <a:extLst>
                  <a:ext uri="{0D108BD9-81ED-4DB2-BD59-A6C34878D82A}">
                    <a16:rowId xmlns:a16="http://schemas.microsoft.com/office/drawing/2014/main" val="2122996489"/>
                  </a:ext>
                </a:extLst>
              </a:tr>
              <a:tr h="370840">
                <a:tc>
                  <a:txBody>
                    <a:bodyPr/>
                    <a:lstStyle/>
                    <a:p>
                      <a:pPr algn="l"/>
                      <a:r>
                        <a:rPr lang="es-BO" sz="2000" dirty="0"/>
                        <a:t>1</a:t>
                      </a:r>
                      <a:endParaRPr lang="en-US" sz="2000" dirty="0"/>
                    </a:p>
                  </a:txBody>
                  <a:tcPr/>
                </a:tc>
                <a:tc>
                  <a:txBody>
                    <a:bodyPr/>
                    <a:lstStyle/>
                    <a:p>
                      <a:pPr algn="l"/>
                      <a:r>
                        <a:rPr lang="es-BO" sz="2000" dirty="0"/>
                        <a:t>I:0/0</a:t>
                      </a:r>
                      <a:endParaRPr lang="en-US" sz="2000" dirty="0"/>
                    </a:p>
                  </a:txBody>
                  <a:tcPr/>
                </a:tc>
                <a:tc>
                  <a:txBody>
                    <a:bodyPr/>
                    <a:lstStyle/>
                    <a:p>
                      <a:pPr algn="l"/>
                      <a:r>
                        <a:rPr lang="es-BO" sz="2000" dirty="0"/>
                        <a:t>SENSOR VIBRATORIO</a:t>
                      </a:r>
                      <a:r>
                        <a:rPr lang="es-BO" sz="2000" baseline="0" dirty="0"/>
                        <a:t> SUPERIOR</a:t>
                      </a:r>
                      <a:endParaRPr lang="en-US" sz="2000" dirty="0"/>
                    </a:p>
                  </a:txBody>
                  <a:tcPr/>
                </a:tc>
                <a:extLst>
                  <a:ext uri="{0D108BD9-81ED-4DB2-BD59-A6C34878D82A}">
                    <a16:rowId xmlns:a16="http://schemas.microsoft.com/office/drawing/2014/main" val="1492379263"/>
                  </a:ext>
                </a:extLst>
              </a:tr>
              <a:tr h="370840">
                <a:tc>
                  <a:txBody>
                    <a:bodyPr/>
                    <a:lstStyle/>
                    <a:p>
                      <a:pPr algn="l"/>
                      <a:r>
                        <a:rPr lang="es-BO" sz="2000" dirty="0"/>
                        <a:t>2</a:t>
                      </a:r>
                      <a:endParaRPr lang="en-US"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BO" sz="2000" u="none" strike="noStrike" kern="1200" cap="none" spc="0" normalizeH="0" baseline="0" noProof="0" dirty="0">
                          <a:ln>
                            <a:noFill/>
                          </a:ln>
                          <a:effectLst/>
                          <a:uLnTx/>
                          <a:uFillTx/>
                        </a:rPr>
                        <a:t>I:0/1</a:t>
                      </a:r>
                      <a:endParaRPr kumimoji="0" lang="en-US" sz="20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pPr algn="l"/>
                      <a:r>
                        <a:rPr lang="es-BO" sz="2000" dirty="0"/>
                        <a:t>SENSOR VIBRATORIO INFERIOR</a:t>
                      </a:r>
                      <a:endParaRPr lang="en-US" sz="2000" dirty="0"/>
                    </a:p>
                  </a:txBody>
                  <a:tcPr/>
                </a:tc>
                <a:extLst>
                  <a:ext uri="{0D108BD9-81ED-4DB2-BD59-A6C34878D82A}">
                    <a16:rowId xmlns:a16="http://schemas.microsoft.com/office/drawing/2014/main" val="150809332"/>
                  </a:ext>
                </a:extLst>
              </a:tr>
              <a:tr h="370840">
                <a:tc>
                  <a:txBody>
                    <a:bodyPr/>
                    <a:lstStyle/>
                    <a:p>
                      <a:pPr algn="l"/>
                      <a:r>
                        <a:rPr lang="es-BO" sz="2000" dirty="0"/>
                        <a:t>3</a:t>
                      </a:r>
                      <a:endParaRPr lang="en-US"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BO" sz="2000" u="none" strike="noStrike" kern="1200" cap="none" spc="0" normalizeH="0" baseline="0" noProof="0" dirty="0">
                          <a:ln>
                            <a:noFill/>
                          </a:ln>
                          <a:effectLst/>
                          <a:uLnTx/>
                          <a:uFillTx/>
                        </a:rPr>
                        <a:t>I:0/3</a:t>
                      </a:r>
                      <a:endParaRPr kumimoji="0" lang="en-US" sz="20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pPr algn="l"/>
                      <a:r>
                        <a:rPr lang="es-BO" sz="2000" dirty="0"/>
                        <a:t>PULSADOR DE INICIO/</a:t>
                      </a:r>
                      <a:r>
                        <a:rPr lang="es-BO" sz="2000" baseline="0" dirty="0"/>
                        <a:t> APAGADO</a:t>
                      </a:r>
                      <a:endParaRPr lang="en-US" sz="2000" dirty="0"/>
                    </a:p>
                  </a:txBody>
                  <a:tcPr/>
                </a:tc>
                <a:extLst>
                  <a:ext uri="{0D108BD9-81ED-4DB2-BD59-A6C34878D82A}">
                    <a16:rowId xmlns:a16="http://schemas.microsoft.com/office/drawing/2014/main" val="2381008320"/>
                  </a:ext>
                </a:extLst>
              </a:tr>
              <a:tr h="370840">
                <a:tc>
                  <a:txBody>
                    <a:bodyPr/>
                    <a:lstStyle/>
                    <a:p>
                      <a:pPr algn="l"/>
                      <a:r>
                        <a:rPr lang="es-BO" sz="2000" dirty="0"/>
                        <a:t>4</a:t>
                      </a:r>
                      <a:endParaRPr lang="en-US"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BO" sz="2000" u="none" strike="noStrike" kern="1200" cap="none" spc="0" normalizeH="0" baseline="0" noProof="0" dirty="0">
                          <a:ln>
                            <a:noFill/>
                          </a:ln>
                          <a:effectLst/>
                          <a:uLnTx/>
                          <a:uFillTx/>
                        </a:rPr>
                        <a:t>O:0/0</a:t>
                      </a:r>
                      <a:endParaRPr kumimoji="0" lang="en-US" sz="20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pPr algn="l"/>
                      <a:r>
                        <a:rPr lang="es-BO" sz="2000" kern="1200" dirty="0">
                          <a:effectLst/>
                        </a:rPr>
                        <a:t>ELECTROVÁLVULA</a:t>
                      </a:r>
                      <a:r>
                        <a:rPr lang="es-BO" sz="2000" dirty="0"/>
                        <a:t> DERECHA</a:t>
                      </a:r>
                      <a:endParaRPr lang="en-US" sz="2000" dirty="0"/>
                    </a:p>
                  </a:txBody>
                  <a:tcPr/>
                </a:tc>
                <a:extLst>
                  <a:ext uri="{0D108BD9-81ED-4DB2-BD59-A6C34878D82A}">
                    <a16:rowId xmlns:a16="http://schemas.microsoft.com/office/drawing/2014/main" val="1234939479"/>
                  </a:ext>
                </a:extLst>
              </a:tr>
              <a:tr h="370840">
                <a:tc>
                  <a:txBody>
                    <a:bodyPr/>
                    <a:lstStyle/>
                    <a:p>
                      <a:pPr algn="l"/>
                      <a:r>
                        <a:rPr lang="es-BO" sz="2000" dirty="0"/>
                        <a:t>5</a:t>
                      </a:r>
                      <a:endParaRPr lang="en-US"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BO" sz="2000" u="none" strike="noStrike" kern="1200" cap="none" spc="0" normalizeH="0" baseline="0" noProof="0" dirty="0">
                          <a:ln>
                            <a:noFill/>
                          </a:ln>
                          <a:effectLst/>
                          <a:uLnTx/>
                          <a:uFillTx/>
                        </a:rPr>
                        <a:t>O:0/1</a:t>
                      </a:r>
                      <a:endParaRPr kumimoji="0" lang="en-US" sz="20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pPr algn="l"/>
                      <a:r>
                        <a:rPr lang="es-BO" sz="2000" kern="1200" dirty="0">
                          <a:effectLst/>
                        </a:rPr>
                        <a:t>ELECTROVÁLVULA</a:t>
                      </a:r>
                      <a:r>
                        <a:rPr lang="es-BO" sz="2000" dirty="0"/>
                        <a:t> IZQUIERDA</a:t>
                      </a:r>
                      <a:endParaRPr lang="en-US" sz="2000" dirty="0"/>
                    </a:p>
                  </a:txBody>
                  <a:tcPr/>
                </a:tc>
                <a:extLst>
                  <a:ext uri="{0D108BD9-81ED-4DB2-BD59-A6C34878D82A}">
                    <a16:rowId xmlns:a16="http://schemas.microsoft.com/office/drawing/2014/main" val="1857199608"/>
                  </a:ext>
                </a:extLst>
              </a:tr>
              <a:tr h="370840">
                <a:tc>
                  <a:txBody>
                    <a:bodyPr/>
                    <a:lstStyle/>
                    <a:p>
                      <a:pPr algn="l"/>
                      <a:r>
                        <a:rPr lang="en-US" sz="2000"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BO" sz="2000" u="none" strike="noStrike" kern="1200" cap="none" spc="0" normalizeH="0" baseline="0" noProof="0" dirty="0">
                          <a:ln>
                            <a:noFill/>
                          </a:ln>
                          <a:effectLst/>
                          <a:uLnTx/>
                          <a:uFillTx/>
                        </a:rPr>
                        <a:t>O:0/3</a:t>
                      </a:r>
                      <a:endParaRPr kumimoji="0" lang="en-US" sz="20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pPr algn="l"/>
                      <a:r>
                        <a:rPr lang="es-BO" sz="2000" dirty="0"/>
                        <a:t>BALIZA  ROJ</a:t>
                      </a:r>
                      <a:r>
                        <a:rPr lang="en-US" sz="2000" dirty="0"/>
                        <a:t>A</a:t>
                      </a:r>
                    </a:p>
                  </a:txBody>
                  <a:tcPr/>
                </a:tc>
                <a:extLst>
                  <a:ext uri="{0D108BD9-81ED-4DB2-BD59-A6C34878D82A}">
                    <a16:rowId xmlns:a16="http://schemas.microsoft.com/office/drawing/2014/main" val="3505671117"/>
                  </a:ext>
                </a:extLst>
              </a:tr>
              <a:tr h="370840">
                <a:tc>
                  <a:txBody>
                    <a:bodyPr/>
                    <a:lstStyle/>
                    <a:p>
                      <a:pPr algn="l"/>
                      <a:r>
                        <a:rPr lang="es-BO" sz="2000" dirty="0"/>
                        <a:t>7</a:t>
                      </a:r>
                      <a:endParaRPr lang="en-US"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BO" sz="2000" u="none" strike="noStrike" kern="1200" cap="none" spc="0" normalizeH="0" baseline="0" noProof="0" dirty="0">
                          <a:ln>
                            <a:noFill/>
                          </a:ln>
                          <a:effectLst/>
                          <a:uLnTx/>
                          <a:uFillTx/>
                        </a:rPr>
                        <a:t>O:0/</a:t>
                      </a:r>
                      <a:r>
                        <a:rPr kumimoji="0" lang="en-US" sz="2000" u="none" strike="noStrike" kern="1200" cap="none" spc="0" normalizeH="0" baseline="0" noProof="0" dirty="0">
                          <a:ln>
                            <a:noFill/>
                          </a:ln>
                          <a:effectLst/>
                          <a:uLnTx/>
                          <a:uFillTx/>
                        </a:rPr>
                        <a:t>4</a:t>
                      </a:r>
                      <a:endParaRPr kumimoji="0" lang="es-BO" sz="20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pPr algn="l"/>
                      <a:r>
                        <a:rPr lang="es-BO" sz="2000" dirty="0"/>
                        <a:t>BALIZA VERDE</a:t>
                      </a:r>
                      <a:endParaRPr lang="en-US" sz="2000" dirty="0"/>
                    </a:p>
                  </a:txBody>
                  <a:tcPr/>
                </a:tc>
                <a:extLst>
                  <a:ext uri="{0D108BD9-81ED-4DB2-BD59-A6C34878D82A}">
                    <a16:rowId xmlns:a16="http://schemas.microsoft.com/office/drawing/2014/main" val="596306604"/>
                  </a:ext>
                </a:extLst>
              </a:tr>
              <a:tr h="370840">
                <a:tc>
                  <a:txBody>
                    <a:bodyPr/>
                    <a:lstStyle/>
                    <a:p>
                      <a:pPr algn="l"/>
                      <a:r>
                        <a:rPr lang="es-BO" sz="2000" dirty="0"/>
                        <a:t>8</a:t>
                      </a:r>
                      <a:endParaRPr lang="en-US"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BO" sz="2000" u="none" strike="noStrike" kern="1200" cap="none" spc="0" normalizeH="0" baseline="0" noProof="0" dirty="0">
                          <a:ln>
                            <a:noFill/>
                          </a:ln>
                          <a:effectLst/>
                          <a:uLnTx/>
                          <a:uFillTx/>
                        </a:rPr>
                        <a:t>O:0/5</a:t>
                      </a:r>
                      <a:endParaRPr kumimoji="0" lang="en-US" sz="2000" b="0" i="0" u="none" strike="noStrike" kern="1200" cap="none" spc="0" normalizeH="0" baseline="0" noProof="0" dirty="0">
                        <a:ln>
                          <a:noFill/>
                        </a:ln>
                        <a:solidFill>
                          <a:prstClr val="black"/>
                        </a:solidFill>
                        <a:effectLst/>
                        <a:uLnTx/>
                        <a:uFillTx/>
                        <a:latin typeface="Gill Sans MT" panose="020B0502020104020203"/>
                        <a:ea typeface="+mn-ea"/>
                        <a:cs typeface="+mn-cs"/>
                      </a:endParaRPr>
                    </a:p>
                  </a:txBody>
                  <a:tcPr/>
                </a:tc>
                <a:tc>
                  <a:txBody>
                    <a:bodyPr/>
                    <a:lstStyle/>
                    <a:p>
                      <a:pPr algn="l"/>
                      <a:r>
                        <a:rPr lang="es-BO" sz="2000" dirty="0"/>
                        <a:t>VARIADOR DE FRECUENCIA</a:t>
                      </a:r>
                      <a:endParaRPr lang="en-US" sz="2000" dirty="0"/>
                    </a:p>
                  </a:txBody>
                  <a:tcPr/>
                </a:tc>
                <a:extLst>
                  <a:ext uri="{0D108BD9-81ED-4DB2-BD59-A6C34878D82A}">
                    <a16:rowId xmlns:a16="http://schemas.microsoft.com/office/drawing/2014/main" val="3065868891"/>
                  </a:ext>
                </a:extLst>
              </a:tr>
            </a:tbl>
          </a:graphicData>
        </a:graphic>
      </p:graphicFrame>
      <p:sp>
        <p:nvSpPr>
          <p:cNvPr id="3" name="Rectángulo redondeado 2"/>
          <p:cNvSpPr/>
          <p:nvPr/>
        </p:nvSpPr>
        <p:spPr>
          <a:xfrm>
            <a:off x="949234" y="5466833"/>
            <a:ext cx="9997440" cy="879566"/>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b="1" dirty="0"/>
              <a:t>PARA EL FUNCIONAMIENTO DEL PROCESO SE UTILIZARA LA HERRAMIENTA DE SOTWARE</a:t>
            </a:r>
          </a:p>
          <a:p>
            <a:pPr algn="ctr"/>
            <a:r>
              <a:rPr lang="es-BO" b="1" dirty="0"/>
              <a:t>RS Logic500, EL CUAL UTILIZA EL LENGUAJE LADDER. </a:t>
            </a:r>
            <a:endParaRPr lang="en-US" b="1" dirty="0"/>
          </a:p>
        </p:txBody>
      </p:sp>
    </p:spTree>
    <p:extLst>
      <p:ext uri="{BB962C8B-B14F-4D97-AF65-F5344CB8AC3E}">
        <p14:creationId xmlns:p14="http://schemas.microsoft.com/office/powerpoint/2010/main" val="200556699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BO" sz="4400" b="1" dirty="0"/>
              <a:t>Lenguaje </a:t>
            </a:r>
            <a:r>
              <a:rPr lang="es-BO" sz="4400" b="1" dirty="0" err="1"/>
              <a:t>ladder</a:t>
            </a:r>
            <a:r>
              <a:rPr lang="es-BO" sz="4400" b="1" dirty="0"/>
              <a:t>,  esquema de contactos </a:t>
            </a:r>
            <a:endParaRPr lang="en-US" sz="4400" b="1" dirty="0"/>
          </a:p>
        </p:txBody>
      </p:sp>
      <p:sp>
        <p:nvSpPr>
          <p:cNvPr id="6" name="Marcador de contenido 5"/>
          <p:cNvSpPr>
            <a:spLocks noGrp="1"/>
          </p:cNvSpPr>
          <p:nvPr>
            <p:ph idx="1"/>
          </p:nvPr>
        </p:nvSpPr>
        <p:spPr>
          <a:xfrm>
            <a:off x="975360" y="2014194"/>
            <a:ext cx="5120640" cy="3965575"/>
          </a:xfrm>
        </p:spPr>
        <p:txBody>
          <a:bodyPr>
            <a:normAutofit/>
          </a:bodyPr>
          <a:lstStyle/>
          <a:p>
            <a:pPr>
              <a:buFont typeface="Wingdings" panose="05000000000000000000" pitchFamily="2" charset="2"/>
              <a:buChar char="Ø"/>
            </a:pPr>
            <a:r>
              <a:rPr lang="es-ES" sz="2400" dirty="0"/>
              <a:t>Lenguaje de programación donde se programa mediante símbolos gráficos y en diferentes segmentos. En cada segmento (o escalón), se programa  las diferentes sentencias de la lógica. </a:t>
            </a:r>
          </a:p>
          <a:p>
            <a:pPr>
              <a:buFont typeface="Wingdings" panose="05000000000000000000" pitchFamily="2" charset="2"/>
              <a:buChar char="Ø"/>
            </a:pPr>
            <a:r>
              <a:rPr lang="es-ES" sz="2400" dirty="0" err="1"/>
              <a:t>Ladder</a:t>
            </a:r>
            <a:r>
              <a:rPr lang="es-ES" sz="2400" dirty="0"/>
              <a:t> es uno de los varios lenguajes de programación para los  </a:t>
            </a:r>
            <a:r>
              <a:rPr lang="es-ES" sz="2400" dirty="0" err="1"/>
              <a:t>PLCs</a:t>
            </a:r>
            <a:r>
              <a:rPr lang="es-ES" sz="2400" dirty="0"/>
              <a:t> estandarizados con IEC 61131-3. </a:t>
            </a:r>
          </a:p>
        </p:txBody>
      </p:sp>
      <p:pic>
        <p:nvPicPr>
          <p:cNvPr id="7" name="Imagen 6"/>
          <p:cNvPicPr>
            <a:picLocks noChangeAspect="1"/>
          </p:cNvPicPr>
          <p:nvPr/>
        </p:nvPicPr>
        <p:blipFill rotWithShape="1">
          <a:blip r:embed="rId2"/>
          <a:srcRect b="9136"/>
          <a:stretch/>
        </p:blipFill>
        <p:spPr>
          <a:xfrm>
            <a:off x="6096000" y="2115911"/>
            <a:ext cx="5245854" cy="3460478"/>
          </a:xfrm>
          <a:prstGeom prst="rect">
            <a:avLst/>
          </a:prstGeom>
        </p:spPr>
      </p:pic>
    </p:spTree>
    <p:extLst>
      <p:ext uri="{BB962C8B-B14F-4D97-AF65-F5344CB8AC3E}">
        <p14:creationId xmlns:p14="http://schemas.microsoft.com/office/powerpoint/2010/main" val="165659522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arcador de contenido 8"/>
          <p:cNvPicPr>
            <a:picLocks noGrp="1" noChangeAspect="1"/>
          </p:cNvPicPr>
          <p:nvPr>
            <p:ph idx="1"/>
          </p:nvPr>
        </p:nvPicPr>
        <p:blipFill rotWithShape="1">
          <a:blip r:embed="rId2"/>
          <a:srcRect t="2544"/>
          <a:stretch/>
        </p:blipFill>
        <p:spPr>
          <a:xfrm>
            <a:off x="671301" y="860084"/>
            <a:ext cx="10849397" cy="2568916"/>
          </a:xfrm>
          <a:prstGeom prst="rect">
            <a:avLst/>
          </a:prstGeom>
        </p:spPr>
      </p:pic>
      <p:sp>
        <p:nvSpPr>
          <p:cNvPr id="10" name="Rectángulo 9"/>
          <p:cNvSpPr/>
          <p:nvPr/>
        </p:nvSpPr>
        <p:spPr>
          <a:xfrm>
            <a:off x="1404984" y="3787615"/>
            <a:ext cx="4995816" cy="2800767"/>
          </a:xfrm>
          <a:prstGeom prst="rect">
            <a:avLst/>
          </a:prstGeom>
        </p:spPr>
        <p:txBody>
          <a:bodyPr wrap="square">
            <a:spAutoFit/>
          </a:bodyPr>
          <a:lstStyle/>
          <a:p>
            <a:r>
              <a:rPr lang="es-ES" sz="2800" b="0" i="0" dirty="0">
                <a:solidFill>
                  <a:srgbClr val="202122"/>
                </a:solidFill>
                <a:effectLst/>
              </a:rPr>
              <a:t>Estructura general de la distribución de todo programa </a:t>
            </a:r>
            <a:r>
              <a:rPr lang="es-ES" sz="2800" b="0" i="0" dirty="0" err="1">
                <a:solidFill>
                  <a:srgbClr val="202122"/>
                </a:solidFill>
                <a:effectLst/>
              </a:rPr>
              <a:t>Ladder</a:t>
            </a:r>
            <a:r>
              <a:rPr lang="es-ES" sz="2800" b="0" i="0" dirty="0">
                <a:solidFill>
                  <a:srgbClr val="202122"/>
                </a:solidFill>
                <a:effectLst/>
              </a:rPr>
              <a:t>, contactos a la izquierda y bobinas y otros elementos a la derecha.</a:t>
            </a:r>
          </a:p>
          <a:p>
            <a:br>
              <a:rPr lang="es-ES" b="0" i="0" dirty="0">
                <a:solidFill>
                  <a:srgbClr val="202122"/>
                </a:solidFill>
                <a:effectLst/>
                <a:latin typeface="Arial" panose="020B0604020202020204" pitchFamily="34" charset="0"/>
              </a:rPr>
            </a:br>
            <a:endParaRPr lang="en-US" dirty="0"/>
          </a:p>
        </p:txBody>
      </p:sp>
      <p:pic>
        <p:nvPicPr>
          <p:cNvPr id="11" name="Imagen 10"/>
          <p:cNvPicPr>
            <a:picLocks noChangeAspect="1"/>
          </p:cNvPicPr>
          <p:nvPr/>
        </p:nvPicPr>
        <p:blipFill>
          <a:blip r:embed="rId3"/>
          <a:stretch>
            <a:fillRect/>
          </a:stretch>
        </p:blipFill>
        <p:spPr>
          <a:xfrm>
            <a:off x="7120433" y="3753380"/>
            <a:ext cx="3390811" cy="2429214"/>
          </a:xfrm>
          <a:prstGeom prst="rect">
            <a:avLst/>
          </a:prstGeom>
        </p:spPr>
      </p:pic>
    </p:spTree>
    <p:extLst>
      <p:ext uri="{BB962C8B-B14F-4D97-AF65-F5344CB8AC3E}">
        <p14:creationId xmlns:p14="http://schemas.microsoft.com/office/powerpoint/2010/main" val="406473542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29568" y="563228"/>
            <a:ext cx="9182387" cy="1080498"/>
          </a:xfrm>
        </p:spPr>
        <p:txBody>
          <a:bodyPr/>
          <a:lstStyle/>
          <a:p>
            <a:r>
              <a:rPr lang="es-BO" b="1" dirty="0"/>
              <a:t>Programa en lenguaje </a:t>
            </a:r>
            <a:r>
              <a:rPr lang="es-BO" b="1" dirty="0" err="1"/>
              <a:t>ladder</a:t>
            </a:r>
            <a:endParaRPr lang="en-US" b="1" dirty="0"/>
          </a:p>
        </p:txBody>
      </p:sp>
      <p:pic>
        <p:nvPicPr>
          <p:cNvPr id="4" name="Marcador de contenido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08134" y="2070553"/>
            <a:ext cx="3735958" cy="2959329"/>
          </a:xfrm>
        </p:spPr>
      </p:pic>
      <p:sp>
        <p:nvSpPr>
          <p:cNvPr id="3" name="Rectángulo 2"/>
          <p:cNvSpPr/>
          <p:nvPr/>
        </p:nvSpPr>
        <p:spPr>
          <a:xfrm>
            <a:off x="5675087" y="5833107"/>
            <a:ext cx="5986342" cy="461665"/>
          </a:xfrm>
          <a:prstGeom prst="rect">
            <a:avLst/>
          </a:prstGeom>
        </p:spPr>
        <p:txBody>
          <a:bodyPr wrap="square">
            <a:spAutoFit/>
          </a:bodyPr>
          <a:lstStyle/>
          <a:p>
            <a:r>
              <a:rPr lang="es-BO" sz="2400" dirty="0"/>
              <a:t>Entorno de programación utilizado: </a:t>
            </a:r>
            <a:r>
              <a:rPr lang="es-BO" sz="2400" dirty="0" err="1"/>
              <a:t>rslogix</a:t>
            </a:r>
            <a:r>
              <a:rPr lang="es-BO" sz="2400" dirty="0"/>
              <a:t> 500 </a:t>
            </a:r>
            <a:endParaRPr lang="en-US" sz="2400" dirty="0"/>
          </a:p>
        </p:txBody>
      </p:sp>
      <p:sp>
        <p:nvSpPr>
          <p:cNvPr id="6" name="Rectángulo 5"/>
          <p:cNvSpPr/>
          <p:nvPr/>
        </p:nvSpPr>
        <p:spPr>
          <a:xfrm>
            <a:off x="2238029" y="1701221"/>
            <a:ext cx="2074607" cy="369332"/>
          </a:xfrm>
          <a:prstGeom prst="rect">
            <a:avLst/>
          </a:prstGeom>
        </p:spPr>
        <p:txBody>
          <a:bodyPr wrap="none">
            <a:spAutoFit/>
          </a:bodyPr>
          <a:lstStyle/>
          <a:p>
            <a:r>
              <a:rPr lang="en-US" dirty="0"/>
              <a:t>Entradas del PLC</a:t>
            </a:r>
          </a:p>
        </p:txBody>
      </p:sp>
      <p:sp>
        <p:nvSpPr>
          <p:cNvPr id="8" name="Rectángulo 7"/>
          <p:cNvSpPr/>
          <p:nvPr/>
        </p:nvSpPr>
        <p:spPr>
          <a:xfrm>
            <a:off x="2238029" y="5154495"/>
            <a:ext cx="1871025" cy="369332"/>
          </a:xfrm>
          <a:prstGeom prst="rect">
            <a:avLst/>
          </a:prstGeom>
        </p:spPr>
        <p:txBody>
          <a:bodyPr wrap="none">
            <a:spAutoFit/>
          </a:bodyPr>
          <a:lstStyle/>
          <a:p>
            <a:r>
              <a:rPr lang="en-US" dirty="0" err="1"/>
              <a:t>Salidas</a:t>
            </a:r>
            <a:r>
              <a:rPr lang="en-US" dirty="0"/>
              <a:t> del PLC</a:t>
            </a:r>
          </a:p>
        </p:txBody>
      </p:sp>
      <p:sp>
        <p:nvSpPr>
          <p:cNvPr id="5" name="Cerrar llave 4">
            <a:extLst>
              <a:ext uri="{FF2B5EF4-FFF2-40B4-BE49-F238E27FC236}">
                <a16:creationId xmlns:a16="http://schemas.microsoft.com/office/drawing/2014/main" id="{64D0B36D-B0B3-3905-8525-E5007C200190}"/>
              </a:ext>
            </a:extLst>
          </p:cNvPr>
          <p:cNvSpPr/>
          <p:nvPr/>
        </p:nvSpPr>
        <p:spPr>
          <a:xfrm rot="16200000">
            <a:off x="2894141" y="1371108"/>
            <a:ext cx="447166" cy="1908434"/>
          </a:xfrm>
          <a:prstGeom prst="rightBrace">
            <a:avLst/>
          </a:prstGeom>
          <a:ln w="28575">
            <a:solidFill>
              <a:srgbClr val="C00000"/>
            </a:solidFill>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s-BO"/>
          </a:p>
        </p:txBody>
      </p:sp>
      <p:sp>
        <p:nvSpPr>
          <p:cNvPr id="9" name="Cerrar llave 8">
            <a:extLst>
              <a:ext uri="{FF2B5EF4-FFF2-40B4-BE49-F238E27FC236}">
                <a16:creationId xmlns:a16="http://schemas.microsoft.com/office/drawing/2014/main" id="{AA8C5702-9175-3F87-BA65-A0B96E5E9704}"/>
              </a:ext>
            </a:extLst>
          </p:cNvPr>
          <p:cNvSpPr/>
          <p:nvPr/>
        </p:nvSpPr>
        <p:spPr>
          <a:xfrm rot="5400000">
            <a:off x="2894141" y="3976695"/>
            <a:ext cx="447166" cy="1908434"/>
          </a:xfrm>
          <a:prstGeom prst="rightBrace">
            <a:avLst/>
          </a:prstGeom>
          <a:ln w="28575">
            <a:solidFill>
              <a:srgbClr val="C00000"/>
            </a:solidFill>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s-BO"/>
          </a:p>
        </p:txBody>
      </p:sp>
      <p:pic>
        <p:nvPicPr>
          <p:cNvPr id="11" name="Imagen 10">
            <a:extLst>
              <a:ext uri="{FF2B5EF4-FFF2-40B4-BE49-F238E27FC236}">
                <a16:creationId xmlns:a16="http://schemas.microsoft.com/office/drawing/2014/main" id="{8E1BA84A-42EC-5B1F-6D05-04D83EB414BE}"/>
              </a:ext>
            </a:extLst>
          </p:cNvPr>
          <p:cNvPicPr>
            <a:picLocks noChangeAspect="1"/>
          </p:cNvPicPr>
          <p:nvPr/>
        </p:nvPicPr>
        <p:blipFill>
          <a:blip r:embed="rId3"/>
          <a:stretch>
            <a:fillRect/>
          </a:stretch>
        </p:blipFill>
        <p:spPr>
          <a:xfrm>
            <a:off x="5668623" y="1643726"/>
            <a:ext cx="5833854" cy="4116929"/>
          </a:xfrm>
          <a:prstGeom prst="rect">
            <a:avLst/>
          </a:prstGeom>
        </p:spPr>
      </p:pic>
    </p:spTree>
    <p:extLst>
      <p:ext uri="{BB962C8B-B14F-4D97-AF65-F5344CB8AC3E}">
        <p14:creationId xmlns:p14="http://schemas.microsoft.com/office/powerpoint/2010/main" val="74540537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extLst>
              <a:ext uri="{28A0092B-C50C-407E-A947-70E740481C1C}">
                <a14:useLocalDpi xmlns:a14="http://schemas.microsoft.com/office/drawing/2010/main" val="0"/>
              </a:ext>
            </a:extLst>
          </a:blip>
          <a:srcRect b="78022"/>
          <a:stretch/>
        </p:blipFill>
        <p:spPr>
          <a:xfrm>
            <a:off x="1051159" y="472200"/>
            <a:ext cx="4807132" cy="1197666"/>
          </a:xfrm>
          <a:prstGeom prst="rect">
            <a:avLst/>
          </a:prstGeom>
        </p:spPr>
      </p:pic>
      <p:pic>
        <p:nvPicPr>
          <p:cNvPr id="6" name="Imagen 5"/>
          <p:cNvPicPr>
            <a:picLocks noChangeAspect="1"/>
          </p:cNvPicPr>
          <p:nvPr/>
        </p:nvPicPr>
        <p:blipFill rotWithShape="1">
          <a:blip r:embed="rId2">
            <a:extLst>
              <a:ext uri="{28A0092B-C50C-407E-A947-70E740481C1C}">
                <a14:useLocalDpi xmlns:a14="http://schemas.microsoft.com/office/drawing/2010/main" val="0"/>
              </a:ext>
            </a:extLst>
          </a:blip>
          <a:srcRect t="44759" b="42227"/>
          <a:stretch/>
        </p:blipFill>
        <p:spPr>
          <a:xfrm>
            <a:off x="5521235" y="3347356"/>
            <a:ext cx="5986342" cy="1227909"/>
          </a:xfrm>
          <a:prstGeom prst="rect">
            <a:avLst/>
          </a:prstGeom>
        </p:spPr>
      </p:pic>
      <p:sp>
        <p:nvSpPr>
          <p:cNvPr id="8" name="Rectángulo redondeado 7"/>
          <p:cNvSpPr/>
          <p:nvPr/>
        </p:nvSpPr>
        <p:spPr>
          <a:xfrm>
            <a:off x="6740434" y="592183"/>
            <a:ext cx="4206240" cy="792480"/>
          </a:xfrm>
          <a:prstGeom prst="round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dirty="0"/>
              <a:t>Las entradas del botón I03 o I0:4, activan la baliza de señalización: Q0:3: rojo y Q0:4 verde.</a:t>
            </a:r>
            <a:endParaRPr lang="en-US" dirty="0"/>
          </a:p>
        </p:txBody>
      </p:sp>
      <p:sp>
        <p:nvSpPr>
          <p:cNvPr id="9" name="Rectángulo redondeado 8"/>
          <p:cNvSpPr/>
          <p:nvPr/>
        </p:nvSpPr>
        <p:spPr>
          <a:xfrm>
            <a:off x="684422" y="5091835"/>
            <a:ext cx="4206240" cy="792480"/>
          </a:xfrm>
          <a:prstGeom prst="round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dirty="0"/>
              <a:t>Los sensores vibratorios I0:0 y I0:1, activan y desactivan el variador de frecuencia: Q0:0: derecha</a:t>
            </a:r>
            <a:endParaRPr lang="en-US" dirty="0"/>
          </a:p>
        </p:txBody>
      </p:sp>
      <p:sp>
        <p:nvSpPr>
          <p:cNvPr id="11" name="Rectángulo redondeado 10"/>
          <p:cNvSpPr/>
          <p:nvPr/>
        </p:nvSpPr>
        <p:spPr>
          <a:xfrm>
            <a:off x="805542" y="2489563"/>
            <a:ext cx="3990702" cy="1471748"/>
          </a:xfrm>
          <a:prstGeom prst="round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dirty="0"/>
              <a:t>Los sensores vibratorios I0:0 y I0:1, activan y desactivan las </a:t>
            </a:r>
            <a:r>
              <a:rPr lang="es-BO" dirty="0" err="1"/>
              <a:t>eletrovalvulas</a:t>
            </a:r>
            <a:r>
              <a:rPr lang="es-BO" dirty="0"/>
              <a:t> : Q0:0: derecha y Q0:1 izquierda.</a:t>
            </a:r>
            <a:endParaRPr lang="en-US" dirty="0"/>
          </a:p>
        </p:txBody>
      </p:sp>
      <p:sp>
        <p:nvSpPr>
          <p:cNvPr id="12" name="Flecha derecha 11"/>
          <p:cNvSpPr/>
          <p:nvPr/>
        </p:nvSpPr>
        <p:spPr>
          <a:xfrm>
            <a:off x="4801685" y="2154275"/>
            <a:ext cx="644434" cy="615048"/>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echa izquierda 12"/>
          <p:cNvSpPr/>
          <p:nvPr/>
        </p:nvSpPr>
        <p:spPr>
          <a:xfrm>
            <a:off x="5959728" y="628100"/>
            <a:ext cx="679268" cy="64443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echa izquierda 13"/>
          <p:cNvSpPr/>
          <p:nvPr/>
        </p:nvSpPr>
        <p:spPr>
          <a:xfrm>
            <a:off x="4866315" y="5165858"/>
            <a:ext cx="679268" cy="64443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echa derecha 14"/>
          <p:cNvSpPr/>
          <p:nvPr/>
        </p:nvSpPr>
        <p:spPr>
          <a:xfrm>
            <a:off x="4836522" y="3531867"/>
            <a:ext cx="644434" cy="615048"/>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n 2">
            <a:extLst>
              <a:ext uri="{FF2B5EF4-FFF2-40B4-BE49-F238E27FC236}">
                <a16:creationId xmlns:a16="http://schemas.microsoft.com/office/drawing/2014/main" id="{0854945D-0ED3-23EC-5935-153874A0125B}"/>
              </a:ext>
            </a:extLst>
          </p:cNvPr>
          <p:cNvPicPr>
            <a:picLocks noChangeAspect="1"/>
          </p:cNvPicPr>
          <p:nvPr/>
        </p:nvPicPr>
        <p:blipFill rotWithShape="1">
          <a:blip r:embed="rId3"/>
          <a:srcRect t="66790" b="4671"/>
          <a:stretch/>
        </p:blipFill>
        <p:spPr>
          <a:xfrm>
            <a:off x="5521236" y="4816835"/>
            <a:ext cx="5986342" cy="1227908"/>
          </a:xfrm>
          <a:prstGeom prst="rect">
            <a:avLst/>
          </a:prstGeom>
        </p:spPr>
      </p:pic>
      <p:pic>
        <p:nvPicPr>
          <p:cNvPr id="16" name="Imagen 15">
            <a:extLst>
              <a:ext uri="{FF2B5EF4-FFF2-40B4-BE49-F238E27FC236}">
                <a16:creationId xmlns:a16="http://schemas.microsoft.com/office/drawing/2014/main" id="{97284AFB-8ABF-1282-EA84-D37232B567C3}"/>
              </a:ext>
            </a:extLst>
          </p:cNvPr>
          <p:cNvPicPr>
            <a:picLocks noChangeAspect="1"/>
          </p:cNvPicPr>
          <p:nvPr/>
        </p:nvPicPr>
        <p:blipFill rotWithShape="1">
          <a:blip r:embed="rId3"/>
          <a:srcRect l="-692" t="25833" r="692" b="46623"/>
          <a:stretch/>
        </p:blipFill>
        <p:spPr>
          <a:xfrm>
            <a:off x="5480956" y="1844162"/>
            <a:ext cx="6026621" cy="1235273"/>
          </a:xfrm>
          <a:prstGeom prst="rect">
            <a:avLst/>
          </a:prstGeom>
        </p:spPr>
      </p:pic>
    </p:spTree>
    <p:extLst>
      <p:ext uri="{BB962C8B-B14F-4D97-AF65-F5344CB8AC3E}">
        <p14:creationId xmlns:p14="http://schemas.microsoft.com/office/powerpoint/2010/main" val="376858293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BO" b="1" dirty="0"/>
              <a:t>MATENIMIENTO PREVENTIVO</a:t>
            </a:r>
            <a:endParaRPr lang="en-US"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3430817487"/>
              </p:ext>
            </p:extLst>
          </p:nvPr>
        </p:nvGraphicFramePr>
        <p:xfrm>
          <a:off x="1312638" y="1554480"/>
          <a:ext cx="10178322" cy="49128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531118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BO" b="1" dirty="0"/>
              <a:t>MATENIMIENTO CORRECTIVO</a:t>
            </a:r>
            <a:endParaRPr lang="en-US"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696161992"/>
              </p:ext>
            </p:extLst>
          </p:nvPr>
        </p:nvGraphicFramePr>
        <p:xfrm>
          <a:off x="1251678" y="1650275"/>
          <a:ext cx="10178322" cy="44631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756563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6FFB1A-9927-0F19-46B3-EC8D991B70B3}"/>
              </a:ext>
            </a:extLst>
          </p:cNvPr>
          <p:cNvSpPr>
            <a:spLocks noGrp="1"/>
          </p:cNvSpPr>
          <p:nvPr>
            <p:ph type="title"/>
          </p:nvPr>
        </p:nvSpPr>
        <p:spPr/>
        <p:txBody>
          <a:bodyPr/>
          <a:lstStyle/>
          <a:p>
            <a:r>
              <a:rPr lang="es-ES" b="1" dirty="0"/>
              <a:t>OBSERVACIONES</a:t>
            </a:r>
            <a:endParaRPr lang="es-BO" b="1" dirty="0"/>
          </a:p>
        </p:txBody>
      </p:sp>
      <p:sp>
        <p:nvSpPr>
          <p:cNvPr id="3" name="Marcador de contenido 2">
            <a:extLst>
              <a:ext uri="{FF2B5EF4-FFF2-40B4-BE49-F238E27FC236}">
                <a16:creationId xmlns:a16="http://schemas.microsoft.com/office/drawing/2014/main" id="{EDB448DB-D610-A205-4881-808DF4CF6D57}"/>
              </a:ext>
            </a:extLst>
          </p:cNvPr>
          <p:cNvSpPr>
            <a:spLocks noGrp="1"/>
          </p:cNvSpPr>
          <p:nvPr>
            <p:ph idx="1"/>
          </p:nvPr>
        </p:nvSpPr>
        <p:spPr>
          <a:xfrm>
            <a:off x="1066800" y="1727200"/>
            <a:ext cx="10058400" cy="4307840"/>
          </a:xfrm>
        </p:spPr>
        <p:txBody>
          <a:bodyPr>
            <a:normAutofit/>
          </a:bodyPr>
          <a:lstStyle/>
          <a:p>
            <a:r>
              <a:rPr lang="es-ES" sz="2000" dirty="0"/>
              <a:t>Se verifico que uno de los soportes de la pantalla HMI estaba fracturada, pero el equipo no fue desmontado por el momento.</a:t>
            </a:r>
          </a:p>
          <a:p>
            <a:r>
              <a:rPr lang="es-ES" sz="2000" dirty="0"/>
              <a:t>Se verifico que el equipo presentaba fugas de liquido en las conexiones de tubo PVC lo que provocaba un peligro en las conexiones eléctricas, se realizo un mantenimiento preventivo reajustando las conexiones.</a:t>
            </a:r>
          </a:p>
          <a:p>
            <a:r>
              <a:rPr lang="es-ES" sz="2000" dirty="0"/>
              <a:t>Además se observo que el soporte del caudal de entrada presentaba debilidad, lo que generaba inestabilidad en la posición de los tubos al realizar el diseño para el aumento de tubos PVC. Se reforzo el soporte con la conexión de T para asegurar a los tubos.</a:t>
            </a:r>
          </a:p>
          <a:p>
            <a:r>
              <a:rPr lang="es-ES" sz="2000" dirty="0"/>
              <a:t>Finalmente se constato que el tanque requiere una tapa, debido a que exponía al liquido a la contaminación externa y afectaba la calidad del liquido, por tanto, se puso una bolsa de forma provisional para no exponer al liquido.</a:t>
            </a:r>
            <a:endParaRPr lang="es-BO" sz="2000" dirty="0"/>
          </a:p>
        </p:txBody>
      </p:sp>
    </p:spTree>
    <p:extLst>
      <p:ext uri="{BB962C8B-B14F-4D97-AF65-F5344CB8AC3E}">
        <p14:creationId xmlns:p14="http://schemas.microsoft.com/office/powerpoint/2010/main" val="14920186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736059"/>
      </a:dk2>
      <a:lt2>
        <a:srgbClr val="E7E0C7"/>
      </a:lt2>
      <a:accent1>
        <a:srgbClr val="92B0C8"/>
      </a:accent1>
      <a:accent2>
        <a:srgbClr val="E37C3D"/>
      </a:accent2>
      <a:accent3>
        <a:srgbClr val="A5AB81"/>
      </a:accent3>
      <a:accent4>
        <a:srgbClr val="E9B635"/>
      </a:accent4>
      <a:accent5>
        <a:srgbClr val="7BA79D"/>
      </a:accent5>
      <a:accent6>
        <a:srgbClr val="968C8C"/>
      </a:accent6>
      <a:hlink>
        <a:srgbClr val="F7A115"/>
      </a:hlink>
      <a:folHlink>
        <a:srgbClr val="969696"/>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3F20CFC1-E34F-405B-AA49-5BE0E194F1B3}"/>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5784</TotalTime>
  <Words>7739</Words>
  <Application>Microsoft Office PowerPoint</Application>
  <PresentationFormat>Panorámica</PresentationFormat>
  <Paragraphs>1022</Paragraphs>
  <Slides>119</Slides>
  <Notes>12</Notes>
  <HiddenSlides>0</HiddenSlides>
  <MMClips>0</MMClips>
  <ScaleCrop>false</ScaleCrop>
  <HeadingPairs>
    <vt:vector size="6" baseType="variant">
      <vt:variant>
        <vt:lpstr>Fuentes usadas</vt:lpstr>
      </vt:variant>
      <vt:variant>
        <vt:i4>13</vt:i4>
      </vt:variant>
      <vt:variant>
        <vt:lpstr>Tema</vt:lpstr>
      </vt:variant>
      <vt:variant>
        <vt:i4>1</vt:i4>
      </vt:variant>
      <vt:variant>
        <vt:lpstr>Títulos de diapositiva</vt:lpstr>
      </vt:variant>
      <vt:variant>
        <vt:i4>119</vt:i4>
      </vt:variant>
    </vt:vector>
  </HeadingPairs>
  <TitlesOfParts>
    <vt:vector size="133" baseType="lpstr">
      <vt:lpstr>Arial</vt:lpstr>
      <vt:lpstr>Arial</vt:lpstr>
      <vt:lpstr>Calibri</vt:lpstr>
      <vt:lpstr>E+H_Sans-Light</vt:lpstr>
      <vt:lpstr>Garamond</vt:lpstr>
      <vt:lpstr>Gill Sans MT</vt:lpstr>
      <vt:lpstr>Hind</vt:lpstr>
      <vt:lpstr>inherit</vt:lpstr>
      <vt:lpstr>Libre Baskerville</vt:lpstr>
      <vt:lpstr>PT Sans</vt:lpstr>
      <vt:lpstr>Söhne</vt:lpstr>
      <vt:lpstr>Times New Roman</vt:lpstr>
      <vt:lpstr>Wingdings</vt:lpstr>
      <vt:lpstr>Savon</vt:lpstr>
      <vt:lpstr>SISTEMA DE NIVEL DE LIQUIDO</vt:lpstr>
      <vt:lpstr>INDICE</vt:lpstr>
      <vt:lpstr>Descripción del proceso</vt:lpstr>
      <vt:lpstr>PROCEDIMIENTO</vt:lpstr>
      <vt:lpstr>PROCEDIMIENTO</vt:lpstr>
      <vt:lpstr>ELEMENTOS DEL SISTEMA</vt:lpstr>
      <vt:lpstr>Maqueta</vt:lpstr>
      <vt:lpstr>Maqueta</vt:lpstr>
      <vt:lpstr>Reconocimiento y ubicación de los componentes del sistema de control</vt:lpstr>
      <vt:lpstr>Componentes del sistema de control </vt:lpstr>
      <vt:lpstr>Componentes del sistema de control </vt:lpstr>
      <vt:lpstr>Presentación de PowerPoint</vt:lpstr>
      <vt:lpstr>Componentes del sistema de control </vt:lpstr>
      <vt:lpstr>Componentes del sistema de control </vt:lpstr>
      <vt:lpstr>Componentes del sistema de control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PROTECCION</vt:lpstr>
      <vt:lpstr>Dispositivo de Protección </vt:lpstr>
      <vt:lpstr>Medidas AWG</vt:lpstr>
      <vt:lpstr>SEÑALIZACIÓN </vt:lpstr>
      <vt:lpstr>Presentación de PowerPoint</vt:lpstr>
      <vt:lpstr>SEÑALIZACION</vt:lpstr>
      <vt:lpstr>LUCES PILOTO</vt:lpstr>
      <vt:lpstr>ESQUEMAS</vt:lpstr>
      <vt:lpstr>Diagrama P&amp;ID</vt:lpstr>
      <vt:lpstr>Esquema eléctrico</vt:lpstr>
      <vt:lpstr>Caracterización de los componentes</vt:lpstr>
      <vt:lpstr>ACTUADORES</vt:lpstr>
      <vt:lpstr>VARIADOR DE FRECUENCIA</vt:lpstr>
      <vt:lpstr>VARIADOR DE FRECUENCIA</vt:lpstr>
      <vt:lpstr>Presentación de PowerPoint</vt:lpstr>
      <vt:lpstr>Presentación de PowerPoint</vt:lpstr>
      <vt:lpstr>Presentación de PowerPoint</vt:lpstr>
      <vt:lpstr>VARIADOR DE FRECUENCIA</vt:lpstr>
      <vt:lpstr>Presentación de PowerPoint</vt:lpstr>
      <vt:lpstr>Bomba Centrifuga</vt:lpstr>
      <vt:lpstr>Bomba Centrifuga</vt:lpstr>
      <vt:lpstr>Bomba  Características</vt:lpstr>
      <vt:lpstr>Motor (Bomba de agua)</vt:lpstr>
      <vt:lpstr>ELECTROVALVULA</vt:lpstr>
      <vt:lpstr>ELECTROVALVULA</vt:lpstr>
      <vt:lpstr>ELECTROVALVULA</vt:lpstr>
      <vt:lpstr>ELECTROVALVULA</vt:lpstr>
      <vt:lpstr>SENSORES</vt:lpstr>
      <vt:lpstr>SENSOR DE VIBRACION</vt:lpstr>
      <vt:lpstr>SENSOR DE VIBRACION</vt:lpstr>
      <vt:lpstr>SENSOR DE VIBRACION</vt:lpstr>
      <vt:lpstr>SENSOR DE PRESION</vt:lpstr>
      <vt:lpstr>SENSOR DE PRESION</vt:lpstr>
      <vt:lpstr>SENSOR DE PRESIÓN</vt:lpstr>
      <vt:lpstr>SENSOR DE PRESIÓN</vt:lpstr>
      <vt:lpstr>SENSOR TC</vt:lpstr>
      <vt:lpstr>SENSOR DE TEMPERATURA TC</vt:lpstr>
      <vt:lpstr>SENSOR DE TEMPERATURA TC</vt:lpstr>
      <vt:lpstr>SENSOR DE TEMPERATURA Termocupla TC </vt:lpstr>
      <vt:lpstr>SENSOR RTD</vt:lpstr>
      <vt:lpstr>SENSOR RTD</vt:lpstr>
      <vt:lpstr>SENSOR DE TEMPERATURA SENSOR DE TEMPERATURA RESISTIVO RTD (TR12) </vt:lpstr>
      <vt:lpstr>SENSOR ULTRASONIDO</vt:lpstr>
      <vt:lpstr>SENSOR ULTRASONIDO</vt:lpstr>
      <vt:lpstr>SENSOR ULTRASONICO</vt:lpstr>
      <vt:lpstr>SENSOR ULTRASONICO</vt:lpstr>
      <vt:lpstr>Presentación de PowerPoint</vt:lpstr>
      <vt:lpstr>Presentación de PowerPoint</vt:lpstr>
      <vt:lpstr>AUTÓMATAS</vt:lpstr>
      <vt:lpstr>CONTROLADOR LOGICO PROGRAMABLE</vt:lpstr>
      <vt:lpstr>Estructura de un PLC</vt:lpstr>
      <vt:lpstr>Presentación de PowerPoint</vt:lpstr>
      <vt:lpstr>CONTROLADOR LOGICO PROGRABLE (PLC)</vt:lpstr>
      <vt:lpstr>Presentación de PowerPoint</vt:lpstr>
      <vt:lpstr>MODULO DE EXPANSIÓN DEL PLC</vt:lpstr>
      <vt:lpstr>MODULO DE EXPANSIÓN DEL PLC</vt:lpstr>
      <vt:lpstr>ELEMENTOS DE VISUALIZACIÓN</vt:lpstr>
      <vt:lpstr>Human-Machine Interface</vt:lpstr>
      <vt:lpstr>DOSIFICADOR</vt:lpstr>
      <vt:lpstr>DOSIFICADOR</vt:lpstr>
      <vt:lpstr>PRINCIPIO DE MEDICION</vt:lpstr>
      <vt:lpstr>DOSIFICADOR</vt:lpstr>
      <vt:lpstr>DOSIFICADOR</vt:lpstr>
      <vt:lpstr>TECLAS DE NAVEGACION PARA EL DOSIFICADOR </vt:lpstr>
      <vt:lpstr>DOSIFICADOR</vt:lpstr>
      <vt:lpstr>Dosificador </vt:lpstr>
      <vt:lpstr>ARREGLOS</vt:lpstr>
      <vt:lpstr>ARREGLOS</vt:lpstr>
      <vt:lpstr>ARREGLOS</vt:lpstr>
      <vt:lpstr>ARREGLOS</vt:lpstr>
      <vt:lpstr>ARREGLOS</vt:lpstr>
      <vt:lpstr>ARREGLOS</vt:lpstr>
      <vt:lpstr>ARREGLOS</vt:lpstr>
      <vt:lpstr>ARREGLOS</vt:lpstr>
      <vt:lpstr>ARREGLOS</vt:lpstr>
      <vt:lpstr>MODIFICACIONES AL SISTEMA</vt:lpstr>
      <vt:lpstr>MODIFICACIONES</vt:lpstr>
      <vt:lpstr>MODIFICACIONES</vt:lpstr>
      <vt:lpstr>MODIFICACIONES</vt:lpstr>
      <vt:lpstr>Presentación de PowerPoint</vt:lpstr>
      <vt:lpstr>MODIFICACIONES</vt:lpstr>
      <vt:lpstr>ARREGLOS</vt:lpstr>
      <vt:lpstr>PROGRAMACION EN EL PLC</vt:lpstr>
      <vt:lpstr>Proceso deberá: </vt:lpstr>
      <vt:lpstr>Proceso de carga y descarga de un tanque </vt:lpstr>
      <vt:lpstr>Asignación de INICIO/APAGADO</vt:lpstr>
      <vt:lpstr>Presentación de PowerPoint</vt:lpstr>
      <vt:lpstr>Adición de sensores de vibración al PLC.</vt:lpstr>
      <vt:lpstr>Designación de entradas y salidas del PLC  </vt:lpstr>
      <vt:lpstr>Lenguaje ladder,  esquema de contactos </vt:lpstr>
      <vt:lpstr>Presentación de PowerPoint</vt:lpstr>
      <vt:lpstr>Programa en lenguaje ladder</vt:lpstr>
      <vt:lpstr>Presentación de PowerPoint</vt:lpstr>
      <vt:lpstr>MATENIMIENTO PREVENTIVO</vt:lpstr>
      <vt:lpstr>MATENIMIENTO CORRECTIVO</vt:lpstr>
      <vt:lpstr>OBSERVACIONES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DE NIVEL DE LIQUIDO</dc:title>
  <dc:creator>HP PAVILION</dc:creator>
  <cp:lastModifiedBy>Mary Espino Marca</cp:lastModifiedBy>
  <cp:revision>55</cp:revision>
  <dcterms:created xsi:type="dcterms:W3CDTF">2023-04-04T17:59:19Z</dcterms:created>
  <dcterms:modified xsi:type="dcterms:W3CDTF">2023-05-17T14:25:28Z</dcterms:modified>
</cp:coreProperties>
</file>